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8"/>
  </p:notesMasterIdLst>
  <p:sldIdLst>
    <p:sldId id="257" r:id="rId2"/>
    <p:sldId id="259" r:id="rId3"/>
    <p:sldId id="328" r:id="rId4"/>
    <p:sldId id="329" r:id="rId5"/>
    <p:sldId id="258" r:id="rId6"/>
    <p:sldId id="289" r:id="rId7"/>
    <p:sldId id="290" r:id="rId8"/>
    <p:sldId id="291" r:id="rId9"/>
    <p:sldId id="292" r:id="rId10"/>
    <p:sldId id="293" r:id="rId11"/>
    <p:sldId id="294" r:id="rId12"/>
    <p:sldId id="295" r:id="rId13"/>
    <p:sldId id="296" r:id="rId14"/>
    <p:sldId id="297" r:id="rId15"/>
    <p:sldId id="298" r:id="rId16"/>
    <p:sldId id="327" r:id="rId17"/>
    <p:sldId id="299" r:id="rId18"/>
    <p:sldId id="302" r:id="rId19"/>
    <p:sldId id="301" r:id="rId20"/>
    <p:sldId id="330" r:id="rId21"/>
    <p:sldId id="331" r:id="rId22"/>
    <p:sldId id="332" r:id="rId23"/>
    <p:sldId id="333" r:id="rId24"/>
    <p:sldId id="334" r:id="rId25"/>
    <p:sldId id="335" r:id="rId26"/>
    <p:sldId id="336" r:id="rId27"/>
    <p:sldId id="337" r:id="rId28"/>
    <p:sldId id="338" r:id="rId29"/>
    <p:sldId id="339" r:id="rId30"/>
    <p:sldId id="319" r:id="rId31"/>
    <p:sldId id="320" r:id="rId32"/>
    <p:sldId id="343" r:id="rId33"/>
    <p:sldId id="303" r:id="rId34"/>
    <p:sldId id="304" r:id="rId35"/>
    <p:sldId id="306" r:id="rId36"/>
    <p:sldId id="305" r:id="rId37"/>
    <p:sldId id="307" r:id="rId38"/>
    <p:sldId id="310" r:id="rId39"/>
    <p:sldId id="309" r:id="rId40"/>
    <p:sldId id="324" r:id="rId41"/>
    <p:sldId id="311" r:id="rId42"/>
    <p:sldId id="325" r:id="rId43"/>
    <p:sldId id="326" r:id="rId44"/>
    <p:sldId id="340" r:id="rId45"/>
    <p:sldId id="341" r:id="rId46"/>
    <p:sldId id="342" r:id="rId47"/>
    <p:sldId id="312" r:id="rId48"/>
    <p:sldId id="315" r:id="rId49"/>
    <p:sldId id="316" r:id="rId50"/>
    <p:sldId id="317" r:id="rId51"/>
    <p:sldId id="318" r:id="rId52"/>
    <p:sldId id="313" r:id="rId53"/>
    <p:sldId id="314" r:id="rId54"/>
    <p:sldId id="322" r:id="rId55"/>
    <p:sldId id="323" r:id="rId56"/>
    <p:sldId id="321" r:id="rId57"/>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hmet" initials="A" lastIdx="3" clrIdx="0">
    <p:extLst>
      <p:ext uri="{19B8F6BF-5375-455C-9EA6-DF929625EA0E}">
        <p15:presenceInfo xmlns:p15="http://schemas.microsoft.com/office/powerpoint/2012/main" userId="Ahmet"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1895"/>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autoAdjust="0"/>
  </p:normalViewPr>
  <p:slideViewPr>
    <p:cSldViewPr snapToGrid="0">
      <p:cViewPr varScale="1">
        <p:scale>
          <a:sx n="81" d="100"/>
          <a:sy n="81" d="100"/>
        </p:scale>
        <p:origin x="67" y="163"/>
      </p:cViewPr>
      <p:guideLst>
        <p:guide orient="horz" pos="2160"/>
        <p:guide pos="3840"/>
      </p:guideLst>
    </p:cSldViewPr>
  </p:slideViewPr>
  <p:outlineViewPr>
    <p:cViewPr>
      <p:scale>
        <a:sx n="33" d="100"/>
        <a:sy n="33" d="100"/>
      </p:scale>
      <p:origin x="0" y="9968"/>
    </p:cViewPr>
  </p:outlineViewPr>
  <p:notesTextViewPr>
    <p:cViewPr>
      <p:scale>
        <a:sx n="1" d="1"/>
        <a:sy n="1" d="1"/>
      </p:scale>
      <p:origin x="0" y="0"/>
    </p:cViewPr>
  </p:notesTextViewPr>
  <p:notesViewPr>
    <p:cSldViewPr snapToGrid="0" snapToObjects="1">
      <p:cViewPr varScale="1">
        <p:scale>
          <a:sx n="82" d="100"/>
          <a:sy n="82" d="100"/>
        </p:scale>
        <p:origin x="-2176" y="-11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commentAuthors" Target="commentAuthor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C6160C-4172-4CF6-B219-9A474A693A05}" type="datetimeFigureOut">
              <a:rPr lang="en-US" smtClean="0"/>
              <a:t>5/11/2020</a:t>
            </a:fld>
            <a:endParaRPr lang="en-US"/>
          </a:p>
        </p:txBody>
      </p:sp>
      <p:sp>
        <p:nvSpPr>
          <p:cNvPr id="4" name="Slayt Görüntüsü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endParaRPr lang="en-US"/>
          </a:p>
        </p:txBody>
      </p:sp>
      <p:sp>
        <p:nvSpPr>
          <p:cNvPr id="6" name="Alt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069EE3C-D850-48A7-88E0-5727FD83559D}" type="slidenum">
              <a:rPr lang="en-US" smtClean="0"/>
              <a:t>‹#›</a:t>
            </a:fld>
            <a:endParaRPr lang="en-US"/>
          </a:p>
        </p:txBody>
      </p:sp>
    </p:spTree>
    <p:extLst>
      <p:ext uri="{BB962C8B-B14F-4D97-AF65-F5344CB8AC3E}">
        <p14:creationId xmlns:p14="http://schemas.microsoft.com/office/powerpoint/2010/main" val="27766267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en-US"/>
          </a:p>
        </p:txBody>
      </p:sp>
      <p:sp>
        <p:nvSpPr>
          <p:cNvPr id="4" name="Slayt Numarası Yer Tutucusu 3"/>
          <p:cNvSpPr>
            <a:spLocks noGrp="1"/>
          </p:cNvSpPr>
          <p:nvPr>
            <p:ph type="sldNum" sz="quarter" idx="10"/>
          </p:nvPr>
        </p:nvSpPr>
        <p:spPr/>
        <p:txBody>
          <a:bodyPr/>
          <a:lstStyle/>
          <a:p>
            <a:fld id="{1069EE3C-D850-48A7-88E0-5727FD83559D}" type="slidenum">
              <a:rPr lang="en-US" smtClean="0"/>
              <a:t>1</a:t>
            </a:fld>
            <a:endParaRPr lang="en-US"/>
          </a:p>
        </p:txBody>
      </p:sp>
    </p:spTree>
    <p:extLst>
      <p:ext uri="{BB962C8B-B14F-4D97-AF65-F5344CB8AC3E}">
        <p14:creationId xmlns:p14="http://schemas.microsoft.com/office/powerpoint/2010/main" val="31890920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spTree>
      <p:nvGrpSpPr>
        <p:cNvPr id="1" name=""/>
        <p:cNvGrpSpPr/>
        <p:nvPr/>
      </p:nvGrpSpPr>
      <p:grpSpPr>
        <a:xfrm>
          <a:off x="0" y="0"/>
          <a:ext cx="0" cy="0"/>
          <a:chOff x="0" y="0"/>
          <a:chExt cx="0" cy="0"/>
        </a:xfrm>
      </p:grpSpPr>
      <p:grpSp>
        <p:nvGrpSpPr>
          <p:cNvPr id="4" name="Group 2"/>
          <p:cNvGrpSpPr>
            <a:grpSpLocks/>
          </p:cNvGrpSpPr>
          <p:nvPr/>
        </p:nvGrpSpPr>
        <p:grpSpPr bwMode="auto">
          <a:xfrm>
            <a:off x="1" y="1422400"/>
            <a:ext cx="12196233" cy="5435600"/>
            <a:chOff x="0" y="896"/>
            <a:chExt cx="5762" cy="3424"/>
          </a:xfrm>
        </p:grpSpPr>
        <p:grpSp>
          <p:nvGrpSpPr>
            <p:cNvPr id="5" name="Group 3"/>
            <p:cNvGrpSpPr>
              <a:grpSpLocks/>
            </p:cNvGrpSpPr>
            <p:nvPr userDrawn="1"/>
          </p:nvGrpSpPr>
          <p:grpSpPr bwMode="auto">
            <a:xfrm>
              <a:off x="20" y="896"/>
              <a:ext cx="5742" cy="3424"/>
              <a:chOff x="20" y="896"/>
              <a:chExt cx="5742" cy="3424"/>
            </a:xfrm>
          </p:grpSpPr>
          <p:sp>
            <p:nvSpPr>
              <p:cNvPr id="142" name="Freeform 4"/>
              <p:cNvSpPr>
                <a:spLocks/>
              </p:cNvSpPr>
              <p:nvPr userDrawn="1"/>
            </p:nvSpPr>
            <p:spPr bwMode="hidden">
              <a:xfrm>
                <a:off x="1399" y="1116"/>
                <a:ext cx="2815" cy="2110"/>
              </a:xfrm>
              <a:custGeom>
                <a:avLst/>
                <a:gdLst>
                  <a:gd name="T0" fmla="*/ 950 w 2815"/>
                  <a:gd name="T1" fmla="*/ 85 h 2110"/>
                  <a:gd name="T2" fmla="*/ 628 w 2815"/>
                  <a:gd name="T3" fmla="*/ 438 h 2110"/>
                  <a:gd name="T4" fmla="*/ 66 w 2815"/>
                  <a:gd name="T5" fmla="*/ 471 h 2110"/>
                  <a:gd name="T6" fmla="*/ 0 w 2815"/>
                  <a:gd name="T7" fmla="*/ 627 h 2110"/>
                  <a:gd name="T8" fmla="*/ 372 w 2815"/>
                  <a:gd name="T9" fmla="*/ 1026 h 2110"/>
                  <a:gd name="T10" fmla="*/ 611 w 2815"/>
                  <a:gd name="T11" fmla="*/ 902 h 2110"/>
                  <a:gd name="T12" fmla="*/ 992 w 2815"/>
                  <a:gd name="T13" fmla="*/ 1085 h 2110"/>
                  <a:gd name="T14" fmla="*/ 1116 w 2815"/>
                  <a:gd name="T15" fmla="*/ 1339 h 2110"/>
                  <a:gd name="T16" fmla="*/ 1083 w 2815"/>
                  <a:gd name="T17" fmla="*/ 1450 h 2110"/>
                  <a:gd name="T18" fmla="*/ 1124 w 2815"/>
                  <a:gd name="T19" fmla="*/ 1659 h 2110"/>
                  <a:gd name="T20" fmla="*/ 1149 w 2815"/>
                  <a:gd name="T21" fmla="*/ 1999 h 2110"/>
                  <a:gd name="T22" fmla="*/ 1463 w 2815"/>
                  <a:gd name="T23" fmla="*/ 2110 h 2110"/>
                  <a:gd name="T24" fmla="*/ 1686 w 2815"/>
                  <a:gd name="T25" fmla="*/ 2025 h 2110"/>
                  <a:gd name="T26" fmla="*/ 1603 w 2815"/>
                  <a:gd name="T27" fmla="*/ 1777 h 2110"/>
                  <a:gd name="T28" fmla="*/ 1991 w 2815"/>
                  <a:gd name="T29" fmla="*/ 1555 h 2110"/>
                  <a:gd name="T30" fmla="*/ 2281 w 2815"/>
                  <a:gd name="T31" fmla="*/ 1542 h 2110"/>
                  <a:gd name="T32" fmla="*/ 2446 w 2815"/>
                  <a:gd name="T33" fmla="*/ 1359 h 2110"/>
                  <a:gd name="T34" fmla="*/ 2361 w 2815"/>
                  <a:gd name="T35" fmla="*/ 1001 h 2110"/>
                  <a:gd name="T36" fmla="*/ 2606 w 2815"/>
                  <a:gd name="T37" fmla="*/ 893 h 2110"/>
                  <a:gd name="T38" fmla="*/ 2815 w 2815"/>
                  <a:gd name="T39" fmla="*/ 454 h 2110"/>
                  <a:gd name="T40" fmla="*/ 2518 w 2815"/>
                  <a:gd name="T41" fmla="*/ 0 h 211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815" h="2110">
                    <a:moveTo>
                      <a:pt x="950" y="85"/>
                    </a:moveTo>
                    <a:lnTo>
                      <a:pt x="628" y="438"/>
                    </a:lnTo>
                    <a:lnTo>
                      <a:pt x="66" y="471"/>
                    </a:lnTo>
                    <a:lnTo>
                      <a:pt x="0" y="627"/>
                    </a:lnTo>
                    <a:lnTo>
                      <a:pt x="372" y="1026"/>
                    </a:lnTo>
                    <a:lnTo>
                      <a:pt x="611" y="902"/>
                    </a:lnTo>
                    <a:lnTo>
                      <a:pt x="992" y="1085"/>
                    </a:lnTo>
                    <a:lnTo>
                      <a:pt x="1116" y="1339"/>
                    </a:lnTo>
                    <a:lnTo>
                      <a:pt x="1083" y="1450"/>
                    </a:lnTo>
                    <a:lnTo>
                      <a:pt x="1124" y="1659"/>
                    </a:lnTo>
                    <a:lnTo>
                      <a:pt x="1149" y="1999"/>
                    </a:lnTo>
                    <a:lnTo>
                      <a:pt x="1463" y="2110"/>
                    </a:lnTo>
                    <a:lnTo>
                      <a:pt x="1686" y="2025"/>
                    </a:lnTo>
                    <a:lnTo>
                      <a:pt x="1603" y="1777"/>
                    </a:lnTo>
                    <a:lnTo>
                      <a:pt x="1991" y="1555"/>
                    </a:lnTo>
                    <a:lnTo>
                      <a:pt x="2281" y="1542"/>
                    </a:lnTo>
                    <a:lnTo>
                      <a:pt x="2446" y="1359"/>
                    </a:lnTo>
                    <a:lnTo>
                      <a:pt x="2361" y="1001"/>
                    </a:lnTo>
                    <a:lnTo>
                      <a:pt x="2606" y="893"/>
                    </a:lnTo>
                    <a:lnTo>
                      <a:pt x="2815" y="454"/>
                    </a:lnTo>
                    <a:lnTo>
                      <a:pt x="2518" y="0"/>
                    </a:lnTo>
                  </a:path>
                </a:pathLst>
              </a:custGeom>
              <a:noFill/>
              <a:ln w="15240" cap="flat" cmpd="sng">
                <a:solidFill>
                  <a:schemeClr val="bg2"/>
                </a:solidFill>
                <a:prstDash val="solid"/>
                <a:round/>
                <a:headEnd type="none" w="med" len="med"/>
                <a:tailEnd type="none" w="med" len="med"/>
              </a:ln>
              <a:extLst>
                <a:ext uri="{909E8E84-426E-40dd-AFC4-6F175D3DCCD1}">
                  <a14:hiddenFill xmlns:a14="http://schemas.microsoft.com/office/drawing/2010/main" xmlns="">
                    <a:solidFill>
                      <a:srgbClr val="FFFFFF"/>
                    </a:solidFill>
                  </a14:hiddenFill>
                </a:ext>
              </a:extLst>
            </p:spPr>
            <p:txBody>
              <a:bodyPr/>
              <a:lstStyle/>
              <a:p>
                <a:pPr eaLnBrk="0" fontAlgn="base" hangingPunct="0">
                  <a:spcBef>
                    <a:spcPct val="0"/>
                  </a:spcBef>
                  <a:spcAft>
                    <a:spcPct val="0"/>
                  </a:spcAft>
                </a:pPr>
                <a:endParaRPr lang="en-US" sz="4400">
                  <a:solidFill>
                    <a:srgbClr val="FFFFCC"/>
                  </a:solidFill>
                  <a:latin typeface="Arial" panose="020B0604020202020204" pitchFamily="34" charset="0"/>
                </a:endParaRPr>
              </a:p>
            </p:txBody>
          </p:sp>
          <p:sp>
            <p:nvSpPr>
              <p:cNvPr id="143" name="Freeform 5"/>
              <p:cNvSpPr>
                <a:spLocks/>
              </p:cNvSpPr>
              <p:nvPr userDrawn="1"/>
            </p:nvSpPr>
            <p:spPr bwMode="hidden">
              <a:xfrm>
                <a:off x="672" y="1116"/>
                <a:ext cx="3966" cy="2366"/>
              </a:xfrm>
              <a:custGeom>
                <a:avLst/>
                <a:gdLst>
                  <a:gd name="T0" fmla="*/ 1423 w 3966"/>
                  <a:gd name="T1" fmla="*/ 65 h 2366"/>
                  <a:gd name="T2" fmla="*/ 1148 w 3966"/>
                  <a:gd name="T3" fmla="*/ 262 h 2366"/>
                  <a:gd name="T4" fmla="*/ 934 w 3966"/>
                  <a:gd name="T5" fmla="*/ 216 h 2366"/>
                  <a:gd name="T6" fmla="*/ 529 w 3966"/>
                  <a:gd name="T7" fmla="*/ 314 h 2366"/>
                  <a:gd name="T8" fmla="*/ 174 w 3966"/>
                  <a:gd name="T9" fmla="*/ 327 h 2366"/>
                  <a:gd name="T10" fmla="*/ 0 w 3966"/>
                  <a:gd name="T11" fmla="*/ 628 h 2366"/>
                  <a:gd name="T12" fmla="*/ 91 w 3966"/>
                  <a:gd name="T13" fmla="*/ 726 h 2366"/>
                  <a:gd name="T14" fmla="*/ 231 w 3966"/>
                  <a:gd name="T15" fmla="*/ 654 h 2366"/>
                  <a:gd name="T16" fmla="*/ 430 w 3966"/>
                  <a:gd name="T17" fmla="*/ 687 h 2366"/>
                  <a:gd name="T18" fmla="*/ 504 w 3966"/>
                  <a:gd name="T19" fmla="*/ 850 h 2366"/>
                  <a:gd name="T20" fmla="*/ 347 w 3966"/>
                  <a:gd name="T21" fmla="*/ 1020 h 2366"/>
                  <a:gd name="T22" fmla="*/ 529 w 3966"/>
                  <a:gd name="T23" fmla="*/ 1144 h 2366"/>
                  <a:gd name="T24" fmla="*/ 727 w 3966"/>
                  <a:gd name="T25" fmla="*/ 1105 h 2366"/>
                  <a:gd name="T26" fmla="*/ 901 w 3966"/>
                  <a:gd name="T27" fmla="*/ 1216 h 2366"/>
                  <a:gd name="T28" fmla="*/ 1256 w 3966"/>
                  <a:gd name="T29" fmla="*/ 1229 h 2366"/>
                  <a:gd name="T30" fmla="*/ 1611 w 3966"/>
                  <a:gd name="T31" fmla="*/ 1425 h 2366"/>
                  <a:gd name="T32" fmla="*/ 1694 w 3966"/>
                  <a:gd name="T33" fmla="*/ 1673 h 2366"/>
                  <a:gd name="T34" fmla="*/ 1619 w 3966"/>
                  <a:gd name="T35" fmla="*/ 2118 h 2366"/>
                  <a:gd name="T36" fmla="*/ 1694 w 3966"/>
                  <a:gd name="T37" fmla="*/ 2268 h 2366"/>
                  <a:gd name="T38" fmla="*/ 2132 w 3966"/>
                  <a:gd name="T39" fmla="*/ 2242 h 2366"/>
                  <a:gd name="T40" fmla="*/ 2289 w 3966"/>
                  <a:gd name="T41" fmla="*/ 2366 h 2366"/>
                  <a:gd name="T42" fmla="*/ 2594 w 3966"/>
                  <a:gd name="T43" fmla="*/ 2046 h 2366"/>
                  <a:gd name="T44" fmla="*/ 2537 w 3966"/>
                  <a:gd name="T45" fmla="*/ 1817 h 2366"/>
                  <a:gd name="T46" fmla="*/ 2818 w 3966"/>
                  <a:gd name="T47" fmla="*/ 1673 h 2366"/>
                  <a:gd name="T48" fmla="*/ 3016 w 3966"/>
                  <a:gd name="T49" fmla="*/ 1719 h 2366"/>
                  <a:gd name="T50" fmla="*/ 3280 w 3966"/>
                  <a:gd name="T51" fmla="*/ 1615 h 2366"/>
                  <a:gd name="T52" fmla="*/ 3405 w 3966"/>
                  <a:gd name="T53" fmla="*/ 1174 h 2366"/>
                  <a:gd name="T54" fmla="*/ 3643 w 3966"/>
                  <a:gd name="T55" fmla="*/ 922 h 2366"/>
                  <a:gd name="T56" fmla="*/ 3966 w 3966"/>
                  <a:gd name="T57" fmla="*/ 896 h 2366"/>
                  <a:gd name="T58" fmla="*/ 3908 w 3966"/>
                  <a:gd name="T59" fmla="*/ 733 h 2366"/>
                  <a:gd name="T60" fmla="*/ 3669 w 3966"/>
                  <a:gd name="T61" fmla="*/ 563 h 2366"/>
                  <a:gd name="T62" fmla="*/ 3817 w 3966"/>
                  <a:gd name="T63" fmla="*/ 210 h 2366"/>
                  <a:gd name="T64" fmla="*/ 3590 w 3966"/>
                  <a:gd name="T65" fmla="*/ 0 h 236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3966" h="2366">
                    <a:moveTo>
                      <a:pt x="1423" y="65"/>
                    </a:moveTo>
                    <a:lnTo>
                      <a:pt x="1148" y="262"/>
                    </a:lnTo>
                    <a:lnTo>
                      <a:pt x="934" y="216"/>
                    </a:lnTo>
                    <a:lnTo>
                      <a:pt x="529" y="314"/>
                    </a:lnTo>
                    <a:lnTo>
                      <a:pt x="174" y="327"/>
                    </a:lnTo>
                    <a:lnTo>
                      <a:pt x="0" y="628"/>
                    </a:lnTo>
                    <a:lnTo>
                      <a:pt x="91" y="726"/>
                    </a:lnTo>
                    <a:lnTo>
                      <a:pt x="231" y="654"/>
                    </a:lnTo>
                    <a:lnTo>
                      <a:pt x="430" y="687"/>
                    </a:lnTo>
                    <a:lnTo>
                      <a:pt x="504" y="850"/>
                    </a:lnTo>
                    <a:lnTo>
                      <a:pt x="347" y="1020"/>
                    </a:lnTo>
                    <a:lnTo>
                      <a:pt x="529" y="1144"/>
                    </a:lnTo>
                    <a:lnTo>
                      <a:pt x="727" y="1105"/>
                    </a:lnTo>
                    <a:lnTo>
                      <a:pt x="901" y="1216"/>
                    </a:lnTo>
                    <a:lnTo>
                      <a:pt x="1256" y="1229"/>
                    </a:lnTo>
                    <a:lnTo>
                      <a:pt x="1611" y="1425"/>
                    </a:lnTo>
                    <a:lnTo>
                      <a:pt x="1694" y="1673"/>
                    </a:lnTo>
                    <a:lnTo>
                      <a:pt x="1619" y="2118"/>
                    </a:lnTo>
                    <a:lnTo>
                      <a:pt x="1694" y="2268"/>
                    </a:lnTo>
                    <a:lnTo>
                      <a:pt x="2132" y="2242"/>
                    </a:lnTo>
                    <a:lnTo>
                      <a:pt x="2289" y="2366"/>
                    </a:lnTo>
                    <a:lnTo>
                      <a:pt x="2594" y="2046"/>
                    </a:lnTo>
                    <a:lnTo>
                      <a:pt x="2537" y="1817"/>
                    </a:lnTo>
                    <a:lnTo>
                      <a:pt x="2818" y="1673"/>
                    </a:lnTo>
                    <a:lnTo>
                      <a:pt x="3016" y="1719"/>
                    </a:lnTo>
                    <a:lnTo>
                      <a:pt x="3280" y="1615"/>
                    </a:lnTo>
                    <a:lnTo>
                      <a:pt x="3405" y="1174"/>
                    </a:lnTo>
                    <a:lnTo>
                      <a:pt x="3643" y="922"/>
                    </a:lnTo>
                    <a:lnTo>
                      <a:pt x="3966" y="896"/>
                    </a:lnTo>
                    <a:lnTo>
                      <a:pt x="3908" y="733"/>
                    </a:lnTo>
                    <a:lnTo>
                      <a:pt x="3669" y="563"/>
                    </a:lnTo>
                    <a:lnTo>
                      <a:pt x="3817" y="210"/>
                    </a:lnTo>
                    <a:lnTo>
                      <a:pt x="3590" y="0"/>
                    </a:lnTo>
                  </a:path>
                </a:pathLst>
              </a:custGeom>
              <a:noFill/>
              <a:ln w="16510" cap="flat" cmpd="sng">
                <a:solidFill>
                  <a:schemeClr val="bg2"/>
                </a:solidFill>
                <a:prstDash val="solid"/>
                <a:round/>
                <a:headEnd type="none" w="med" len="med"/>
                <a:tailEnd type="none" w="med" len="med"/>
              </a:ln>
              <a:extLst>
                <a:ext uri="{909E8E84-426E-40dd-AFC4-6F175D3DCCD1}">
                  <a14:hiddenFill xmlns:a14="http://schemas.microsoft.com/office/drawing/2010/main" xmlns="">
                    <a:solidFill>
                      <a:srgbClr val="FFFFFF"/>
                    </a:solidFill>
                  </a14:hiddenFill>
                </a:ext>
              </a:extLst>
            </p:spPr>
            <p:txBody>
              <a:bodyPr/>
              <a:lstStyle/>
              <a:p>
                <a:pPr eaLnBrk="0" fontAlgn="base" hangingPunct="0">
                  <a:spcBef>
                    <a:spcPct val="0"/>
                  </a:spcBef>
                  <a:spcAft>
                    <a:spcPct val="0"/>
                  </a:spcAft>
                </a:pPr>
                <a:endParaRPr lang="en-US" sz="4400">
                  <a:solidFill>
                    <a:srgbClr val="FFFFCC"/>
                  </a:solidFill>
                  <a:latin typeface="Arial" panose="020B0604020202020204" pitchFamily="34" charset="0"/>
                </a:endParaRPr>
              </a:p>
            </p:txBody>
          </p:sp>
          <p:sp>
            <p:nvSpPr>
              <p:cNvPr id="144" name="Freeform 6"/>
              <p:cNvSpPr>
                <a:spLocks/>
              </p:cNvSpPr>
              <p:nvPr userDrawn="1"/>
            </p:nvSpPr>
            <p:spPr bwMode="hidden">
              <a:xfrm>
                <a:off x="20" y="1069"/>
                <a:ext cx="5732" cy="3107"/>
              </a:xfrm>
              <a:custGeom>
                <a:avLst/>
                <a:gdLst>
                  <a:gd name="T0" fmla="*/ 81 w 5732"/>
                  <a:gd name="T1" fmla="*/ 0 h 3107"/>
                  <a:gd name="T2" fmla="*/ 133 w 5732"/>
                  <a:gd name="T3" fmla="*/ 328 h 3107"/>
                  <a:gd name="T4" fmla="*/ 0 w 5732"/>
                  <a:gd name="T5" fmla="*/ 666 h 3107"/>
                  <a:gd name="T6" fmla="*/ 83 w 5732"/>
                  <a:gd name="T7" fmla="*/ 1221 h 3107"/>
                  <a:gd name="T8" fmla="*/ 413 w 5732"/>
                  <a:gd name="T9" fmla="*/ 1515 h 3107"/>
                  <a:gd name="T10" fmla="*/ 881 w 5732"/>
                  <a:gd name="T11" fmla="*/ 1700 h 3107"/>
                  <a:gd name="T12" fmla="*/ 1440 w 5732"/>
                  <a:gd name="T13" fmla="*/ 1651 h 3107"/>
                  <a:gd name="T14" fmla="*/ 1755 w 5732"/>
                  <a:gd name="T15" fmla="*/ 1940 h 3107"/>
                  <a:gd name="T16" fmla="*/ 1653 w 5732"/>
                  <a:gd name="T17" fmla="*/ 2126 h 3107"/>
                  <a:gd name="T18" fmla="*/ 1136 w 5732"/>
                  <a:gd name="T19" fmla="*/ 2142 h 3107"/>
                  <a:gd name="T20" fmla="*/ 911 w 5732"/>
                  <a:gd name="T21" fmla="*/ 2021 h 3107"/>
                  <a:gd name="T22" fmla="*/ 739 w 5732"/>
                  <a:gd name="T23" fmla="*/ 2142 h 3107"/>
                  <a:gd name="T24" fmla="*/ 954 w 5732"/>
                  <a:gd name="T25" fmla="*/ 2524 h 3107"/>
                  <a:gd name="T26" fmla="*/ 973 w 5732"/>
                  <a:gd name="T27" fmla="*/ 2905 h 3107"/>
                  <a:gd name="T28" fmla="*/ 1511 w 5732"/>
                  <a:gd name="T29" fmla="*/ 3107 h 3107"/>
                  <a:gd name="T30" fmla="*/ 1644 w 5732"/>
                  <a:gd name="T31" fmla="*/ 2922 h 3107"/>
                  <a:gd name="T32" fmla="*/ 2077 w 5732"/>
                  <a:gd name="T33" fmla="*/ 2797 h 3107"/>
                  <a:gd name="T34" fmla="*/ 2610 w 5732"/>
                  <a:gd name="T35" fmla="*/ 2962 h 3107"/>
                  <a:gd name="T36" fmla="*/ 3222 w 5732"/>
                  <a:gd name="T37" fmla="*/ 2812 h 3107"/>
                  <a:gd name="T38" fmla="*/ 3443 w 5732"/>
                  <a:gd name="T39" fmla="*/ 2922 h 3107"/>
                  <a:gd name="T40" fmla="*/ 3861 w 5732"/>
                  <a:gd name="T41" fmla="*/ 2648 h 3107"/>
                  <a:gd name="T42" fmla="*/ 4125 w 5732"/>
                  <a:gd name="T43" fmla="*/ 2311 h 3107"/>
                  <a:gd name="T44" fmla="*/ 4369 w 5732"/>
                  <a:gd name="T45" fmla="*/ 2318 h 3107"/>
                  <a:gd name="T46" fmla="*/ 4554 w 5732"/>
                  <a:gd name="T47" fmla="*/ 2445 h 3107"/>
                  <a:gd name="T48" fmla="*/ 5015 w 5732"/>
                  <a:gd name="T49" fmla="*/ 2142 h 3107"/>
                  <a:gd name="T50" fmla="*/ 5404 w 5732"/>
                  <a:gd name="T51" fmla="*/ 2185 h 3107"/>
                  <a:gd name="T52" fmla="*/ 5732 w 5732"/>
                  <a:gd name="T53" fmla="*/ 2069 h 3107"/>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5732" h="3107">
                    <a:moveTo>
                      <a:pt x="81" y="0"/>
                    </a:moveTo>
                    <a:lnTo>
                      <a:pt x="133" y="328"/>
                    </a:lnTo>
                    <a:lnTo>
                      <a:pt x="0" y="666"/>
                    </a:lnTo>
                    <a:lnTo>
                      <a:pt x="83" y="1221"/>
                    </a:lnTo>
                    <a:lnTo>
                      <a:pt x="413" y="1515"/>
                    </a:lnTo>
                    <a:lnTo>
                      <a:pt x="881" y="1700"/>
                    </a:lnTo>
                    <a:lnTo>
                      <a:pt x="1440" y="1651"/>
                    </a:lnTo>
                    <a:lnTo>
                      <a:pt x="1755" y="1940"/>
                    </a:lnTo>
                    <a:lnTo>
                      <a:pt x="1653" y="2126"/>
                    </a:lnTo>
                    <a:lnTo>
                      <a:pt x="1136" y="2142"/>
                    </a:lnTo>
                    <a:lnTo>
                      <a:pt x="911" y="2021"/>
                    </a:lnTo>
                    <a:lnTo>
                      <a:pt x="739" y="2142"/>
                    </a:lnTo>
                    <a:lnTo>
                      <a:pt x="954" y="2524"/>
                    </a:lnTo>
                    <a:lnTo>
                      <a:pt x="973" y="2905"/>
                    </a:lnTo>
                    <a:lnTo>
                      <a:pt x="1511" y="3107"/>
                    </a:lnTo>
                    <a:lnTo>
                      <a:pt x="1644" y="2922"/>
                    </a:lnTo>
                    <a:lnTo>
                      <a:pt x="2077" y="2797"/>
                    </a:lnTo>
                    <a:lnTo>
                      <a:pt x="2610" y="2962"/>
                    </a:lnTo>
                    <a:lnTo>
                      <a:pt x="3222" y="2812"/>
                    </a:lnTo>
                    <a:lnTo>
                      <a:pt x="3443" y="2922"/>
                    </a:lnTo>
                    <a:lnTo>
                      <a:pt x="3861" y="2648"/>
                    </a:lnTo>
                    <a:lnTo>
                      <a:pt x="4125" y="2311"/>
                    </a:lnTo>
                    <a:lnTo>
                      <a:pt x="4369" y="2318"/>
                    </a:lnTo>
                    <a:lnTo>
                      <a:pt x="4554" y="2445"/>
                    </a:lnTo>
                    <a:lnTo>
                      <a:pt x="5015" y="2142"/>
                    </a:lnTo>
                    <a:lnTo>
                      <a:pt x="5404" y="2185"/>
                    </a:lnTo>
                    <a:lnTo>
                      <a:pt x="5732" y="2069"/>
                    </a:lnTo>
                  </a:path>
                </a:pathLst>
              </a:custGeom>
              <a:noFill/>
              <a:ln w="16510" cap="flat" cmpd="sng">
                <a:solidFill>
                  <a:schemeClr val="bg2"/>
                </a:solidFill>
                <a:prstDash val="solid"/>
                <a:round/>
                <a:headEnd type="none" w="med" len="med"/>
                <a:tailEnd type="none" w="med" len="med"/>
              </a:ln>
              <a:extLst>
                <a:ext uri="{909E8E84-426E-40dd-AFC4-6F175D3DCCD1}">
                  <a14:hiddenFill xmlns:a14="http://schemas.microsoft.com/office/drawing/2010/main" xmlns="">
                    <a:solidFill>
                      <a:srgbClr val="FFFFFF"/>
                    </a:solidFill>
                  </a14:hiddenFill>
                </a:ext>
              </a:extLst>
            </p:spPr>
            <p:txBody>
              <a:bodyPr/>
              <a:lstStyle/>
              <a:p>
                <a:pPr eaLnBrk="0" fontAlgn="base" hangingPunct="0">
                  <a:spcBef>
                    <a:spcPct val="0"/>
                  </a:spcBef>
                  <a:spcAft>
                    <a:spcPct val="0"/>
                  </a:spcAft>
                </a:pPr>
                <a:endParaRPr lang="en-US" sz="4400">
                  <a:solidFill>
                    <a:srgbClr val="FFFFCC"/>
                  </a:solidFill>
                  <a:latin typeface="Arial" panose="020B0604020202020204" pitchFamily="34" charset="0"/>
                </a:endParaRPr>
              </a:p>
            </p:txBody>
          </p:sp>
          <p:sp>
            <p:nvSpPr>
              <p:cNvPr id="145" name="Freeform 7"/>
              <p:cNvSpPr>
                <a:spLocks/>
              </p:cNvSpPr>
              <p:nvPr userDrawn="1"/>
            </p:nvSpPr>
            <p:spPr bwMode="hidden">
              <a:xfrm>
                <a:off x="242" y="1145"/>
                <a:ext cx="5512" cy="2760"/>
              </a:xfrm>
              <a:custGeom>
                <a:avLst/>
                <a:gdLst>
                  <a:gd name="T0" fmla="*/ 240 w 5512"/>
                  <a:gd name="T1" fmla="*/ 0 h 2760"/>
                  <a:gd name="T2" fmla="*/ 0 w 5512"/>
                  <a:gd name="T3" fmla="*/ 336 h 2760"/>
                  <a:gd name="T4" fmla="*/ 82 w 5512"/>
                  <a:gd name="T5" fmla="*/ 821 h 2760"/>
                  <a:gd name="T6" fmla="*/ 243 w 5512"/>
                  <a:gd name="T7" fmla="*/ 873 h 2760"/>
                  <a:gd name="T8" fmla="*/ 473 w 5512"/>
                  <a:gd name="T9" fmla="*/ 1087 h 2760"/>
                  <a:gd name="T10" fmla="*/ 557 w 5512"/>
                  <a:gd name="T11" fmla="*/ 1441 h 2760"/>
                  <a:gd name="T12" fmla="*/ 839 w 5512"/>
                  <a:gd name="T13" fmla="*/ 1499 h 2760"/>
                  <a:gd name="T14" fmla="*/ 1258 w 5512"/>
                  <a:gd name="T15" fmla="*/ 1349 h 2760"/>
                  <a:gd name="T16" fmla="*/ 1307 w 5512"/>
                  <a:gd name="T17" fmla="*/ 1493 h 2760"/>
                  <a:gd name="T18" fmla="*/ 1621 w 5512"/>
                  <a:gd name="T19" fmla="*/ 1513 h 2760"/>
                  <a:gd name="T20" fmla="*/ 1862 w 5512"/>
                  <a:gd name="T21" fmla="*/ 1865 h 2760"/>
                  <a:gd name="T22" fmla="*/ 1668 w 5512"/>
                  <a:gd name="T23" fmla="*/ 2166 h 2760"/>
                  <a:gd name="T24" fmla="*/ 1308 w 5512"/>
                  <a:gd name="T25" fmla="*/ 2217 h 2760"/>
                  <a:gd name="T26" fmla="*/ 992 w 5512"/>
                  <a:gd name="T27" fmla="*/ 2172 h 2760"/>
                  <a:gd name="T28" fmla="*/ 903 w 5512"/>
                  <a:gd name="T29" fmla="*/ 2244 h 2760"/>
                  <a:gd name="T30" fmla="*/ 1008 w 5512"/>
                  <a:gd name="T31" fmla="*/ 2415 h 2760"/>
                  <a:gd name="T32" fmla="*/ 992 w 5512"/>
                  <a:gd name="T33" fmla="*/ 2538 h 2760"/>
                  <a:gd name="T34" fmla="*/ 1137 w 5512"/>
                  <a:gd name="T35" fmla="*/ 2760 h 2760"/>
                  <a:gd name="T36" fmla="*/ 1661 w 5512"/>
                  <a:gd name="T37" fmla="*/ 2623 h 2760"/>
                  <a:gd name="T38" fmla="*/ 1725 w 5512"/>
                  <a:gd name="T39" fmla="*/ 2492 h 2760"/>
                  <a:gd name="T40" fmla="*/ 1895 w 5512"/>
                  <a:gd name="T41" fmla="*/ 2551 h 2760"/>
                  <a:gd name="T42" fmla="*/ 2338 w 5512"/>
                  <a:gd name="T43" fmla="*/ 2448 h 2760"/>
                  <a:gd name="T44" fmla="*/ 2443 w 5512"/>
                  <a:gd name="T45" fmla="*/ 2714 h 2760"/>
                  <a:gd name="T46" fmla="*/ 2870 w 5512"/>
                  <a:gd name="T47" fmla="*/ 2541 h 2760"/>
                  <a:gd name="T48" fmla="*/ 3264 w 5512"/>
                  <a:gd name="T49" fmla="*/ 2591 h 2760"/>
                  <a:gd name="T50" fmla="*/ 3522 w 5512"/>
                  <a:gd name="T51" fmla="*/ 2427 h 2760"/>
                  <a:gd name="T52" fmla="*/ 3594 w 5512"/>
                  <a:gd name="T53" fmla="*/ 2081 h 2760"/>
                  <a:gd name="T54" fmla="*/ 4013 w 5512"/>
                  <a:gd name="T55" fmla="*/ 2087 h 2760"/>
                  <a:gd name="T56" fmla="*/ 4070 w 5512"/>
                  <a:gd name="T57" fmla="*/ 1924 h 2760"/>
                  <a:gd name="T58" fmla="*/ 4239 w 5512"/>
                  <a:gd name="T59" fmla="*/ 1931 h 2760"/>
                  <a:gd name="T60" fmla="*/ 4465 w 5512"/>
                  <a:gd name="T61" fmla="*/ 2094 h 2760"/>
                  <a:gd name="T62" fmla="*/ 4836 w 5512"/>
                  <a:gd name="T63" fmla="*/ 1814 h 2760"/>
                  <a:gd name="T64" fmla="*/ 5225 w 5512"/>
                  <a:gd name="T65" fmla="*/ 1785 h 2760"/>
                  <a:gd name="T66" fmla="*/ 5367 w 5512"/>
                  <a:gd name="T67" fmla="*/ 1571 h 2760"/>
                  <a:gd name="T68" fmla="*/ 5512 w 5512"/>
                  <a:gd name="T69" fmla="*/ 1585 h 276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5512" h="2760">
                    <a:moveTo>
                      <a:pt x="240" y="0"/>
                    </a:moveTo>
                    <a:lnTo>
                      <a:pt x="0" y="336"/>
                    </a:lnTo>
                    <a:lnTo>
                      <a:pt x="82" y="821"/>
                    </a:lnTo>
                    <a:lnTo>
                      <a:pt x="243" y="873"/>
                    </a:lnTo>
                    <a:lnTo>
                      <a:pt x="473" y="1087"/>
                    </a:lnTo>
                    <a:lnTo>
                      <a:pt x="557" y="1441"/>
                    </a:lnTo>
                    <a:lnTo>
                      <a:pt x="839" y="1499"/>
                    </a:lnTo>
                    <a:lnTo>
                      <a:pt x="1258" y="1349"/>
                    </a:lnTo>
                    <a:lnTo>
                      <a:pt x="1307" y="1493"/>
                    </a:lnTo>
                    <a:lnTo>
                      <a:pt x="1621" y="1513"/>
                    </a:lnTo>
                    <a:lnTo>
                      <a:pt x="1862" y="1865"/>
                    </a:lnTo>
                    <a:lnTo>
                      <a:pt x="1668" y="2166"/>
                    </a:lnTo>
                    <a:lnTo>
                      <a:pt x="1308" y="2217"/>
                    </a:lnTo>
                    <a:lnTo>
                      <a:pt x="992" y="2172"/>
                    </a:lnTo>
                    <a:lnTo>
                      <a:pt x="903" y="2244"/>
                    </a:lnTo>
                    <a:lnTo>
                      <a:pt x="1008" y="2415"/>
                    </a:lnTo>
                    <a:lnTo>
                      <a:pt x="992" y="2538"/>
                    </a:lnTo>
                    <a:lnTo>
                      <a:pt x="1137" y="2760"/>
                    </a:lnTo>
                    <a:lnTo>
                      <a:pt x="1661" y="2623"/>
                    </a:lnTo>
                    <a:lnTo>
                      <a:pt x="1725" y="2492"/>
                    </a:lnTo>
                    <a:lnTo>
                      <a:pt x="1895" y="2551"/>
                    </a:lnTo>
                    <a:lnTo>
                      <a:pt x="2338" y="2448"/>
                    </a:lnTo>
                    <a:lnTo>
                      <a:pt x="2443" y="2714"/>
                    </a:lnTo>
                    <a:lnTo>
                      <a:pt x="2870" y="2541"/>
                    </a:lnTo>
                    <a:lnTo>
                      <a:pt x="3264" y="2591"/>
                    </a:lnTo>
                    <a:lnTo>
                      <a:pt x="3522" y="2427"/>
                    </a:lnTo>
                    <a:lnTo>
                      <a:pt x="3594" y="2081"/>
                    </a:lnTo>
                    <a:lnTo>
                      <a:pt x="4013" y="2087"/>
                    </a:lnTo>
                    <a:lnTo>
                      <a:pt x="4070" y="1924"/>
                    </a:lnTo>
                    <a:lnTo>
                      <a:pt x="4239" y="1931"/>
                    </a:lnTo>
                    <a:lnTo>
                      <a:pt x="4465" y="2094"/>
                    </a:lnTo>
                    <a:lnTo>
                      <a:pt x="4836" y="1814"/>
                    </a:lnTo>
                    <a:lnTo>
                      <a:pt x="5225" y="1785"/>
                    </a:lnTo>
                    <a:lnTo>
                      <a:pt x="5367" y="1571"/>
                    </a:lnTo>
                    <a:lnTo>
                      <a:pt x="5512" y="1585"/>
                    </a:lnTo>
                  </a:path>
                </a:pathLst>
              </a:custGeom>
              <a:noFill/>
              <a:ln w="15240" cap="flat" cmpd="sng">
                <a:solidFill>
                  <a:schemeClr val="bg2"/>
                </a:solidFill>
                <a:prstDash val="solid"/>
                <a:round/>
                <a:headEnd type="none" w="med" len="med"/>
                <a:tailEnd type="none" w="med" len="med"/>
              </a:ln>
              <a:extLst>
                <a:ext uri="{909E8E84-426E-40dd-AFC4-6F175D3DCCD1}">
                  <a14:hiddenFill xmlns:a14="http://schemas.microsoft.com/office/drawing/2010/main" xmlns="">
                    <a:solidFill>
                      <a:srgbClr val="FFFFFF"/>
                    </a:solidFill>
                  </a14:hiddenFill>
                </a:ext>
              </a:extLst>
            </p:spPr>
            <p:txBody>
              <a:bodyPr/>
              <a:lstStyle/>
              <a:p>
                <a:pPr eaLnBrk="0" fontAlgn="base" hangingPunct="0">
                  <a:spcBef>
                    <a:spcPct val="0"/>
                  </a:spcBef>
                  <a:spcAft>
                    <a:spcPct val="0"/>
                  </a:spcAft>
                </a:pPr>
                <a:endParaRPr lang="en-US" sz="4400">
                  <a:solidFill>
                    <a:srgbClr val="FFFFCC"/>
                  </a:solidFill>
                  <a:latin typeface="Arial" panose="020B0604020202020204" pitchFamily="34" charset="0"/>
                </a:endParaRPr>
              </a:p>
            </p:txBody>
          </p:sp>
          <p:sp>
            <p:nvSpPr>
              <p:cNvPr id="146" name="Freeform 8"/>
              <p:cNvSpPr>
                <a:spLocks/>
              </p:cNvSpPr>
              <p:nvPr userDrawn="1"/>
            </p:nvSpPr>
            <p:spPr bwMode="hidden">
              <a:xfrm>
                <a:off x="4840" y="984"/>
                <a:ext cx="790" cy="1189"/>
              </a:xfrm>
              <a:custGeom>
                <a:avLst/>
                <a:gdLst>
                  <a:gd name="T0" fmla="*/ 139 w 790"/>
                  <a:gd name="T1" fmla="*/ 0 h 1189"/>
                  <a:gd name="T2" fmla="*/ 210 w 790"/>
                  <a:gd name="T3" fmla="*/ 233 h 1189"/>
                  <a:gd name="T4" fmla="*/ 159 w 790"/>
                  <a:gd name="T5" fmla="*/ 643 h 1189"/>
                  <a:gd name="T6" fmla="*/ 454 w 790"/>
                  <a:gd name="T7" fmla="*/ 771 h 1189"/>
                  <a:gd name="T8" fmla="*/ 605 w 790"/>
                  <a:gd name="T9" fmla="*/ 1046 h 1189"/>
                  <a:gd name="T10" fmla="*/ 790 w 790"/>
                  <a:gd name="T11" fmla="*/ 1189 h 1189"/>
                  <a:gd name="T12" fmla="*/ 540 w 790"/>
                  <a:gd name="T13" fmla="*/ 1111 h 1189"/>
                  <a:gd name="T14" fmla="*/ 363 w 790"/>
                  <a:gd name="T15" fmla="*/ 883 h 1189"/>
                  <a:gd name="T16" fmla="*/ 139 w 790"/>
                  <a:gd name="T17" fmla="*/ 852 h 1189"/>
                  <a:gd name="T18" fmla="*/ 0 w 790"/>
                  <a:gd name="T19" fmla="*/ 499 h 1189"/>
                  <a:gd name="T20" fmla="*/ 48 w 790"/>
                  <a:gd name="T21" fmla="*/ 209 h 118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790" h="1189">
                    <a:moveTo>
                      <a:pt x="139" y="0"/>
                    </a:moveTo>
                    <a:lnTo>
                      <a:pt x="210" y="233"/>
                    </a:lnTo>
                    <a:lnTo>
                      <a:pt x="159" y="643"/>
                    </a:lnTo>
                    <a:lnTo>
                      <a:pt x="454" y="771"/>
                    </a:lnTo>
                    <a:lnTo>
                      <a:pt x="605" y="1046"/>
                    </a:lnTo>
                    <a:lnTo>
                      <a:pt x="790" y="1189"/>
                    </a:lnTo>
                    <a:lnTo>
                      <a:pt x="540" y="1111"/>
                    </a:lnTo>
                    <a:lnTo>
                      <a:pt x="363" y="883"/>
                    </a:lnTo>
                    <a:lnTo>
                      <a:pt x="139" y="852"/>
                    </a:lnTo>
                    <a:lnTo>
                      <a:pt x="0" y="499"/>
                    </a:lnTo>
                    <a:lnTo>
                      <a:pt x="48" y="209"/>
                    </a:lnTo>
                  </a:path>
                </a:pathLst>
              </a:custGeom>
              <a:noFill/>
              <a:ln w="15240" cap="flat" cmpd="sng">
                <a:solidFill>
                  <a:schemeClr val="bg2"/>
                </a:solidFill>
                <a:prstDash val="solid"/>
                <a:round/>
                <a:headEnd type="none" w="med" len="med"/>
                <a:tailEnd type="none" w="med" len="med"/>
              </a:ln>
              <a:extLst>
                <a:ext uri="{909E8E84-426E-40dd-AFC4-6F175D3DCCD1}">
                  <a14:hiddenFill xmlns:a14="http://schemas.microsoft.com/office/drawing/2010/main" xmlns="">
                    <a:solidFill>
                      <a:srgbClr val="FFFFFF"/>
                    </a:solidFill>
                  </a14:hiddenFill>
                </a:ext>
              </a:extLst>
            </p:spPr>
            <p:txBody>
              <a:bodyPr/>
              <a:lstStyle/>
              <a:p>
                <a:pPr eaLnBrk="0" fontAlgn="base" hangingPunct="0">
                  <a:spcBef>
                    <a:spcPct val="0"/>
                  </a:spcBef>
                  <a:spcAft>
                    <a:spcPct val="0"/>
                  </a:spcAft>
                </a:pPr>
                <a:endParaRPr lang="en-US" sz="4400">
                  <a:solidFill>
                    <a:srgbClr val="FFFFCC"/>
                  </a:solidFill>
                  <a:latin typeface="Arial" panose="020B0604020202020204" pitchFamily="34" charset="0"/>
                </a:endParaRPr>
              </a:p>
            </p:txBody>
          </p:sp>
          <p:sp>
            <p:nvSpPr>
              <p:cNvPr id="147" name="Freeform 9"/>
              <p:cNvSpPr>
                <a:spLocks/>
              </p:cNvSpPr>
              <p:nvPr userDrawn="1"/>
            </p:nvSpPr>
            <p:spPr bwMode="hidden">
              <a:xfrm>
                <a:off x="5173" y="896"/>
                <a:ext cx="579" cy="1117"/>
              </a:xfrm>
              <a:custGeom>
                <a:avLst/>
                <a:gdLst>
                  <a:gd name="T0" fmla="*/ 0 w 579"/>
                  <a:gd name="T1" fmla="*/ 0 h 1117"/>
                  <a:gd name="T2" fmla="*/ 128 w 579"/>
                  <a:gd name="T3" fmla="*/ 328 h 1117"/>
                  <a:gd name="T4" fmla="*/ 9 w 579"/>
                  <a:gd name="T5" fmla="*/ 659 h 1117"/>
                  <a:gd name="T6" fmla="*/ 40 w 579"/>
                  <a:gd name="T7" fmla="*/ 763 h 1117"/>
                  <a:gd name="T8" fmla="*/ 234 w 579"/>
                  <a:gd name="T9" fmla="*/ 739 h 1117"/>
                  <a:gd name="T10" fmla="*/ 344 w 579"/>
                  <a:gd name="T11" fmla="*/ 1055 h 1117"/>
                  <a:gd name="T12" fmla="*/ 579 w 579"/>
                  <a:gd name="T13" fmla="*/ 1117 h 111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79" h="1117">
                    <a:moveTo>
                      <a:pt x="0" y="0"/>
                    </a:moveTo>
                    <a:lnTo>
                      <a:pt x="128" y="328"/>
                    </a:lnTo>
                    <a:lnTo>
                      <a:pt x="9" y="659"/>
                    </a:lnTo>
                    <a:lnTo>
                      <a:pt x="40" y="763"/>
                    </a:lnTo>
                    <a:lnTo>
                      <a:pt x="234" y="739"/>
                    </a:lnTo>
                    <a:lnTo>
                      <a:pt x="344" y="1055"/>
                    </a:lnTo>
                    <a:lnTo>
                      <a:pt x="579" y="1117"/>
                    </a:lnTo>
                  </a:path>
                </a:pathLst>
              </a:custGeom>
              <a:noFill/>
              <a:ln w="16510" cap="flat" cmpd="sng">
                <a:solidFill>
                  <a:schemeClr val="bg2"/>
                </a:solidFill>
                <a:prstDash val="solid"/>
                <a:round/>
                <a:headEnd type="none" w="med" len="med"/>
                <a:tailEnd type="none" w="med" len="med"/>
              </a:ln>
              <a:extLst>
                <a:ext uri="{909E8E84-426E-40dd-AFC4-6F175D3DCCD1}">
                  <a14:hiddenFill xmlns:a14="http://schemas.microsoft.com/office/drawing/2010/main" xmlns="">
                    <a:solidFill>
                      <a:srgbClr val="FFFFFF"/>
                    </a:solidFill>
                  </a14:hiddenFill>
                </a:ext>
              </a:extLst>
            </p:spPr>
            <p:txBody>
              <a:bodyPr/>
              <a:lstStyle/>
              <a:p>
                <a:pPr eaLnBrk="0" fontAlgn="base" hangingPunct="0">
                  <a:spcBef>
                    <a:spcPct val="0"/>
                  </a:spcBef>
                  <a:spcAft>
                    <a:spcPct val="0"/>
                  </a:spcAft>
                </a:pPr>
                <a:endParaRPr lang="en-US" sz="4400">
                  <a:solidFill>
                    <a:srgbClr val="FFFFCC"/>
                  </a:solidFill>
                  <a:latin typeface="Arial" panose="020B0604020202020204" pitchFamily="34" charset="0"/>
                </a:endParaRPr>
              </a:p>
            </p:txBody>
          </p:sp>
          <p:sp>
            <p:nvSpPr>
              <p:cNvPr id="148" name="Freeform 10"/>
              <p:cNvSpPr>
                <a:spLocks/>
              </p:cNvSpPr>
              <p:nvPr userDrawn="1"/>
            </p:nvSpPr>
            <p:spPr bwMode="hidden">
              <a:xfrm>
                <a:off x="3291" y="968"/>
                <a:ext cx="2471" cy="2396"/>
              </a:xfrm>
              <a:custGeom>
                <a:avLst/>
                <a:gdLst>
                  <a:gd name="T0" fmla="*/ 1118 w 2471"/>
                  <a:gd name="T1" fmla="*/ 0 h 2396"/>
                  <a:gd name="T2" fmla="*/ 1179 w 2471"/>
                  <a:gd name="T3" fmla="*/ 225 h 2396"/>
                  <a:gd name="T4" fmla="*/ 1393 w 2471"/>
                  <a:gd name="T5" fmla="*/ 339 h 2396"/>
                  <a:gd name="T6" fmla="*/ 1404 w 2471"/>
                  <a:gd name="T7" fmla="*/ 548 h 2396"/>
                  <a:gd name="T8" fmla="*/ 1342 w 2471"/>
                  <a:gd name="T9" fmla="*/ 732 h 2396"/>
                  <a:gd name="T10" fmla="*/ 1434 w 2471"/>
                  <a:gd name="T11" fmla="*/ 925 h 2396"/>
                  <a:gd name="T12" fmla="*/ 1455 w 2471"/>
                  <a:gd name="T13" fmla="*/ 1109 h 2396"/>
                  <a:gd name="T14" fmla="*/ 1311 w 2471"/>
                  <a:gd name="T15" fmla="*/ 1142 h 2396"/>
                  <a:gd name="T16" fmla="*/ 926 w 2471"/>
                  <a:gd name="T17" fmla="*/ 1384 h 2396"/>
                  <a:gd name="T18" fmla="*/ 975 w 2471"/>
                  <a:gd name="T19" fmla="*/ 1456 h 2396"/>
                  <a:gd name="T20" fmla="*/ 956 w 2471"/>
                  <a:gd name="T21" fmla="*/ 1624 h 2396"/>
                  <a:gd name="T22" fmla="*/ 782 w 2471"/>
                  <a:gd name="T23" fmla="*/ 1817 h 2396"/>
                  <a:gd name="T24" fmla="*/ 539 w 2471"/>
                  <a:gd name="T25" fmla="*/ 1978 h 2396"/>
                  <a:gd name="T26" fmla="*/ 152 w 2471"/>
                  <a:gd name="T27" fmla="*/ 2026 h 2396"/>
                  <a:gd name="T28" fmla="*/ 19 w 2471"/>
                  <a:gd name="T29" fmla="*/ 2251 h 2396"/>
                  <a:gd name="T30" fmla="*/ 0 w 2471"/>
                  <a:gd name="T31" fmla="*/ 2396 h 2396"/>
                  <a:gd name="T32" fmla="*/ 213 w 2471"/>
                  <a:gd name="T33" fmla="*/ 2179 h 2396"/>
                  <a:gd name="T34" fmla="*/ 629 w 2471"/>
                  <a:gd name="T35" fmla="*/ 2090 h 2396"/>
                  <a:gd name="T36" fmla="*/ 894 w 2471"/>
                  <a:gd name="T37" fmla="*/ 1906 h 2396"/>
                  <a:gd name="T38" fmla="*/ 1230 w 2471"/>
                  <a:gd name="T39" fmla="*/ 1986 h 2396"/>
                  <a:gd name="T40" fmla="*/ 1668 w 2471"/>
                  <a:gd name="T41" fmla="*/ 1906 h 2396"/>
                  <a:gd name="T42" fmla="*/ 1983 w 2471"/>
                  <a:gd name="T43" fmla="*/ 1745 h 2396"/>
                  <a:gd name="T44" fmla="*/ 2014 w 2471"/>
                  <a:gd name="T45" fmla="*/ 1600 h 2396"/>
                  <a:gd name="T46" fmla="*/ 2237 w 2471"/>
                  <a:gd name="T47" fmla="*/ 1496 h 2396"/>
                  <a:gd name="T48" fmla="*/ 2359 w 2471"/>
                  <a:gd name="T49" fmla="*/ 1552 h 2396"/>
                  <a:gd name="T50" fmla="*/ 2471 w 2471"/>
                  <a:gd name="T51" fmla="*/ 1479 h 239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2471" h="2396">
                    <a:moveTo>
                      <a:pt x="1118" y="0"/>
                    </a:moveTo>
                    <a:lnTo>
                      <a:pt x="1179" y="225"/>
                    </a:lnTo>
                    <a:lnTo>
                      <a:pt x="1393" y="339"/>
                    </a:lnTo>
                    <a:lnTo>
                      <a:pt x="1404" y="548"/>
                    </a:lnTo>
                    <a:lnTo>
                      <a:pt x="1342" y="732"/>
                    </a:lnTo>
                    <a:lnTo>
                      <a:pt x="1434" y="925"/>
                    </a:lnTo>
                    <a:lnTo>
                      <a:pt x="1455" y="1109"/>
                    </a:lnTo>
                    <a:lnTo>
                      <a:pt x="1311" y="1142"/>
                    </a:lnTo>
                    <a:lnTo>
                      <a:pt x="926" y="1384"/>
                    </a:lnTo>
                    <a:lnTo>
                      <a:pt x="975" y="1456"/>
                    </a:lnTo>
                    <a:lnTo>
                      <a:pt x="956" y="1624"/>
                    </a:lnTo>
                    <a:lnTo>
                      <a:pt x="782" y="1817"/>
                    </a:lnTo>
                    <a:lnTo>
                      <a:pt x="539" y="1978"/>
                    </a:lnTo>
                    <a:lnTo>
                      <a:pt x="152" y="2026"/>
                    </a:lnTo>
                    <a:lnTo>
                      <a:pt x="19" y="2251"/>
                    </a:lnTo>
                    <a:lnTo>
                      <a:pt x="0" y="2396"/>
                    </a:lnTo>
                    <a:lnTo>
                      <a:pt x="213" y="2179"/>
                    </a:lnTo>
                    <a:lnTo>
                      <a:pt x="629" y="2090"/>
                    </a:lnTo>
                    <a:lnTo>
                      <a:pt x="894" y="1906"/>
                    </a:lnTo>
                    <a:lnTo>
                      <a:pt x="1230" y="1986"/>
                    </a:lnTo>
                    <a:lnTo>
                      <a:pt x="1668" y="1906"/>
                    </a:lnTo>
                    <a:lnTo>
                      <a:pt x="1983" y="1745"/>
                    </a:lnTo>
                    <a:lnTo>
                      <a:pt x="2014" y="1600"/>
                    </a:lnTo>
                    <a:lnTo>
                      <a:pt x="2237" y="1496"/>
                    </a:lnTo>
                    <a:lnTo>
                      <a:pt x="2359" y="1552"/>
                    </a:lnTo>
                    <a:lnTo>
                      <a:pt x="2471" y="1479"/>
                    </a:lnTo>
                  </a:path>
                </a:pathLst>
              </a:custGeom>
              <a:noFill/>
              <a:ln w="16510" cap="flat" cmpd="sng">
                <a:solidFill>
                  <a:schemeClr val="bg2"/>
                </a:solidFill>
                <a:prstDash val="solid"/>
                <a:round/>
                <a:headEnd type="none" w="med" len="med"/>
                <a:tailEnd type="none" w="med" len="med"/>
              </a:ln>
              <a:extLst>
                <a:ext uri="{909E8E84-426E-40dd-AFC4-6F175D3DCCD1}">
                  <a14:hiddenFill xmlns:a14="http://schemas.microsoft.com/office/drawing/2010/main" xmlns="">
                    <a:solidFill>
                      <a:srgbClr val="FFFFFF"/>
                    </a:solidFill>
                  </a14:hiddenFill>
                </a:ext>
              </a:extLst>
            </p:spPr>
            <p:txBody>
              <a:bodyPr/>
              <a:lstStyle/>
              <a:p>
                <a:pPr eaLnBrk="0" fontAlgn="base" hangingPunct="0">
                  <a:spcBef>
                    <a:spcPct val="0"/>
                  </a:spcBef>
                  <a:spcAft>
                    <a:spcPct val="0"/>
                  </a:spcAft>
                </a:pPr>
                <a:endParaRPr lang="en-US" sz="4400">
                  <a:solidFill>
                    <a:srgbClr val="FFFFCC"/>
                  </a:solidFill>
                  <a:latin typeface="Arial" panose="020B0604020202020204" pitchFamily="34" charset="0"/>
                </a:endParaRPr>
              </a:p>
            </p:txBody>
          </p:sp>
          <p:sp>
            <p:nvSpPr>
              <p:cNvPr id="149" name="Freeform 11"/>
              <p:cNvSpPr>
                <a:spLocks/>
              </p:cNvSpPr>
              <p:nvPr userDrawn="1"/>
            </p:nvSpPr>
            <p:spPr bwMode="hidden">
              <a:xfrm>
                <a:off x="2366" y="1067"/>
                <a:ext cx="1399" cy="1349"/>
              </a:xfrm>
              <a:custGeom>
                <a:avLst/>
                <a:gdLst>
                  <a:gd name="T0" fmla="*/ 620 w 1399"/>
                  <a:gd name="T1" fmla="*/ 155 h 1349"/>
                  <a:gd name="T2" fmla="*/ 421 w 1399"/>
                  <a:gd name="T3" fmla="*/ 155 h 1349"/>
                  <a:gd name="T4" fmla="*/ 205 w 1399"/>
                  <a:gd name="T5" fmla="*/ 507 h 1349"/>
                  <a:gd name="T6" fmla="*/ 0 w 1399"/>
                  <a:gd name="T7" fmla="*/ 673 h 1349"/>
                  <a:gd name="T8" fmla="*/ 487 w 1399"/>
                  <a:gd name="T9" fmla="*/ 783 h 1349"/>
                  <a:gd name="T10" fmla="*/ 425 w 1399"/>
                  <a:gd name="T11" fmla="*/ 1009 h 1349"/>
                  <a:gd name="T12" fmla="*/ 617 w 1399"/>
                  <a:gd name="T13" fmla="*/ 1086 h 1349"/>
                  <a:gd name="T14" fmla="*/ 498 w 1399"/>
                  <a:gd name="T15" fmla="*/ 1349 h 1349"/>
                  <a:gd name="T16" fmla="*/ 961 w 1399"/>
                  <a:gd name="T17" fmla="*/ 1035 h 1349"/>
                  <a:gd name="T18" fmla="*/ 926 w 1399"/>
                  <a:gd name="T19" fmla="*/ 776 h 1349"/>
                  <a:gd name="T20" fmla="*/ 1181 w 1399"/>
                  <a:gd name="T21" fmla="*/ 749 h 1349"/>
                  <a:gd name="T22" fmla="*/ 1399 w 1399"/>
                  <a:gd name="T23" fmla="*/ 601 h 1349"/>
                  <a:gd name="T24" fmla="*/ 1315 w 1399"/>
                  <a:gd name="T25" fmla="*/ 416 h 1349"/>
                  <a:gd name="T26" fmla="*/ 1341 w 1399"/>
                  <a:gd name="T27" fmla="*/ 196 h 1349"/>
                  <a:gd name="T28" fmla="*/ 1171 w 1399"/>
                  <a:gd name="T29" fmla="*/ 164 h 1349"/>
                  <a:gd name="T30" fmla="*/ 928 w 1399"/>
                  <a:gd name="T31" fmla="*/ 0 h 1349"/>
                  <a:gd name="T32" fmla="*/ 620 w 1399"/>
                  <a:gd name="T33" fmla="*/ 155 h 134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399" h="1349">
                    <a:moveTo>
                      <a:pt x="620" y="155"/>
                    </a:moveTo>
                    <a:lnTo>
                      <a:pt x="421" y="155"/>
                    </a:lnTo>
                    <a:lnTo>
                      <a:pt x="205" y="507"/>
                    </a:lnTo>
                    <a:lnTo>
                      <a:pt x="0" y="673"/>
                    </a:lnTo>
                    <a:lnTo>
                      <a:pt x="487" y="783"/>
                    </a:lnTo>
                    <a:lnTo>
                      <a:pt x="425" y="1009"/>
                    </a:lnTo>
                    <a:lnTo>
                      <a:pt x="617" y="1086"/>
                    </a:lnTo>
                    <a:lnTo>
                      <a:pt x="498" y="1349"/>
                    </a:lnTo>
                    <a:lnTo>
                      <a:pt x="961" y="1035"/>
                    </a:lnTo>
                    <a:lnTo>
                      <a:pt x="926" y="776"/>
                    </a:lnTo>
                    <a:lnTo>
                      <a:pt x="1181" y="749"/>
                    </a:lnTo>
                    <a:lnTo>
                      <a:pt x="1399" y="601"/>
                    </a:lnTo>
                    <a:lnTo>
                      <a:pt x="1315" y="416"/>
                    </a:lnTo>
                    <a:lnTo>
                      <a:pt x="1341" y="196"/>
                    </a:lnTo>
                    <a:lnTo>
                      <a:pt x="1171" y="164"/>
                    </a:lnTo>
                    <a:lnTo>
                      <a:pt x="928" y="0"/>
                    </a:lnTo>
                    <a:lnTo>
                      <a:pt x="620" y="155"/>
                    </a:lnTo>
                    <a:close/>
                  </a:path>
                </a:pathLst>
              </a:custGeom>
              <a:noFill/>
              <a:ln w="17780" cap="flat" cmpd="sng">
                <a:solidFill>
                  <a:schemeClr val="bg2"/>
                </a:solidFill>
                <a:prstDash val="solid"/>
                <a:round/>
                <a:headEnd type="none" w="med" len="med"/>
                <a:tailEnd type="none" w="med" len="med"/>
              </a:ln>
              <a:extLst>
                <a:ext uri="{909E8E84-426E-40dd-AFC4-6F175D3DCCD1}">
                  <a14:hiddenFill xmlns:a14="http://schemas.microsoft.com/office/drawing/2010/main" xmlns="">
                    <a:solidFill>
                      <a:srgbClr val="FFFFFF"/>
                    </a:solidFill>
                  </a14:hiddenFill>
                </a:ext>
              </a:extLst>
            </p:spPr>
            <p:txBody>
              <a:bodyPr/>
              <a:lstStyle/>
              <a:p>
                <a:pPr eaLnBrk="0" fontAlgn="base" hangingPunct="0">
                  <a:spcBef>
                    <a:spcPct val="0"/>
                  </a:spcBef>
                  <a:spcAft>
                    <a:spcPct val="0"/>
                  </a:spcAft>
                </a:pPr>
                <a:endParaRPr lang="en-US" sz="4400">
                  <a:solidFill>
                    <a:srgbClr val="FFFFCC"/>
                  </a:solidFill>
                  <a:latin typeface="Arial" panose="020B0604020202020204" pitchFamily="34" charset="0"/>
                </a:endParaRPr>
              </a:p>
            </p:txBody>
          </p:sp>
          <p:sp>
            <p:nvSpPr>
              <p:cNvPr id="150" name="Freeform 12"/>
              <p:cNvSpPr>
                <a:spLocks/>
              </p:cNvSpPr>
              <p:nvPr userDrawn="1"/>
            </p:nvSpPr>
            <p:spPr bwMode="hidden">
              <a:xfrm>
                <a:off x="4275" y="2031"/>
                <a:ext cx="1256" cy="810"/>
              </a:xfrm>
              <a:custGeom>
                <a:avLst/>
                <a:gdLst>
                  <a:gd name="T0" fmla="*/ 719 w 1256"/>
                  <a:gd name="T1" fmla="*/ 183 h 810"/>
                  <a:gd name="T2" fmla="*/ 760 w 1256"/>
                  <a:gd name="T3" fmla="*/ 33 h 810"/>
                  <a:gd name="T4" fmla="*/ 884 w 1256"/>
                  <a:gd name="T5" fmla="*/ 0 h 810"/>
                  <a:gd name="T6" fmla="*/ 983 w 1256"/>
                  <a:gd name="T7" fmla="*/ 78 h 810"/>
                  <a:gd name="T8" fmla="*/ 1082 w 1256"/>
                  <a:gd name="T9" fmla="*/ 248 h 810"/>
                  <a:gd name="T10" fmla="*/ 1256 w 1256"/>
                  <a:gd name="T11" fmla="*/ 229 h 810"/>
                  <a:gd name="T12" fmla="*/ 1248 w 1256"/>
                  <a:gd name="T13" fmla="*/ 359 h 810"/>
                  <a:gd name="T14" fmla="*/ 1016 w 1256"/>
                  <a:gd name="T15" fmla="*/ 431 h 810"/>
                  <a:gd name="T16" fmla="*/ 879 w 1256"/>
                  <a:gd name="T17" fmla="*/ 417 h 810"/>
                  <a:gd name="T18" fmla="*/ 719 w 1256"/>
                  <a:gd name="T19" fmla="*/ 481 h 810"/>
                  <a:gd name="T20" fmla="*/ 591 w 1256"/>
                  <a:gd name="T21" fmla="*/ 633 h 810"/>
                  <a:gd name="T22" fmla="*/ 423 w 1256"/>
                  <a:gd name="T23" fmla="*/ 537 h 810"/>
                  <a:gd name="T24" fmla="*/ 256 w 1256"/>
                  <a:gd name="T25" fmla="*/ 810 h 810"/>
                  <a:gd name="T26" fmla="*/ 66 w 1256"/>
                  <a:gd name="T27" fmla="*/ 764 h 810"/>
                  <a:gd name="T28" fmla="*/ 0 w 1256"/>
                  <a:gd name="T29" fmla="*/ 601 h 810"/>
                  <a:gd name="T30" fmla="*/ 157 w 1256"/>
                  <a:gd name="T31" fmla="*/ 483 h 810"/>
                  <a:gd name="T32" fmla="*/ 248 w 1256"/>
                  <a:gd name="T33" fmla="*/ 281 h 810"/>
                  <a:gd name="T34" fmla="*/ 438 w 1256"/>
                  <a:gd name="T35" fmla="*/ 150 h 810"/>
                  <a:gd name="T36" fmla="*/ 719 w 1256"/>
                  <a:gd name="T37" fmla="*/ 189 h 81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256" h="810">
                    <a:moveTo>
                      <a:pt x="719" y="183"/>
                    </a:moveTo>
                    <a:lnTo>
                      <a:pt x="760" y="33"/>
                    </a:lnTo>
                    <a:lnTo>
                      <a:pt x="884" y="0"/>
                    </a:lnTo>
                    <a:lnTo>
                      <a:pt x="983" y="78"/>
                    </a:lnTo>
                    <a:lnTo>
                      <a:pt x="1082" y="248"/>
                    </a:lnTo>
                    <a:lnTo>
                      <a:pt x="1256" y="229"/>
                    </a:lnTo>
                    <a:lnTo>
                      <a:pt x="1248" y="359"/>
                    </a:lnTo>
                    <a:lnTo>
                      <a:pt x="1016" y="431"/>
                    </a:lnTo>
                    <a:lnTo>
                      <a:pt x="879" y="417"/>
                    </a:lnTo>
                    <a:lnTo>
                      <a:pt x="719" y="481"/>
                    </a:lnTo>
                    <a:lnTo>
                      <a:pt x="591" y="633"/>
                    </a:lnTo>
                    <a:lnTo>
                      <a:pt x="423" y="537"/>
                    </a:lnTo>
                    <a:lnTo>
                      <a:pt x="256" y="810"/>
                    </a:lnTo>
                    <a:lnTo>
                      <a:pt x="66" y="764"/>
                    </a:lnTo>
                    <a:lnTo>
                      <a:pt x="0" y="601"/>
                    </a:lnTo>
                    <a:lnTo>
                      <a:pt x="157" y="483"/>
                    </a:lnTo>
                    <a:lnTo>
                      <a:pt x="248" y="281"/>
                    </a:lnTo>
                    <a:lnTo>
                      <a:pt x="438" y="150"/>
                    </a:lnTo>
                    <a:lnTo>
                      <a:pt x="719" y="189"/>
                    </a:lnTo>
                  </a:path>
                </a:pathLst>
              </a:custGeom>
              <a:noFill/>
              <a:ln w="17780" cap="flat" cmpd="sng">
                <a:solidFill>
                  <a:schemeClr val="bg2"/>
                </a:solidFill>
                <a:prstDash val="solid"/>
                <a:round/>
                <a:headEnd type="none" w="med" len="med"/>
                <a:tailEnd type="none" w="med" len="med"/>
              </a:ln>
              <a:extLst>
                <a:ext uri="{909E8E84-426E-40dd-AFC4-6F175D3DCCD1}">
                  <a14:hiddenFill xmlns:a14="http://schemas.microsoft.com/office/drawing/2010/main" xmlns="">
                    <a:solidFill>
                      <a:srgbClr val="FFFFFF"/>
                    </a:solidFill>
                  </a14:hiddenFill>
                </a:ext>
              </a:extLst>
            </p:spPr>
            <p:txBody>
              <a:bodyPr/>
              <a:lstStyle/>
              <a:p>
                <a:pPr eaLnBrk="0" fontAlgn="base" hangingPunct="0">
                  <a:spcBef>
                    <a:spcPct val="0"/>
                  </a:spcBef>
                  <a:spcAft>
                    <a:spcPct val="0"/>
                  </a:spcAft>
                </a:pPr>
                <a:endParaRPr lang="en-US" sz="4400">
                  <a:solidFill>
                    <a:srgbClr val="FFFFCC"/>
                  </a:solidFill>
                  <a:latin typeface="Arial" panose="020B0604020202020204" pitchFamily="34" charset="0"/>
                </a:endParaRPr>
              </a:p>
            </p:txBody>
          </p:sp>
          <p:sp>
            <p:nvSpPr>
              <p:cNvPr id="151" name="Freeform 13"/>
              <p:cNvSpPr>
                <a:spLocks/>
              </p:cNvSpPr>
              <p:nvPr userDrawn="1"/>
            </p:nvSpPr>
            <p:spPr bwMode="hidden">
              <a:xfrm>
                <a:off x="2914" y="3476"/>
                <a:ext cx="2848" cy="788"/>
              </a:xfrm>
              <a:custGeom>
                <a:avLst/>
                <a:gdLst>
                  <a:gd name="T0" fmla="*/ 2838 w 2848"/>
                  <a:gd name="T1" fmla="*/ 16 h 788"/>
                  <a:gd name="T2" fmla="*/ 2493 w 2848"/>
                  <a:gd name="T3" fmla="*/ 0 h 788"/>
                  <a:gd name="T4" fmla="*/ 2278 w 2848"/>
                  <a:gd name="T5" fmla="*/ 81 h 788"/>
                  <a:gd name="T6" fmla="*/ 1936 w 2848"/>
                  <a:gd name="T7" fmla="*/ 44 h 788"/>
                  <a:gd name="T8" fmla="*/ 1739 w 2848"/>
                  <a:gd name="T9" fmla="*/ 354 h 788"/>
                  <a:gd name="T10" fmla="*/ 1600 w 2848"/>
                  <a:gd name="T11" fmla="*/ 212 h 788"/>
                  <a:gd name="T12" fmla="*/ 1352 w 2848"/>
                  <a:gd name="T13" fmla="*/ 308 h 788"/>
                  <a:gd name="T14" fmla="*/ 1445 w 2848"/>
                  <a:gd name="T15" fmla="*/ 515 h 788"/>
                  <a:gd name="T16" fmla="*/ 1072 w 2848"/>
                  <a:gd name="T17" fmla="*/ 412 h 788"/>
                  <a:gd name="T18" fmla="*/ 888 w 2848"/>
                  <a:gd name="T19" fmla="*/ 540 h 788"/>
                  <a:gd name="T20" fmla="*/ 0 w 2848"/>
                  <a:gd name="T21" fmla="*/ 660 h 788"/>
                  <a:gd name="T22" fmla="*/ 288 w 2848"/>
                  <a:gd name="T23" fmla="*/ 788 h 788"/>
                  <a:gd name="T24" fmla="*/ 1040 w 2848"/>
                  <a:gd name="T25" fmla="*/ 676 h 788"/>
                  <a:gd name="T26" fmla="*/ 1272 w 2848"/>
                  <a:gd name="T27" fmla="*/ 748 h 788"/>
                  <a:gd name="T28" fmla="*/ 2096 w 2848"/>
                  <a:gd name="T29" fmla="*/ 691 h 788"/>
                  <a:gd name="T30" fmla="*/ 2320 w 2848"/>
                  <a:gd name="T31" fmla="*/ 748 h 788"/>
                  <a:gd name="T32" fmla="*/ 2456 w 2848"/>
                  <a:gd name="T33" fmla="*/ 596 h 788"/>
                  <a:gd name="T34" fmla="*/ 2712 w 2848"/>
                  <a:gd name="T35" fmla="*/ 716 h 788"/>
                  <a:gd name="T36" fmla="*/ 2716 w 2848"/>
                  <a:gd name="T37" fmla="*/ 339 h 788"/>
                  <a:gd name="T38" fmla="*/ 2848 w 2848"/>
                  <a:gd name="T39" fmla="*/ 258 h 78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2848" h="788">
                    <a:moveTo>
                      <a:pt x="2838" y="16"/>
                    </a:moveTo>
                    <a:lnTo>
                      <a:pt x="2493" y="0"/>
                    </a:lnTo>
                    <a:lnTo>
                      <a:pt x="2278" y="81"/>
                    </a:lnTo>
                    <a:lnTo>
                      <a:pt x="1936" y="44"/>
                    </a:lnTo>
                    <a:lnTo>
                      <a:pt x="1739" y="354"/>
                    </a:lnTo>
                    <a:lnTo>
                      <a:pt x="1600" y="212"/>
                    </a:lnTo>
                    <a:lnTo>
                      <a:pt x="1352" y="308"/>
                    </a:lnTo>
                    <a:lnTo>
                      <a:pt x="1445" y="515"/>
                    </a:lnTo>
                    <a:lnTo>
                      <a:pt x="1072" y="412"/>
                    </a:lnTo>
                    <a:lnTo>
                      <a:pt x="888" y="540"/>
                    </a:lnTo>
                    <a:lnTo>
                      <a:pt x="0" y="660"/>
                    </a:lnTo>
                    <a:lnTo>
                      <a:pt x="288" y="788"/>
                    </a:lnTo>
                    <a:lnTo>
                      <a:pt x="1040" y="676"/>
                    </a:lnTo>
                    <a:lnTo>
                      <a:pt x="1272" y="748"/>
                    </a:lnTo>
                    <a:lnTo>
                      <a:pt x="2096" y="691"/>
                    </a:lnTo>
                    <a:lnTo>
                      <a:pt x="2320" y="748"/>
                    </a:lnTo>
                    <a:lnTo>
                      <a:pt x="2456" y="596"/>
                    </a:lnTo>
                    <a:lnTo>
                      <a:pt x="2712" y="716"/>
                    </a:lnTo>
                    <a:lnTo>
                      <a:pt x="2716" y="339"/>
                    </a:lnTo>
                    <a:lnTo>
                      <a:pt x="2848" y="258"/>
                    </a:lnTo>
                  </a:path>
                </a:pathLst>
              </a:custGeom>
              <a:noFill/>
              <a:ln w="17780" cap="flat" cmpd="sng">
                <a:solidFill>
                  <a:schemeClr val="bg2"/>
                </a:solidFill>
                <a:prstDash val="solid"/>
                <a:round/>
                <a:headEnd type="none" w="med" len="med"/>
                <a:tailEnd type="none" w="med" len="med"/>
              </a:ln>
              <a:extLst>
                <a:ext uri="{909E8E84-426E-40dd-AFC4-6F175D3DCCD1}">
                  <a14:hiddenFill xmlns:a14="http://schemas.microsoft.com/office/drawing/2010/main" xmlns="">
                    <a:solidFill>
                      <a:srgbClr val="FFFFFF"/>
                    </a:solidFill>
                  </a14:hiddenFill>
                </a:ext>
              </a:extLst>
            </p:spPr>
            <p:txBody>
              <a:bodyPr/>
              <a:lstStyle/>
              <a:p>
                <a:pPr eaLnBrk="0" fontAlgn="base" hangingPunct="0">
                  <a:spcBef>
                    <a:spcPct val="0"/>
                  </a:spcBef>
                  <a:spcAft>
                    <a:spcPct val="0"/>
                  </a:spcAft>
                </a:pPr>
                <a:endParaRPr lang="en-US" sz="4400">
                  <a:solidFill>
                    <a:srgbClr val="FFFFCC"/>
                  </a:solidFill>
                  <a:latin typeface="Arial" panose="020B0604020202020204" pitchFamily="34" charset="0"/>
                </a:endParaRPr>
              </a:p>
            </p:txBody>
          </p:sp>
          <p:sp>
            <p:nvSpPr>
              <p:cNvPr id="152" name="Freeform 14"/>
              <p:cNvSpPr>
                <a:spLocks/>
              </p:cNvSpPr>
              <p:nvPr userDrawn="1"/>
            </p:nvSpPr>
            <p:spPr bwMode="hidden">
              <a:xfrm>
                <a:off x="5443" y="922"/>
                <a:ext cx="319" cy="854"/>
              </a:xfrm>
              <a:custGeom>
                <a:avLst/>
                <a:gdLst>
                  <a:gd name="T0" fmla="*/ 0 w 319"/>
                  <a:gd name="T1" fmla="*/ 0 h 854"/>
                  <a:gd name="T2" fmla="*/ 106 w 319"/>
                  <a:gd name="T3" fmla="*/ 313 h 854"/>
                  <a:gd name="T4" fmla="*/ 106 w 319"/>
                  <a:gd name="T5" fmla="*/ 634 h 854"/>
                  <a:gd name="T6" fmla="*/ 268 w 319"/>
                  <a:gd name="T7" fmla="*/ 854 h 854"/>
                  <a:gd name="T8" fmla="*/ 278 w 319"/>
                  <a:gd name="T9" fmla="*/ 577 h 854"/>
                  <a:gd name="T10" fmla="*/ 238 w 319"/>
                  <a:gd name="T11" fmla="*/ 400 h 854"/>
                  <a:gd name="T12" fmla="*/ 319 w 319"/>
                  <a:gd name="T13" fmla="*/ 240 h 85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19" h="854">
                    <a:moveTo>
                      <a:pt x="0" y="0"/>
                    </a:moveTo>
                    <a:lnTo>
                      <a:pt x="106" y="313"/>
                    </a:lnTo>
                    <a:lnTo>
                      <a:pt x="106" y="634"/>
                    </a:lnTo>
                    <a:lnTo>
                      <a:pt x="268" y="854"/>
                    </a:lnTo>
                    <a:lnTo>
                      <a:pt x="278" y="577"/>
                    </a:lnTo>
                    <a:lnTo>
                      <a:pt x="238" y="400"/>
                    </a:lnTo>
                    <a:lnTo>
                      <a:pt x="319" y="240"/>
                    </a:lnTo>
                  </a:path>
                </a:pathLst>
              </a:custGeom>
              <a:noFill/>
              <a:ln w="17780" cap="flat" cmpd="sng">
                <a:solidFill>
                  <a:schemeClr val="bg2"/>
                </a:solidFill>
                <a:prstDash val="solid"/>
                <a:round/>
                <a:headEnd type="none" w="med" len="med"/>
                <a:tailEnd type="none" w="med" len="med"/>
              </a:ln>
              <a:extLst>
                <a:ext uri="{909E8E84-426E-40dd-AFC4-6F175D3DCCD1}">
                  <a14:hiddenFill xmlns:a14="http://schemas.microsoft.com/office/drawing/2010/main" xmlns="">
                    <a:solidFill>
                      <a:srgbClr val="FFFFFF"/>
                    </a:solidFill>
                  </a14:hiddenFill>
                </a:ext>
              </a:extLst>
            </p:spPr>
            <p:txBody>
              <a:bodyPr/>
              <a:lstStyle/>
              <a:p>
                <a:pPr eaLnBrk="0" fontAlgn="base" hangingPunct="0">
                  <a:spcBef>
                    <a:spcPct val="0"/>
                  </a:spcBef>
                  <a:spcAft>
                    <a:spcPct val="0"/>
                  </a:spcAft>
                </a:pPr>
                <a:endParaRPr lang="en-US" sz="4400">
                  <a:solidFill>
                    <a:srgbClr val="FFFFCC"/>
                  </a:solidFill>
                  <a:latin typeface="Arial" panose="020B0604020202020204" pitchFamily="34" charset="0"/>
                </a:endParaRPr>
              </a:p>
            </p:txBody>
          </p:sp>
          <p:sp>
            <p:nvSpPr>
              <p:cNvPr id="153" name="Freeform 15"/>
              <p:cNvSpPr>
                <a:spLocks/>
              </p:cNvSpPr>
              <p:nvPr userDrawn="1"/>
            </p:nvSpPr>
            <p:spPr bwMode="hidden">
              <a:xfrm>
                <a:off x="4954" y="3568"/>
                <a:ext cx="646" cy="392"/>
              </a:xfrm>
              <a:custGeom>
                <a:avLst/>
                <a:gdLst>
                  <a:gd name="T0" fmla="*/ 504 w 646"/>
                  <a:gd name="T1" fmla="*/ 0 h 392"/>
                  <a:gd name="T2" fmla="*/ 320 w 646"/>
                  <a:gd name="T3" fmla="*/ 61 h 392"/>
                  <a:gd name="T4" fmla="*/ 238 w 646"/>
                  <a:gd name="T5" fmla="*/ 109 h 392"/>
                  <a:gd name="T6" fmla="*/ 144 w 646"/>
                  <a:gd name="T7" fmla="*/ 216 h 392"/>
                  <a:gd name="T8" fmla="*/ 0 w 646"/>
                  <a:gd name="T9" fmla="*/ 392 h 392"/>
                  <a:gd name="T10" fmla="*/ 360 w 646"/>
                  <a:gd name="T11" fmla="*/ 263 h 392"/>
                  <a:gd name="T12" fmla="*/ 432 w 646"/>
                  <a:gd name="T13" fmla="*/ 182 h 392"/>
                  <a:gd name="T14" fmla="*/ 646 w 646"/>
                  <a:gd name="T15" fmla="*/ 142 h 392"/>
                  <a:gd name="T16" fmla="*/ 504 w 646"/>
                  <a:gd name="T17" fmla="*/ 0 h 39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46" h="392">
                    <a:moveTo>
                      <a:pt x="504" y="0"/>
                    </a:moveTo>
                    <a:lnTo>
                      <a:pt x="320" y="61"/>
                    </a:lnTo>
                    <a:lnTo>
                      <a:pt x="238" y="109"/>
                    </a:lnTo>
                    <a:lnTo>
                      <a:pt x="144" y="216"/>
                    </a:lnTo>
                    <a:lnTo>
                      <a:pt x="0" y="392"/>
                    </a:lnTo>
                    <a:lnTo>
                      <a:pt x="360" y="263"/>
                    </a:lnTo>
                    <a:lnTo>
                      <a:pt x="432" y="182"/>
                    </a:lnTo>
                    <a:lnTo>
                      <a:pt x="646" y="142"/>
                    </a:lnTo>
                    <a:lnTo>
                      <a:pt x="504" y="0"/>
                    </a:lnTo>
                    <a:close/>
                  </a:path>
                </a:pathLst>
              </a:custGeom>
              <a:noFill/>
              <a:ln w="17780" cap="flat" cmpd="sng">
                <a:solidFill>
                  <a:schemeClr val="bg2"/>
                </a:solidFill>
                <a:prstDash val="solid"/>
                <a:round/>
                <a:headEnd type="none" w="med" len="med"/>
                <a:tailEnd type="none" w="med" len="med"/>
              </a:ln>
              <a:extLst>
                <a:ext uri="{909E8E84-426E-40dd-AFC4-6F175D3DCCD1}">
                  <a14:hiddenFill xmlns:a14="http://schemas.microsoft.com/office/drawing/2010/main" xmlns="">
                    <a:solidFill>
                      <a:srgbClr val="FFFFFF"/>
                    </a:solidFill>
                  </a14:hiddenFill>
                </a:ext>
              </a:extLst>
            </p:spPr>
            <p:txBody>
              <a:bodyPr/>
              <a:lstStyle/>
              <a:p>
                <a:pPr eaLnBrk="0" fontAlgn="base" hangingPunct="0">
                  <a:spcBef>
                    <a:spcPct val="0"/>
                  </a:spcBef>
                  <a:spcAft>
                    <a:spcPct val="0"/>
                  </a:spcAft>
                </a:pPr>
                <a:endParaRPr lang="en-US" sz="4400">
                  <a:solidFill>
                    <a:srgbClr val="FFFFCC"/>
                  </a:solidFill>
                  <a:latin typeface="Arial" panose="020B0604020202020204" pitchFamily="34" charset="0"/>
                </a:endParaRPr>
              </a:p>
            </p:txBody>
          </p:sp>
          <p:sp>
            <p:nvSpPr>
              <p:cNvPr id="154" name="Freeform 16"/>
              <p:cNvSpPr>
                <a:spLocks/>
              </p:cNvSpPr>
              <p:nvPr userDrawn="1"/>
            </p:nvSpPr>
            <p:spPr bwMode="hidden">
              <a:xfrm>
                <a:off x="50" y="2400"/>
                <a:ext cx="2736" cy="1920"/>
              </a:xfrm>
              <a:custGeom>
                <a:avLst/>
                <a:gdLst>
                  <a:gd name="T0" fmla="*/ 0 w 2736"/>
                  <a:gd name="T1" fmla="*/ 0 h 1920"/>
                  <a:gd name="T2" fmla="*/ 96 w 2736"/>
                  <a:gd name="T3" fmla="*/ 336 h 1920"/>
                  <a:gd name="T4" fmla="*/ 384 w 2736"/>
                  <a:gd name="T5" fmla="*/ 384 h 1920"/>
                  <a:gd name="T6" fmla="*/ 576 w 2736"/>
                  <a:gd name="T7" fmla="*/ 720 h 1920"/>
                  <a:gd name="T8" fmla="*/ 528 w 2736"/>
                  <a:gd name="T9" fmla="*/ 960 h 1920"/>
                  <a:gd name="T10" fmla="*/ 672 w 2736"/>
                  <a:gd name="T11" fmla="*/ 1104 h 1920"/>
                  <a:gd name="T12" fmla="*/ 576 w 2736"/>
                  <a:gd name="T13" fmla="*/ 1392 h 1920"/>
                  <a:gd name="T14" fmla="*/ 624 w 2736"/>
                  <a:gd name="T15" fmla="*/ 1632 h 1920"/>
                  <a:gd name="T16" fmla="*/ 1488 w 2736"/>
                  <a:gd name="T17" fmla="*/ 1872 h 1920"/>
                  <a:gd name="T18" fmla="*/ 1680 w 2736"/>
                  <a:gd name="T19" fmla="*/ 1728 h 1920"/>
                  <a:gd name="T20" fmla="*/ 2208 w 2736"/>
                  <a:gd name="T21" fmla="*/ 1728 h 1920"/>
                  <a:gd name="T22" fmla="*/ 2304 w 2736"/>
                  <a:gd name="T23" fmla="*/ 1632 h 1920"/>
                  <a:gd name="T24" fmla="*/ 2736 w 2736"/>
                  <a:gd name="T25" fmla="*/ 1872 h 1920"/>
                  <a:gd name="T26" fmla="*/ 2640 w 2736"/>
                  <a:gd name="T27" fmla="*/ 1920 h 1920"/>
                  <a:gd name="T28" fmla="*/ 2304 w 2736"/>
                  <a:gd name="T29" fmla="*/ 1824 h 1920"/>
                  <a:gd name="T30" fmla="*/ 2160 w 2736"/>
                  <a:gd name="T31" fmla="*/ 1872 h 1920"/>
                  <a:gd name="T32" fmla="*/ 1632 w 2736"/>
                  <a:gd name="T33" fmla="*/ 1920 h 1920"/>
                  <a:gd name="T34" fmla="*/ 1440 w 2736"/>
                  <a:gd name="T35" fmla="*/ 1920 h 1920"/>
                  <a:gd name="T36" fmla="*/ 480 w 2736"/>
                  <a:gd name="T37" fmla="*/ 1824 h 1920"/>
                  <a:gd name="T38" fmla="*/ 192 w 2736"/>
                  <a:gd name="T39" fmla="*/ 1872 h 1920"/>
                  <a:gd name="T40" fmla="*/ 96 w 2736"/>
                  <a:gd name="T41" fmla="*/ 1680 h 1920"/>
                  <a:gd name="T42" fmla="*/ 288 w 2736"/>
                  <a:gd name="T43" fmla="*/ 1440 h 1920"/>
                  <a:gd name="T44" fmla="*/ 336 w 2736"/>
                  <a:gd name="T45" fmla="*/ 1104 h 1920"/>
                  <a:gd name="T46" fmla="*/ 144 w 2736"/>
                  <a:gd name="T47" fmla="*/ 864 h 1920"/>
                  <a:gd name="T48" fmla="*/ 240 w 2736"/>
                  <a:gd name="T49" fmla="*/ 624 h 1920"/>
                  <a:gd name="T50" fmla="*/ 48 w 2736"/>
                  <a:gd name="T51" fmla="*/ 528 h 1920"/>
                  <a:gd name="T52" fmla="*/ 0 w 2736"/>
                  <a:gd name="T53" fmla="*/ 0 h 1920"/>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2736" h="1920">
                    <a:moveTo>
                      <a:pt x="0" y="0"/>
                    </a:moveTo>
                    <a:lnTo>
                      <a:pt x="96" y="336"/>
                    </a:lnTo>
                    <a:lnTo>
                      <a:pt x="384" y="384"/>
                    </a:lnTo>
                    <a:lnTo>
                      <a:pt x="576" y="720"/>
                    </a:lnTo>
                    <a:lnTo>
                      <a:pt x="528" y="960"/>
                    </a:lnTo>
                    <a:lnTo>
                      <a:pt x="672" y="1104"/>
                    </a:lnTo>
                    <a:lnTo>
                      <a:pt x="576" y="1392"/>
                    </a:lnTo>
                    <a:lnTo>
                      <a:pt x="624" y="1632"/>
                    </a:lnTo>
                    <a:lnTo>
                      <a:pt x="1488" y="1872"/>
                    </a:lnTo>
                    <a:lnTo>
                      <a:pt x="1680" y="1728"/>
                    </a:lnTo>
                    <a:lnTo>
                      <a:pt x="2208" y="1728"/>
                    </a:lnTo>
                    <a:lnTo>
                      <a:pt x="2304" y="1632"/>
                    </a:lnTo>
                    <a:lnTo>
                      <a:pt x="2736" y="1872"/>
                    </a:lnTo>
                    <a:lnTo>
                      <a:pt x="2640" y="1920"/>
                    </a:lnTo>
                    <a:lnTo>
                      <a:pt x="2304" y="1824"/>
                    </a:lnTo>
                    <a:lnTo>
                      <a:pt x="2160" y="1872"/>
                    </a:lnTo>
                    <a:lnTo>
                      <a:pt x="1632" y="1920"/>
                    </a:lnTo>
                    <a:lnTo>
                      <a:pt x="1440" y="1920"/>
                    </a:lnTo>
                    <a:lnTo>
                      <a:pt x="480" y="1824"/>
                    </a:lnTo>
                    <a:lnTo>
                      <a:pt x="192" y="1872"/>
                    </a:lnTo>
                    <a:lnTo>
                      <a:pt x="96" y="1680"/>
                    </a:lnTo>
                    <a:lnTo>
                      <a:pt x="288" y="1440"/>
                    </a:lnTo>
                    <a:lnTo>
                      <a:pt x="336" y="1104"/>
                    </a:lnTo>
                    <a:lnTo>
                      <a:pt x="144" y="864"/>
                    </a:lnTo>
                    <a:lnTo>
                      <a:pt x="240" y="624"/>
                    </a:lnTo>
                    <a:lnTo>
                      <a:pt x="48" y="528"/>
                    </a:lnTo>
                    <a:lnTo>
                      <a:pt x="0" y="0"/>
                    </a:lnTo>
                    <a:close/>
                  </a:path>
                </a:pathLst>
              </a:custGeom>
              <a:noFill/>
              <a:ln w="9525" cap="flat" cmpd="sng">
                <a:solidFill>
                  <a:schemeClr val="bg2"/>
                </a:solidFill>
                <a:prstDash val="solid"/>
                <a:round/>
                <a:headEnd type="none" w="med" len="med"/>
                <a:tailEnd type="none" w="med" len="med"/>
              </a:ln>
              <a:extLst>
                <a:ext uri="{909E8E84-426E-40dd-AFC4-6F175D3DCCD1}">
                  <a14:hiddenFill xmlns:a14="http://schemas.microsoft.com/office/drawing/2010/main" xmlns="">
                    <a:solidFill>
                      <a:srgbClr val="FFFFFF"/>
                    </a:solidFill>
                  </a14:hiddenFill>
                </a:ext>
              </a:extLst>
            </p:spPr>
            <p:txBody>
              <a:bodyPr/>
              <a:lstStyle/>
              <a:p>
                <a:pPr eaLnBrk="0" fontAlgn="base" hangingPunct="0">
                  <a:spcBef>
                    <a:spcPct val="0"/>
                  </a:spcBef>
                  <a:spcAft>
                    <a:spcPct val="0"/>
                  </a:spcAft>
                </a:pPr>
                <a:endParaRPr lang="en-US" sz="4400">
                  <a:solidFill>
                    <a:srgbClr val="FFFFCC"/>
                  </a:solidFill>
                  <a:latin typeface="Arial" panose="020B0604020202020204" pitchFamily="34" charset="0"/>
                </a:endParaRPr>
              </a:p>
            </p:txBody>
          </p:sp>
        </p:grpSp>
        <p:grpSp>
          <p:nvGrpSpPr>
            <p:cNvPr id="6" name="Group 17"/>
            <p:cNvGrpSpPr>
              <a:grpSpLocks/>
            </p:cNvGrpSpPr>
            <p:nvPr userDrawn="1"/>
          </p:nvGrpSpPr>
          <p:grpSpPr bwMode="auto">
            <a:xfrm>
              <a:off x="0" y="2291"/>
              <a:ext cx="1385" cy="1702"/>
              <a:chOff x="0" y="2291"/>
              <a:chExt cx="1385" cy="1702"/>
            </a:xfrm>
          </p:grpSpPr>
          <p:sp>
            <p:nvSpPr>
              <p:cNvPr id="7" name="Rectangle 18"/>
              <p:cNvSpPr>
                <a:spLocks noChangeArrowheads="1"/>
              </p:cNvSpPr>
              <p:nvPr userDrawn="1"/>
            </p:nvSpPr>
            <p:spPr bwMode="ltGray">
              <a:xfrm rot="6798887">
                <a:off x="63" y="3882"/>
                <a:ext cx="75"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8" name="Rectangle 19"/>
              <p:cNvSpPr>
                <a:spLocks noChangeArrowheads="1"/>
              </p:cNvSpPr>
              <p:nvPr userDrawn="1"/>
            </p:nvSpPr>
            <p:spPr bwMode="ltGray">
              <a:xfrm rot="6798887">
                <a:off x="33" y="3880"/>
                <a:ext cx="75"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9" name="Rectangle 20"/>
              <p:cNvSpPr>
                <a:spLocks noChangeArrowheads="1"/>
              </p:cNvSpPr>
              <p:nvPr userDrawn="1"/>
            </p:nvSpPr>
            <p:spPr bwMode="ltGray">
              <a:xfrm rot="6798887">
                <a:off x="7" y="3874"/>
                <a:ext cx="75"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0" name="Rectangle 21"/>
              <p:cNvSpPr>
                <a:spLocks noChangeArrowheads="1"/>
              </p:cNvSpPr>
              <p:nvPr userDrawn="1"/>
            </p:nvSpPr>
            <p:spPr bwMode="ltGray">
              <a:xfrm rot="5999912">
                <a:off x="209" y="3884"/>
                <a:ext cx="69"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1" name="Rectangle 22"/>
              <p:cNvSpPr>
                <a:spLocks noChangeArrowheads="1"/>
              </p:cNvSpPr>
              <p:nvPr userDrawn="1"/>
            </p:nvSpPr>
            <p:spPr bwMode="ltGray">
              <a:xfrm rot="5999912">
                <a:off x="183" y="3888"/>
                <a:ext cx="69"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2" name="Rectangle 23"/>
              <p:cNvSpPr>
                <a:spLocks noChangeArrowheads="1"/>
              </p:cNvSpPr>
              <p:nvPr userDrawn="1"/>
            </p:nvSpPr>
            <p:spPr bwMode="ltGray">
              <a:xfrm rot="6250138">
                <a:off x="153" y="3888"/>
                <a:ext cx="69"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3" name="Rectangle 24"/>
              <p:cNvSpPr>
                <a:spLocks noChangeArrowheads="1"/>
              </p:cNvSpPr>
              <p:nvPr userDrawn="1"/>
            </p:nvSpPr>
            <p:spPr bwMode="ltGray">
              <a:xfrm rot="6238076">
                <a:off x="123" y="3886"/>
                <a:ext cx="69"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4" name="Rectangle 25"/>
              <p:cNvSpPr>
                <a:spLocks noChangeArrowheads="1"/>
              </p:cNvSpPr>
              <p:nvPr userDrawn="1"/>
            </p:nvSpPr>
            <p:spPr bwMode="ltGray">
              <a:xfrm rot="5380717">
                <a:off x="363" y="3868"/>
                <a:ext cx="69"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5" name="Rectangle 26"/>
              <p:cNvSpPr>
                <a:spLocks noChangeArrowheads="1"/>
              </p:cNvSpPr>
              <p:nvPr userDrawn="1"/>
            </p:nvSpPr>
            <p:spPr bwMode="ltGray">
              <a:xfrm rot="5380717">
                <a:off x="333" y="3872"/>
                <a:ext cx="69"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6" name="Rectangle 27"/>
              <p:cNvSpPr>
                <a:spLocks noChangeArrowheads="1"/>
              </p:cNvSpPr>
              <p:nvPr userDrawn="1"/>
            </p:nvSpPr>
            <p:spPr bwMode="ltGray">
              <a:xfrm rot="5583200">
                <a:off x="303" y="3876"/>
                <a:ext cx="69"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7" name="Rectangle 28"/>
              <p:cNvSpPr>
                <a:spLocks noChangeArrowheads="1"/>
              </p:cNvSpPr>
              <p:nvPr userDrawn="1"/>
            </p:nvSpPr>
            <p:spPr bwMode="ltGray">
              <a:xfrm rot="5737625">
                <a:off x="271" y="3882"/>
                <a:ext cx="69"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8" name="Rectangle 29"/>
              <p:cNvSpPr>
                <a:spLocks noChangeArrowheads="1"/>
              </p:cNvSpPr>
              <p:nvPr userDrawn="1"/>
            </p:nvSpPr>
            <p:spPr bwMode="ltGray">
              <a:xfrm rot="4715477">
                <a:off x="517" y="3828"/>
                <a:ext cx="63"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9" name="Rectangle 30"/>
              <p:cNvSpPr>
                <a:spLocks noChangeArrowheads="1"/>
              </p:cNvSpPr>
              <p:nvPr userDrawn="1"/>
            </p:nvSpPr>
            <p:spPr bwMode="ltGray">
              <a:xfrm rot="4924949">
                <a:off x="486" y="3834"/>
                <a:ext cx="63"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20" name="Rectangle 31"/>
              <p:cNvSpPr>
                <a:spLocks noChangeArrowheads="1"/>
              </p:cNvSpPr>
              <p:nvPr userDrawn="1"/>
            </p:nvSpPr>
            <p:spPr bwMode="ltGray">
              <a:xfrm rot="4924949">
                <a:off x="456" y="3848"/>
                <a:ext cx="63"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21" name="Rectangle 32"/>
              <p:cNvSpPr>
                <a:spLocks noChangeArrowheads="1"/>
              </p:cNvSpPr>
              <p:nvPr userDrawn="1"/>
            </p:nvSpPr>
            <p:spPr bwMode="ltGray">
              <a:xfrm rot="5041352">
                <a:off x="427" y="3850"/>
                <a:ext cx="63"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22" name="Rectangle 33"/>
              <p:cNvSpPr>
                <a:spLocks noChangeArrowheads="1"/>
              </p:cNvSpPr>
              <p:nvPr userDrawn="1"/>
            </p:nvSpPr>
            <p:spPr bwMode="ltGray">
              <a:xfrm rot="3816889">
                <a:off x="664" y="3762"/>
                <a:ext cx="63"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23" name="Rectangle 34"/>
              <p:cNvSpPr>
                <a:spLocks noChangeArrowheads="1"/>
              </p:cNvSpPr>
              <p:nvPr userDrawn="1"/>
            </p:nvSpPr>
            <p:spPr bwMode="ltGray">
              <a:xfrm rot="3816889">
                <a:off x="634" y="3780"/>
                <a:ext cx="63"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24" name="Rectangle 35"/>
              <p:cNvSpPr>
                <a:spLocks noChangeArrowheads="1"/>
              </p:cNvSpPr>
              <p:nvPr userDrawn="1"/>
            </p:nvSpPr>
            <p:spPr bwMode="ltGray">
              <a:xfrm rot="4104184">
                <a:off x="606" y="3790"/>
                <a:ext cx="63"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25" name="Rectangle 36"/>
              <p:cNvSpPr>
                <a:spLocks noChangeArrowheads="1"/>
              </p:cNvSpPr>
              <p:nvPr userDrawn="1"/>
            </p:nvSpPr>
            <p:spPr bwMode="ltGray">
              <a:xfrm rot="4325343">
                <a:off x="575" y="3804"/>
                <a:ext cx="63"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26" name="Rectangle 37"/>
              <p:cNvSpPr>
                <a:spLocks noChangeArrowheads="1"/>
              </p:cNvSpPr>
              <p:nvPr userDrawn="1"/>
            </p:nvSpPr>
            <p:spPr bwMode="ltGray">
              <a:xfrm rot="3368036">
                <a:off x="800" y="3682"/>
                <a:ext cx="63"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27" name="Rectangle 38"/>
              <p:cNvSpPr>
                <a:spLocks noChangeArrowheads="1"/>
              </p:cNvSpPr>
              <p:nvPr userDrawn="1"/>
            </p:nvSpPr>
            <p:spPr bwMode="ltGray">
              <a:xfrm rot="3368036">
                <a:off x="772" y="3698"/>
                <a:ext cx="63"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28" name="Rectangle 39"/>
              <p:cNvSpPr>
                <a:spLocks noChangeArrowheads="1"/>
              </p:cNvSpPr>
              <p:nvPr userDrawn="1"/>
            </p:nvSpPr>
            <p:spPr bwMode="ltGray">
              <a:xfrm rot="3368036">
                <a:off x="746" y="3716"/>
                <a:ext cx="63"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29" name="Rectangle 40"/>
              <p:cNvSpPr>
                <a:spLocks noChangeArrowheads="1"/>
              </p:cNvSpPr>
              <p:nvPr userDrawn="1"/>
            </p:nvSpPr>
            <p:spPr bwMode="ltGray">
              <a:xfrm rot="3816889">
                <a:off x="717" y="3734"/>
                <a:ext cx="63"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30" name="Rectangle 41"/>
              <p:cNvSpPr>
                <a:spLocks noChangeArrowheads="1"/>
              </p:cNvSpPr>
              <p:nvPr userDrawn="1"/>
            </p:nvSpPr>
            <p:spPr bwMode="ltGray">
              <a:xfrm rot="2302266">
                <a:off x="923" y="3587"/>
                <a:ext cx="69"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31" name="Rectangle 42"/>
              <p:cNvSpPr>
                <a:spLocks noChangeArrowheads="1"/>
              </p:cNvSpPr>
              <p:nvPr userDrawn="1"/>
            </p:nvSpPr>
            <p:spPr bwMode="ltGray">
              <a:xfrm rot="2302266">
                <a:off x="899" y="3606"/>
                <a:ext cx="69"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32" name="Rectangle 43"/>
              <p:cNvSpPr>
                <a:spLocks noChangeArrowheads="1"/>
              </p:cNvSpPr>
              <p:nvPr userDrawn="1"/>
            </p:nvSpPr>
            <p:spPr bwMode="ltGray">
              <a:xfrm rot="2707562">
                <a:off x="876" y="3626"/>
                <a:ext cx="69"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33" name="Rectangle 44"/>
              <p:cNvSpPr>
                <a:spLocks noChangeArrowheads="1"/>
              </p:cNvSpPr>
              <p:nvPr userDrawn="1"/>
            </p:nvSpPr>
            <p:spPr bwMode="ltGray">
              <a:xfrm rot="2707562">
                <a:off x="850" y="3644"/>
                <a:ext cx="63"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34" name="Rectangle 45"/>
              <p:cNvSpPr>
                <a:spLocks noChangeArrowheads="1"/>
              </p:cNvSpPr>
              <p:nvPr userDrawn="1"/>
            </p:nvSpPr>
            <p:spPr bwMode="ltGray">
              <a:xfrm rot="1525830">
                <a:off x="1027" y="3473"/>
                <a:ext cx="69"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35" name="Rectangle 46"/>
              <p:cNvSpPr>
                <a:spLocks noChangeArrowheads="1"/>
              </p:cNvSpPr>
              <p:nvPr userDrawn="1"/>
            </p:nvSpPr>
            <p:spPr bwMode="ltGray">
              <a:xfrm rot="1525830">
                <a:off x="1009" y="3497"/>
                <a:ext cx="69"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36" name="Rectangle 47"/>
              <p:cNvSpPr>
                <a:spLocks noChangeArrowheads="1"/>
              </p:cNvSpPr>
              <p:nvPr userDrawn="1"/>
            </p:nvSpPr>
            <p:spPr bwMode="ltGray">
              <a:xfrm rot="1788117">
                <a:off x="990" y="3519"/>
                <a:ext cx="69"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37" name="Rectangle 48"/>
              <p:cNvSpPr>
                <a:spLocks noChangeArrowheads="1"/>
              </p:cNvSpPr>
              <p:nvPr userDrawn="1"/>
            </p:nvSpPr>
            <p:spPr bwMode="ltGray">
              <a:xfrm rot="1788117">
                <a:off x="969" y="3544"/>
                <a:ext cx="69"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38" name="Rectangle 49"/>
              <p:cNvSpPr>
                <a:spLocks noChangeArrowheads="1"/>
              </p:cNvSpPr>
              <p:nvPr userDrawn="1"/>
            </p:nvSpPr>
            <p:spPr bwMode="ltGray">
              <a:xfrm rot="841630">
                <a:off x="1113" y="3355"/>
                <a:ext cx="75"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39" name="Rectangle 50"/>
              <p:cNvSpPr>
                <a:spLocks noChangeArrowheads="1"/>
              </p:cNvSpPr>
              <p:nvPr userDrawn="1"/>
            </p:nvSpPr>
            <p:spPr bwMode="ltGray">
              <a:xfrm rot="841630">
                <a:off x="1100" y="3378"/>
                <a:ext cx="69"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40" name="Rectangle 51"/>
              <p:cNvSpPr>
                <a:spLocks noChangeArrowheads="1"/>
              </p:cNvSpPr>
              <p:nvPr userDrawn="1"/>
            </p:nvSpPr>
            <p:spPr bwMode="ltGray">
              <a:xfrm rot="1308689">
                <a:off x="1086" y="3404"/>
                <a:ext cx="69"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41" name="Rectangle 52"/>
              <p:cNvSpPr>
                <a:spLocks noChangeArrowheads="1"/>
              </p:cNvSpPr>
              <p:nvPr userDrawn="1"/>
            </p:nvSpPr>
            <p:spPr bwMode="ltGray">
              <a:xfrm rot="1308689">
                <a:off x="1064" y="3425"/>
                <a:ext cx="69"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42" name="Rectangle 53"/>
              <p:cNvSpPr>
                <a:spLocks noChangeArrowheads="1"/>
              </p:cNvSpPr>
              <p:nvPr userDrawn="1"/>
            </p:nvSpPr>
            <p:spPr bwMode="ltGray">
              <a:xfrm rot="469913">
                <a:off x="1172" y="3225"/>
                <a:ext cx="81"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43" name="Rectangle 54"/>
              <p:cNvSpPr>
                <a:spLocks noChangeArrowheads="1"/>
              </p:cNvSpPr>
              <p:nvPr userDrawn="1"/>
            </p:nvSpPr>
            <p:spPr bwMode="ltGray">
              <a:xfrm rot="559869">
                <a:off x="1162" y="3250"/>
                <a:ext cx="81"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44" name="Rectangle 55"/>
              <p:cNvSpPr>
                <a:spLocks noChangeArrowheads="1"/>
              </p:cNvSpPr>
              <p:nvPr userDrawn="1"/>
            </p:nvSpPr>
            <p:spPr bwMode="ltGray">
              <a:xfrm rot="734079">
                <a:off x="1154" y="3276"/>
                <a:ext cx="81"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45" name="Rectangle 56"/>
              <p:cNvSpPr>
                <a:spLocks noChangeArrowheads="1"/>
              </p:cNvSpPr>
              <p:nvPr userDrawn="1"/>
            </p:nvSpPr>
            <p:spPr bwMode="ltGray">
              <a:xfrm rot="734079">
                <a:off x="1141" y="3304"/>
                <a:ext cx="75"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46" name="Rectangle 57"/>
              <p:cNvSpPr>
                <a:spLocks noChangeArrowheads="1"/>
              </p:cNvSpPr>
              <p:nvPr userDrawn="1"/>
            </p:nvSpPr>
            <p:spPr bwMode="ltGray">
              <a:xfrm rot="-293905">
                <a:off x="1211" y="3096"/>
                <a:ext cx="81"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47" name="Rectangle 58"/>
              <p:cNvSpPr>
                <a:spLocks noChangeArrowheads="1"/>
              </p:cNvSpPr>
              <p:nvPr userDrawn="1"/>
            </p:nvSpPr>
            <p:spPr bwMode="ltGray">
              <a:xfrm rot="-8">
                <a:off x="1201" y="3122"/>
                <a:ext cx="81"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48" name="Rectangle 59"/>
              <p:cNvSpPr>
                <a:spLocks noChangeArrowheads="1"/>
              </p:cNvSpPr>
              <p:nvPr userDrawn="1"/>
            </p:nvSpPr>
            <p:spPr bwMode="ltGray">
              <a:xfrm rot="-8">
                <a:off x="1200" y="3147"/>
                <a:ext cx="81"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49" name="Rectangle 60"/>
              <p:cNvSpPr>
                <a:spLocks noChangeArrowheads="1"/>
              </p:cNvSpPr>
              <p:nvPr userDrawn="1"/>
            </p:nvSpPr>
            <p:spPr bwMode="ltGray">
              <a:xfrm rot="214188">
                <a:off x="1189" y="3173"/>
                <a:ext cx="81"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50" name="Rectangle 61"/>
              <p:cNvSpPr>
                <a:spLocks noChangeArrowheads="1"/>
              </p:cNvSpPr>
              <p:nvPr userDrawn="1"/>
            </p:nvSpPr>
            <p:spPr bwMode="ltGray">
              <a:xfrm rot="-682388">
                <a:off x="1219" y="2965"/>
                <a:ext cx="86"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51" name="Rectangle 62"/>
              <p:cNvSpPr>
                <a:spLocks noChangeArrowheads="1"/>
              </p:cNvSpPr>
              <p:nvPr userDrawn="1"/>
            </p:nvSpPr>
            <p:spPr bwMode="ltGray">
              <a:xfrm rot="-480400">
                <a:off x="1220" y="2991"/>
                <a:ext cx="86"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52" name="Rectangle 63"/>
              <p:cNvSpPr>
                <a:spLocks noChangeArrowheads="1"/>
              </p:cNvSpPr>
              <p:nvPr userDrawn="1"/>
            </p:nvSpPr>
            <p:spPr bwMode="ltGray">
              <a:xfrm rot="-480400">
                <a:off x="1220" y="3015"/>
                <a:ext cx="86"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53" name="Rectangle 64"/>
              <p:cNvSpPr>
                <a:spLocks noChangeArrowheads="1"/>
              </p:cNvSpPr>
              <p:nvPr userDrawn="1"/>
            </p:nvSpPr>
            <p:spPr bwMode="ltGray">
              <a:xfrm rot="-270546">
                <a:off x="1219" y="3041"/>
                <a:ext cx="81"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54" name="Rectangle 65"/>
              <p:cNvSpPr>
                <a:spLocks noChangeArrowheads="1"/>
              </p:cNvSpPr>
              <p:nvPr userDrawn="1"/>
            </p:nvSpPr>
            <p:spPr bwMode="ltGray">
              <a:xfrm rot="-1132286">
                <a:off x="1207" y="2843"/>
                <a:ext cx="86"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55" name="Rectangle 66"/>
              <p:cNvSpPr>
                <a:spLocks noChangeArrowheads="1"/>
              </p:cNvSpPr>
              <p:nvPr userDrawn="1"/>
            </p:nvSpPr>
            <p:spPr bwMode="ltGray">
              <a:xfrm rot="-969272">
                <a:off x="1213" y="2864"/>
                <a:ext cx="86"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56" name="Rectangle 67"/>
              <p:cNvSpPr>
                <a:spLocks noChangeArrowheads="1"/>
              </p:cNvSpPr>
              <p:nvPr userDrawn="1"/>
            </p:nvSpPr>
            <p:spPr bwMode="ltGray">
              <a:xfrm rot="-969272">
                <a:off x="1216" y="2888"/>
                <a:ext cx="86"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57" name="Rectangle 68"/>
              <p:cNvSpPr>
                <a:spLocks noChangeArrowheads="1"/>
              </p:cNvSpPr>
              <p:nvPr userDrawn="1"/>
            </p:nvSpPr>
            <p:spPr bwMode="ltGray">
              <a:xfrm rot="-806259">
                <a:off x="1219" y="2915"/>
                <a:ext cx="86"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58" name="Rectangle 69"/>
              <p:cNvSpPr>
                <a:spLocks noChangeArrowheads="1"/>
              </p:cNvSpPr>
              <p:nvPr userDrawn="1"/>
            </p:nvSpPr>
            <p:spPr bwMode="ltGray">
              <a:xfrm rot="-1543941">
                <a:off x="1165" y="2727"/>
                <a:ext cx="86"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59" name="Rectangle 70"/>
              <p:cNvSpPr>
                <a:spLocks noChangeArrowheads="1"/>
              </p:cNvSpPr>
              <p:nvPr userDrawn="1"/>
            </p:nvSpPr>
            <p:spPr bwMode="ltGray">
              <a:xfrm rot="-1341953">
                <a:off x="1176" y="2752"/>
                <a:ext cx="86"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60" name="Rectangle 71"/>
              <p:cNvSpPr>
                <a:spLocks noChangeArrowheads="1"/>
              </p:cNvSpPr>
              <p:nvPr userDrawn="1"/>
            </p:nvSpPr>
            <p:spPr bwMode="ltGray">
              <a:xfrm rot="-1341953">
                <a:off x="1184" y="2775"/>
                <a:ext cx="86"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61" name="Rectangle 72"/>
              <p:cNvSpPr>
                <a:spLocks noChangeArrowheads="1"/>
              </p:cNvSpPr>
              <p:nvPr userDrawn="1"/>
            </p:nvSpPr>
            <p:spPr bwMode="ltGray">
              <a:xfrm rot="-1341953">
                <a:off x="1194" y="2795"/>
                <a:ext cx="86"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62" name="Rectangle 73"/>
              <p:cNvSpPr>
                <a:spLocks noChangeArrowheads="1"/>
              </p:cNvSpPr>
              <p:nvPr userDrawn="1"/>
            </p:nvSpPr>
            <p:spPr bwMode="ltGray">
              <a:xfrm rot="-1928746">
                <a:off x="1101" y="2628"/>
                <a:ext cx="86"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63" name="Rectangle 74"/>
              <p:cNvSpPr>
                <a:spLocks noChangeArrowheads="1"/>
              </p:cNvSpPr>
              <p:nvPr userDrawn="1"/>
            </p:nvSpPr>
            <p:spPr bwMode="ltGray">
              <a:xfrm rot="-1844175">
                <a:off x="1114" y="2645"/>
                <a:ext cx="86"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64" name="Rectangle 75"/>
              <p:cNvSpPr>
                <a:spLocks noChangeArrowheads="1"/>
              </p:cNvSpPr>
              <p:nvPr userDrawn="1"/>
            </p:nvSpPr>
            <p:spPr bwMode="ltGray">
              <a:xfrm rot="-1752383">
                <a:off x="1129" y="2667"/>
                <a:ext cx="86"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65" name="Rectangle 76"/>
              <p:cNvSpPr>
                <a:spLocks noChangeArrowheads="1"/>
              </p:cNvSpPr>
              <p:nvPr userDrawn="1"/>
            </p:nvSpPr>
            <p:spPr bwMode="ltGray">
              <a:xfrm rot="-1752383">
                <a:off x="1142" y="2684"/>
                <a:ext cx="86"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66" name="Rectangle 77"/>
              <p:cNvSpPr>
                <a:spLocks noChangeArrowheads="1"/>
              </p:cNvSpPr>
              <p:nvPr userDrawn="1"/>
            </p:nvSpPr>
            <p:spPr bwMode="ltGray">
              <a:xfrm rot="-2466736">
                <a:off x="1014" y="2538"/>
                <a:ext cx="86"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67" name="Rectangle 78"/>
              <p:cNvSpPr>
                <a:spLocks noChangeArrowheads="1"/>
              </p:cNvSpPr>
              <p:nvPr userDrawn="1"/>
            </p:nvSpPr>
            <p:spPr bwMode="ltGray">
              <a:xfrm rot="-2466736">
                <a:off x="1035" y="2557"/>
                <a:ext cx="86"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68" name="Rectangle 79"/>
              <p:cNvSpPr>
                <a:spLocks noChangeArrowheads="1"/>
              </p:cNvSpPr>
              <p:nvPr userDrawn="1"/>
            </p:nvSpPr>
            <p:spPr bwMode="ltGray">
              <a:xfrm rot="-2466736">
                <a:off x="1050" y="2574"/>
                <a:ext cx="86"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69" name="Rectangle 80"/>
              <p:cNvSpPr>
                <a:spLocks noChangeArrowheads="1"/>
              </p:cNvSpPr>
              <p:nvPr userDrawn="1"/>
            </p:nvSpPr>
            <p:spPr bwMode="ltGray">
              <a:xfrm rot="-2342866">
                <a:off x="1068" y="2590"/>
                <a:ext cx="86"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70" name="Freeform 81"/>
              <p:cNvSpPr>
                <a:spLocks/>
              </p:cNvSpPr>
              <p:nvPr userDrawn="1"/>
            </p:nvSpPr>
            <p:spPr bwMode="ltGray">
              <a:xfrm>
                <a:off x="486" y="2563"/>
                <a:ext cx="180" cy="151"/>
              </a:xfrm>
              <a:custGeom>
                <a:avLst/>
                <a:gdLst>
                  <a:gd name="T0" fmla="*/ 0 w 180"/>
                  <a:gd name="T1" fmla="*/ 144 h 151"/>
                  <a:gd name="T2" fmla="*/ 28 w 180"/>
                  <a:gd name="T3" fmla="*/ 147 h 151"/>
                  <a:gd name="T4" fmla="*/ 64 w 180"/>
                  <a:gd name="T5" fmla="*/ 46 h 151"/>
                  <a:gd name="T6" fmla="*/ 94 w 180"/>
                  <a:gd name="T7" fmla="*/ 151 h 151"/>
                  <a:gd name="T8" fmla="*/ 129 w 180"/>
                  <a:gd name="T9" fmla="*/ 151 h 151"/>
                  <a:gd name="T10" fmla="*/ 180 w 180"/>
                  <a:gd name="T11" fmla="*/ 9 h 151"/>
                  <a:gd name="T12" fmla="*/ 148 w 180"/>
                  <a:gd name="T13" fmla="*/ 10 h 151"/>
                  <a:gd name="T14" fmla="*/ 112 w 180"/>
                  <a:gd name="T15" fmla="*/ 112 h 151"/>
                  <a:gd name="T16" fmla="*/ 79 w 180"/>
                  <a:gd name="T17" fmla="*/ 0 h 151"/>
                  <a:gd name="T18" fmla="*/ 48 w 180"/>
                  <a:gd name="T19" fmla="*/ 0 h 151"/>
                  <a:gd name="T20" fmla="*/ 0 w 180"/>
                  <a:gd name="T21" fmla="*/ 144 h 15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80" h="151">
                    <a:moveTo>
                      <a:pt x="0" y="144"/>
                    </a:moveTo>
                    <a:lnTo>
                      <a:pt x="28" y="147"/>
                    </a:lnTo>
                    <a:lnTo>
                      <a:pt x="64" y="46"/>
                    </a:lnTo>
                    <a:lnTo>
                      <a:pt x="94" y="151"/>
                    </a:lnTo>
                    <a:lnTo>
                      <a:pt x="129" y="151"/>
                    </a:lnTo>
                    <a:lnTo>
                      <a:pt x="180" y="9"/>
                    </a:lnTo>
                    <a:lnTo>
                      <a:pt x="148" y="10"/>
                    </a:lnTo>
                    <a:lnTo>
                      <a:pt x="112" y="112"/>
                    </a:lnTo>
                    <a:lnTo>
                      <a:pt x="79" y="0"/>
                    </a:lnTo>
                    <a:lnTo>
                      <a:pt x="48" y="0"/>
                    </a:lnTo>
                    <a:lnTo>
                      <a:pt x="0" y="144"/>
                    </a:lnTo>
                    <a:close/>
                  </a:path>
                </a:pathLst>
              </a:custGeom>
              <a:solidFill>
                <a:schemeClr val="bg2"/>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eaLnBrk="0" fontAlgn="base" hangingPunct="0">
                  <a:spcBef>
                    <a:spcPct val="0"/>
                  </a:spcBef>
                  <a:spcAft>
                    <a:spcPct val="0"/>
                  </a:spcAft>
                </a:pPr>
                <a:endParaRPr lang="en-US" sz="4400">
                  <a:solidFill>
                    <a:srgbClr val="FFFFCC"/>
                  </a:solidFill>
                  <a:latin typeface="Arial" panose="020B0604020202020204" pitchFamily="34" charset="0"/>
                </a:endParaRPr>
              </a:p>
            </p:txBody>
          </p:sp>
          <p:sp>
            <p:nvSpPr>
              <p:cNvPr id="71" name="Rectangle 82"/>
              <p:cNvSpPr>
                <a:spLocks noChangeArrowheads="1"/>
              </p:cNvSpPr>
              <p:nvPr userDrawn="1"/>
            </p:nvSpPr>
            <p:spPr bwMode="ltGray">
              <a:xfrm rot="6575641">
                <a:off x="-217" y="3138"/>
                <a:ext cx="1226"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72" name="Rectangle 83"/>
              <p:cNvSpPr>
                <a:spLocks noChangeArrowheads="1"/>
              </p:cNvSpPr>
              <p:nvPr userDrawn="1"/>
            </p:nvSpPr>
            <p:spPr bwMode="ltGray">
              <a:xfrm rot="238799">
                <a:off x="4" y="3146"/>
                <a:ext cx="1031"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73" name="Rectangle 84"/>
              <p:cNvSpPr>
                <a:spLocks noChangeArrowheads="1"/>
              </p:cNvSpPr>
              <p:nvPr userDrawn="1"/>
            </p:nvSpPr>
            <p:spPr bwMode="ltGray">
              <a:xfrm rot="-2957028">
                <a:off x="907" y="2472"/>
                <a:ext cx="81"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74" name="Rectangle 85"/>
              <p:cNvSpPr>
                <a:spLocks noChangeArrowheads="1"/>
              </p:cNvSpPr>
              <p:nvPr userDrawn="1"/>
            </p:nvSpPr>
            <p:spPr bwMode="ltGray">
              <a:xfrm rot="-2957028">
                <a:off x="930" y="2486"/>
                <a:ext cx="81"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75" name="Rectangle 86"/>
              <p:cNvSpPr>
                <a:spLocks noChangeArrowheads="1"/>
              </p:cNvSpPr>
              <p:nvPr userDrawn="1"/>
            </p:nvSpPr>
            <p:spPr bwMode="ltGray">
              <a:xfrm rot="-2957028">
                <a:off x="954" y="2497"/>
                <a:ext cx="86"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76" name="Rectangle 87"/>
              <p:cNvSpPr>
                <a:spLocks noChangeArrowheads="1"/>
              </p:cNvSpPr>
              <p:nvPr userDrawn="1"/>
            </p:nvSpPr>
            <p:spPr bwMode="ltGray">
              <a:xfrm rot="-2661033">
                <a:off x="974" y="2509"/>
                <a:ext cx="86"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77" name="Rectangle 88"/>
              <p:cNvSpPr>
                <a:spLocks noChangeArrowheads="1"/>
              </p:cNvSpPr>
              <p:nvPr userDrawn="1"/>
            </p:nvSpPr>
            <p:spPr bwMode="ltGray">
              <a:xfrm rot="-3638503">
                <a:off x="788" y="2426"/>
                <a:ext cx="75"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78" name="Rectangle 89"/>
              <p:cNvSpPr>
                <a:spLocks noChangeArrowheads="1"/>
              </p:cNvSpPr>
              <p:nvPr userDrawn="1"/>
            </p:nvSpPr>
            <p:spPr bwMode="ltGray">
              <a:xfrm rot="-3638503">
                <a:off x="815" y="2434"/>
                <a:ext cx="75"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79" name="Rectangle 90"/>
              <p:cNvSpPr>
                <a:spLocks noChangeArrowheads="1"/>
              </p:cNvSpPr>
              <p:nvPr userDrawn="1"/>
            </p:nvSpPr>
            <p:spPr bwMode="ltGray">
              <a:xfrm rot="-3514633">
                <a:off x="837" y="2440"/>
                <a:ext cx="81"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80" name="Rectangle 91"/>
              <p:cNvSpPr>
                <a:spLocks noChangeArrowheads="1"/>
              </p:cNvSpPr>
              <p:nvPr userDrawn="1"/>
            </p:nvSpPr>
            <p:spPr bwMode="ltGray">
              <a:xfrm rot="-3220799">
                <a:off x="862" y="2452"/>
                <a:ext cx="81"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81" name="Rectangle 92"/>
              <p:cNvSpPr>
                <a:spLocks noChangeArrowheads="1"/>
              </p:cNvSpPr>
              <p:nvPr userDrawn="1"/>
            </p:nvSpPr>
            <p:spPr bwMode="ltGray">
              <a:xfrm rot="-4338250">
                <a:off x="649" y="2396"/>
                <a:ext cx="75"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82" name="Rectangle 93"/>
              <p:cNvSpPr>
                <a:spLocks noChangeArrowheads="1"/>
              </p:cNvSpPr>
              <p:nvPr userDrawn="1"/>
            </p:nvSpPr>
            <p:spPr bwMode="ltGray">
              <a:xfrm rot="-4250359">
                <a:off x="677" y="2402"/>
                <a:ext cx="75"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83" name="Rectangle 94"/>
              <p:cNvSpPr>
                <a:spLocks noChangeArrowheads="1"/>
              </p:cNvSpPr>
              <p:nvPr userDrawn="1"/>
            </p:nvSpPr>
            <p:spPr bwMode="ltGray">
              <a:xfrm rot="-4250359">
                <a:off x="708" y="2406"/>
                <a:ext cx="75"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84" name="Rectangle 95"/>
              <p:cNvSpPr>
                <a:spLocks noChangeArrowheads="1"/>
              </p:cNvSpPr>
              <p:nvPr userDrawn="1"/>
            </p:nvSpPr>
            <p:spPr bwMode="ltGray">
              <a:xfrm rot="-3989246">
                <a:off x="738" y="2410"/>
                <a:ext cx="75"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85" name="Rectangle 96"/>
              <p:cNvSpPr>
                <a:spLocks noChangeArrowheads="1"/>
              </p:cNvSpPr>
              <p:nvPr userDrawn="1"/>
            </p:nvSpPr>
            <p:spPr bwMode="ltGray">
              <a:xfrm rot="-4862215">
                <a:off x="503" y="2394"/>
                <a:ext cx="69"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86" name="Rectangle 97"/>
              <p:cNvSpPr>
                <a:spLocks noChangeArrowheads="1"/>
              </p:cNvSpPr>
              <p:nvPr userDrawn="1"/>
            </p:nvSpPr>
            <p:spPr bwMode="ltGray">
              <a:xfrm rot="-4673370">
                <a:off x="534" y="2392"/>
                <a:ext cx="75"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87" name="Rectangle 98"/>
              <p:cNvSpPr>
                <a:spLocks noChangeArrowheads="1"/>
              </p:cNvSpPr>
              <p:nvPr userDrawn="1"/>
            </p:nvSpPr>
            <p:spPr bwMode="ltGray">
              <a:xfrm rot="-4646721">
                <a:off x="563" y="2390"/>
                <a:ext cx="75"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88" name="Rectangle 99"/>
              <p:cNvSpPr>
                <a:spLocks noChangeArrowheads="1"/>
              </p:cNvSpPr>
              <p:nvPr userDrawn="1"/>
            </p:nvSpPr>
            <p:spPr bwMode="ltGray">
              <a:xfrm rot="-4580623">
                <a:off x="595" y="2390"/>
                <a:ext cx="75"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89" name="Rectangle 100"/>
              <p:cNvSpPr>
                <a:spLocks noChangeArrowheads="1"/>
              </p:cNvSpPr>
              <p:nvPr userDrawn="1"/>
            </p:nvSpPr>
            <p:spPr bwMode="ltGray">
              <a:xfrm rot="-5195129">
                <a:off x="355" y="2414"/>
                <a:ext cx="69"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90" name="Rectangle 101"/>
              <p:cNvSpPr>
                <a:spLocks noChangeArrowheads="1"/>
              </p:cNvSpPr>
              <p:nvPr userDrawn="1"/>
            </p:nvSpPr>
            <p:spPr bwMode="ltGray">
              <a:xfrm rot="-5360484">
                <a:off x="385" y="2408"/>
                <a:ext cx="69"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91" name="Rectangle 102"/>
              <p:cNvSpPr>
                <a:spLocks noChangeArrowheads="1"/>
              </p:cNvSpPr>
              <p:nvPr userDrawn="1"/>
            </p:nvSpPr>
            <p:spPr bwMode="ltGray">
              <a:xfrm rot="-5288939">
                <a:off x="419" y="2404"/>
                <a:ext cx="69"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92" name="Rectangle 103"/>
              <p:cNvSpPr>
                <a:spLocks noChangeArrowheads="1"/>
              </p:cNvSpPr>
              <p:nvPr userDrawn="1"/>
            </p:nvSpPr>
            <p:spPr bwMode="ltGray">
              <a:xfrm rot="-5164854">
                <a:off x="449" y="2400"/>
                <a:ext cx="69"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93" name="Rectangle 104"/>
              <p:cNvSpPr>
                <a:spLocks noChangeArrowheads="1"/>
              </p:cNvSpPr>
              <p:nvPr userDrawn="1"/>
            </p:nvSpPr>
            <p:spPr bwMode="ltGray">
              <a:xfrm rot="-6132163">
                <a:off x="206" y="2458"/>
                <a:ext cx="63"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94" name="Rectangle 105"/>
              <p:cNvSpPr>
                <a:spLocks noChangeArrowheads="1"/>
              </p:cNvSpPr>
              <p:nvPr userDrawn="1"/>
            </p:nvSpPr>
            <p:spPr bwMode="ltGray">
              <a:xfrm rot="-6220433">
                <a:off x="237" y="2448"/>
                <a:ext cx="63"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95" name="Rectangle 106"/>
              <p:cNvSpPr>
                <a:spLocks noChangeArrowheads="1"/>
              </p:cNvSpPr>
              <p:nvPr userDrawn="1"/>
            </p:nvSpPr>
            <p:spPr bwMode="ltGray">
              <a:xfrm rot="-6110943">
                <a:off x="266" y="2438"/>
                <a:ext cx="63"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96" name="Rectangle 107"/>
              <p:cNvSpPr>
                <a:spLocks noChangeArrowheads="1"/>
              </p:cNvSpPr>
              <p:nvPr userDrawn="1"/>
            </p:nvSpPr>
            <p:spPr bwMode="ltGray">
              <a:xfrm rot="-5919570">
                <a:off x="293" y="2426"/>
                <a:ext cx="69"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97" name="Rectangle 108"/>
              <p:cNvSpPr>
                <a:spLocks noChangeArrowheads="1"/>
              </p:cNvSpPr>
              <p:nvPr userDrawn="1"/>
            </p:nvSpPr>
            <p:spPr bwMode="ltGray">
              <a:xfrm rot="-7376291">
                <a:off x="6" y="2548"/>
                <a:ext cx="63"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98" name="Rectangle 109"/>
              <p:cNvSpPr>
                <a:spLocks noChangeArrowheads="1"/>
              </p:cNvSpPr>
              <p:nvPr userDrawn="1"/>
            </p:nvSpPr>
            <p:spPr bwMode="ltGray">
              <a:xfrm rot="-7168347">
                <a:off x="65" y="2516"/>
                <a:ext cx="63"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99" name="Rectangle 110"/>
              <p:cNvSpPr>
                <a:spLocks noChangeArrowheads="1"/>
              </p:cNvSpPr>
              <p:nvPr userDrawn="1"/>
            </p:nvSpPr>
            <p:spPr bwMode="ltGray">
              <a:xfrm rot="-6802416">
                <a:off x="92" y="2502"/>
                <a:ext cx="63"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00" name="Rectangle 111"/>
              <p:cNvSpPr>
                <a:spLocks noChangeArrowheads="1"/>
              </p:cNvSpPr>
              <p:nvPr userDrawn="1"/>
            </p:nvSpPr>
            <p:spPr bwMode="ltGray">
              <a:xfrm rot="-6802416">
                <a:off x="119" y="2492"/>
                <a:ext cx="63"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01" name="Rectangle 112"/>
              <p:cNvSpPr>
                <a:spLocks noChangeArrowheads="1"/>
              </p:cNvSpPr>
              <p:nvPr userDrawn="1"/>
            </p:nvSpPr>
            <p:spPr bwMode="ltGray">
              <a:xfrm rot="-6457704">
                <a:off x="150" y="2478"/>
                <a:ext cx="63"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02" name="Rectangle 113"/>
              <p:cNvSpPr>
                <a:spLocks noChangeArrowheads="1"/>
              </p:cNvSpPr>
              <p:nvPr userDrawn="1"/>
            </p:nvSpPr>
            <p:spPr bwMode="ltGray">
              <a:xfrm rot="-1876771">
                <a:off x="0" y="3363"/>
                <a:ext cx="75"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03" name="Rectangle 114"/>
              <p:cNvSpPr>
                <a:spLocks noChangeArrowheads="1"/>
              </p:cNvSpPr>
              <p:nvPr userDrawn="1"/>
            </p:nvSpPr>
            <p:spPr bwMode="ltGray">
              <a:xfrm rot="3283992">
                <a:off x="511" y="3478"/>
                <a:ext cx="242"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04" name="Rectangle 115"/>
              <p:cNvSpPr>
                <a:spLocks noChangeArrowheads="1"/>
              </p:cNvSpPr>
              <p:nvPr userDrawn="1"/>
            </p:nvSpPr>
            <p:spPr bwMode="ltGray">
              <a:xfrm rot="3283992">
                <a:off x="35" y="2798"/>
                <a:ext cx="242"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05" name="Rectangle 116"/>
              <p:cNvSpPr>
                <a:spLocks noChangeArrowheads="1"/>
              </p:cNvSpPr>
              <p:nvPr userDrawn="1"/>
            </p:nvSpPr>
            <p:spPr bwMode="ltGray">
              <a:xfrm rot="-1876771">
                <a:off x="700" y="2851"/>
                <a:ext cx="317"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06" name="Rectangle 117"/>
              <p:cNvSpPr>
                <a:spLocks noChangeArrowheads="1"/>
              </p:cNvSpPr>
              <p:nvPr userDrawn="1"/>
            </p:nvSpPr>
            <p:spPr bwMode="ltGray">
              <a:xfrm rot="5908516">
                <a:off x="200" y="3915"/>
                <a:ext cx="138"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07" name="Rectangle 118"/>
              <p:cNvSpPr>
                <a:spLocks noChangeArrowheads="1"/>
              </p:cNvSpPr>
              <p:nvPr userDrawn="1"/>
            </p:nvSpPr>
            <p:spPr bwMode="ltGray">
              <a:xfrm rot="6683973">
                <a:off x="45" y="3915"/>
                <a:ext cx="144"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08" name="Rectangle 119"/>
              <p:cNvSpPr>
                <a:spLocks noChangeArrowheads="1"/>
              </p:cNvSpPr>
              <p:nvPr userDrawn="1"/>
            </p:nvSpPr>
            <p:spPr bwMode="ltGray">
              <a:xfrm rot="5245609">
                <a:off x="361" y="3893"/>
                <a:ext cx="132"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09" name="Rectangle 120"/>
              <p:cNvSpPr>
                <a:spLocks noChangeArrowheads="1"/>
              </p:cNvSpPr>
              <p:nvPr userDrawn="1"/>
            </p:nvSpPr>
            <p:spPr bwMode="ltGray">
              <a:xfrm rot="4500520">
                <a:off x="522" y="3847"/>
                <a:ext cx="132"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10" name="Rectangle 121"/>
              <p:cNvSpPr>
                <a:spLocks noChangeArrowheads="1"/>
              </p:cNvSpPr>
              <p:nvPr userDrawn="1"/>
            </p:nvSpPr>
            <p:spPr bwMode="ltGray">
              <a:xfrm rot="3805227">
                <a:off x="670" y="3778"/>
                <a:ext cx="132"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11" name="Rectangle 122"/>
              <p:cNvSpPr>
                <a:spLocks noChangeArrowheads="1"/>
              </p:cNvSpPr>
              <p:nvPr userDrawn="1"/>
            </p:nvSpPr>
            <p:spPr bwMode="ltGray">
              <a:xfrm rot="3060138">
                <a:off x="813" y="3688"/>
                <a:ext cx="132"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12" name="Rectangle 123"/>
              <p:cNvSpPr>
                <a:spLocks noChangeArrowheads="1"/>
              </p:cNvSpPr>
              <p:nvPr userDrawn="1"/>
            </p:nvSpPr>
            <p:spPr bwMode="ltGray">
              <a:xfrm rot="2090281">
                <a:off x="938" y="3582"/>
                <a:ext cx="132"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13" name="Rectangle 124"/>
              <p:cNvSpPr>
                <a:spLocks noChangeArrowheads="1"/>
              </p:cNvSpPr>
              <p:nvPr userDrawn="1"/>
            </p:nvSpPr>
            <p:spPr bwMode="ltGray">
              <a:xfrm rot="-7168347">
                <a:off x="-18" y="2506"/>
                <a:ext cx="132"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14" name="Rectangle 125"/>
              <p:cNvSpPr>
                <a:spLocks noChangeArrowheads="1"/>
              </p:cNvSpPr>
              <p:nvPr userDrawn="1"/>
            </p:nvSpPr>
            <p:spPr bwMode="ltGray">
              <a:xfrm rot="-6406501">
                <a:off x="136" y="2433"/>
                <a:ext cx="132"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15" name="Rectangle 126"/>
              <p:cNvSpPr>
                <a:spLocks noChangeArrowheads="1"/>
              </p:cNvSpPr>
              <p:nvPr userDrawn="1"/>
            </p:nvSpPr>
            <p:spPr bwMode="ltGray">
              <a:xfrm rot="-4970620">
                <a:off x="447" y="2364"/>
                <a:ext cx="138"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16" name="Rectangle 127"/>
              <p:cNvSpPr>
                <a:spLocks noChangeArrowheads="1"/>
              </p:cNvSpPr>
              <p:nvPr userDrawn="1"/>
            </p:nvSpPr>
            <p:spPr bwMode="ltGray">
              <a:xfrm rot="-4298502">
                <a:off x="597" y="2360"/>
                <a:ext cx="150"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17" name="Rectangle 128"/>
              <p:cNvSpPr>
                <a:spLocks noChangeArrowheads="1"/>
              </p:cNvSpPr>
              <p:nvPr userDrawn="1"/>
            </p:nvSpPr>
            <p:spPr bwMode="ltGray">
              <a:xfrm rot="-3676305">
                <a:off x="739" y="2386"/>
                <a:ext cx="155"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18" name="Rectangle 129"/>
              <p:cNvSpPr>
                <a:spLocks noChangeArrowheads="1"/>
              </p:cNvSpPr>
              <p:nvPr userDrawn="1"/>
            </p:nvSpPr>
            <p:spPr bwMode="ltGray">
              <a:xfrm rot="-3188616">
                <a:off x="869" y="2430"/>
                <a:ext cx="167"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19" name="Rectangle 130"/>
              <p:cNvSpPr>
                <a:spLocks noChangeArrowheads="1"/>
              </p:cNvSpPr>
              <p:nvPr userDrawn="1"/>
            </p:nvSpPr>
            <p:spPr bwMode="ltGray">
              <a:xfrm rot="-2610246">
                <a:off x="984" y="2497"/>
                <a:ext cx="167"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20" name="Rectangle 131"/>
              <p:cNvSpPr>
                <a:spLocks noChangeArrowheads="1"/>
              </p:cNvSpPr>
              <p:nvPr userDrawn="1"/>
            </p:nvSpPr>
            <p:spPr bwMode="ltGray">
              <a:xfrm rot="-2190008">
                <a:off x="1075" y="2585"/>
                <a:ext cx="173"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21" name="Rectangle 132"/>
              <p:cNvSpPr>
                <a:spLocks noChangeArrowheads="1"/>
              </p:cNvSpPr>
              <p:nvPr userDrawn="1"/>
            </p:nvSpPr>
            <p:spPr bwMode="ltGray">
              <a:xfrm rot="-1728558">
                <a:off x="1147" y="2688"/>
                <a:ext cx="167"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22" name="Rectangle 133"/>
              <p:cNvSpPr>
                <a:spLocks noChangeArrowheads="1"/>
              </p:cNvSpPr>
              <p:nvPr userDrawn="1"/>
            </p:nvSpPr>
            <p:spPr bwMode="ltGray">
              <a:xfrm rot="-1172118">
                <a:off x="1198" y="2805"/>
                <a:ext cx="167"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23" name="Rectangle 134"/>
              <p:cNvSpPr>
                <a:spLocks noChangeArrowheads="1"/>
              </p:cNvSpPr>
              <p:nvPr userDrawn="1"/>
            </p:nvSpPr>
            <p:spPr bwMode="ltGray">
              <a:xfrm rot="-753845">
                <a:off x="1218" y="2930"/>
                <a:ext cx="167"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24" name="Rectangle 135"/>
              <p:cNvSpPr>
                <a:spLocks noChangeArrowheads="1"/>
              </p:cNvSpPr>
              <p:nvPr userDrawn="1"/>
            </p:nvSpPr>
            <p:spPr bwMode="ltGray">
              <a:xfrm rot="-287823">
                <a:off x="1213" y="3066"/>
                <a:ext cx="167"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25" name="Rectangle 136"/>
              <p:cNvSpPr>
                <a:spLocks noChangeArrowheads="1"/>
              </p:cNvSpPr>
              <p:nvPr userDrawn="1"/>
            </p:nvSpPr>
            <p:spPr bwMode="ltGray">
              <a:xfrm rot="696741">
                <a:off x="1126" y="3337"/>
                <a:ext cx="150"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26" name="Rectangle 137"/>
              <p:cNvSpPr>
                <a:spLocks noChangeArrowheads="1"/>
              </p:cNvSpPr>
              <p:nvPr userDrawn="1"/>
            </p:nvSpPr>
            <p:spPr bwMode="ltGray">
              <a:xfrm rot="1529990">
                <a:off x="1041" y="3465"/>
                <a:ext cx="140"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27" name="Freeform 138"/>
              <p:cNvSpPr>
                <a:spLocks/>
              </p:cNvSpPr>
              <p:nvPr userDrawn="1"/>
            </p:nvSpPr>
            <p:spPr bwMode="ltGray">
              <a:xfrm>
                <a:off x="850" y="3136"/>
                <a:ext cx="204" cy="120"/>
              </a:xfrm>
              <a:custGeom>
                <a:avLst/>
                <a:gdLst>
                  <a:gd name="T0" fmla="*/ 168 w 204"/>
                  <a:gd name="T1" fmla="*/ 120 h 120"/>
                  <a:gd name="T2" fmla="*/ 204 w 204"/>
                  <a:gd name="T3" fmla="*/ 12 h 120"/>
                  <a:gd name="T4" fmla="*/ 42 w 204"/>
                  <a:gd name="T5" fmla="*/ 0 h 120"/>
                  <a:gd name="T6" fmla="*/ 0 w 204"/>
                  <a:gd name="T7" fmla="*/ 108 h 120"/>
                  <a:gd name="T8" fmla="*/ 30 w 204"/>
                  <a:gd name="T9" fmla="*/ 114 h 120"/>
                  <a:gd name="T10" fmla="*/ 60 w 204"/>
                  <a:gd name="T11" fmla="*/ 30 h 120"/>
                  <a:gd name="T12" fmla="*/ 102 w 204"/>
                  <a:gd name="T13" fmla="*/ 36 h 120"/>
                  <a:gd name="T14" fmla="*/ 78 w 204"/>
                  <a:gd name="T15" fmla="*/ 108 h 120"/>
                  <a:gd name="T16" fmla="*/ 102 w 204"/>
                  <a:gd name="T17" fmla="*/ 108 h 120"/>
                  <a:gd name="T18" fmla="*/ 132 w 204"/>
                  <a:gd name="T19" fmla="*/ 36 h 120"/>
                  <a:gd name="T20" fmla="*/ 162 w 204"/>
                  <a:gd name="T21" fmla="*/ 36 h 120"/>
                  <a:gd name="T22" fmla="*/ 138 w 204"/>
                  <a:gd name="T23" fmla="*/ 114 h 120"/>
                  <a:gd name="T24" fmla="*/ 168 w 204"/>
                  <a:gd name="T25" fmla="*/ 120 h 12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04" h="120">
                    <a:moveTo>
                      <a:pt x="168" y="120"/>
                    </a:moveTo>
                    <a:lnTo>
                      <a:pt x="204" y="12"/>
                    </a:lnTo>
                    <a:lnTo>
                      <a:pt x="42" y="0"/>
                    </a:lnTo>
                    <a:lnTo>
                      <a:pt x="0" y="108"/>
                    </a:lnTo>
                    <a:lnTo>
                      <a:pt x="30" y="114"/>
                    </a:lnTo>
                    <a:lnTo>
                      <a:pt x="60" y="30"/>
                    </a:lnTo>
                    <a:lnTo>
                      <a:pt x="102" y="36"/>
                    </a:lnTo>
                    <a:lnTo>
                      <a:pt x="78" y="108"/>
                    </a:lnTo>
                    <a:lnTo>
                      <a:pt x="102" y="108"/>
                    </a:lnTo>
                    <a:lnTo>
                      <a:pt x="132" y="36"/>
                    </a:lnTo>
                    <a:lnTo>
                      <a:pt x="162" y="36"/>
                    </a:lnTo>
                    <a:lnTo>
                      <a:pt x="138" y="114"/>
                    </a:lnTo>
                    <a:lnTo>
                      <a:pt x="168" y="120"/>
                    </a:lnTo>
                    <a:close/>
                  </a:path>
                </a:pathLst>
              </a:custGeom>
              <a:solidFill>
                <a:schemeClr val="bg2"/>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eaLnBrk="0" fontAlgn="base" hangingPunct="0">
                  <a:spcBef>
                    <a:spcPct val="0"/>
                  </a:spcBef>
                  <a:spcAft>
                    <a:spcPct val="0"/>
                  </a:spcAft>
                </a:pPr>
                <a:endParaRPr lang="en-US" sz="4400">
                  <a:solidFill>
                    <a:srgbClr val="FFFFCC"/>
                  </a:solidFill>
                  <a:latin typeface="Arial" panose="020B0604020202020204" pitchFamily="34" charset="0"/>
                </a:endParaRPr>
              </a:p>
            </p:txBody>
          </p:sp>
          <p:sp>
            <p:nvSpPr>
              <p:cNvPr id="128" name="Freeform 139"/>
              <p:cNvSpPr>
                <a:spLocks/>
              </p:cNvSpPr>
              <p:nvPr userDrawn="1"/>
            </p:nvSpPr>
            <p:spPr bwMode="ltGray">
              <a:xfrm>
                <a:off x="19" y="2722"/>
                <a:ext cx="90" cy="78"/>
              </a:xfrm>
              <a:custGeom>
                <a:avLst/>
                <a:gdLst>
                  <a:gd name="T0" fmla="*/ 66 w 90"/>
                  <a:gd name="T1" fmla="*/ 36 h 78"/>
                  <a:gd name="T2" fmla="*/ 66 w 90"/>
                  <a:gd name="T3" fmla="*/ 36 h 78"/>
                  <a:gd name="T4" fmla="*/ 18 w 90"/>
                  <a:gd name="T5" fmla="*/ 24 h 78"/>
                  <a:gd name="T6" fmla="*/ 0 w 90"/>
                  <a:gd name="T7" fmla="*/ 30 h 78"/>
                  <a:gd name="T8" fmla="*/ 36 w 90"/>
                  <a:gd name="T9" fmla="*/ 78 h 78"/>
                  <a:gd name="T10" fmla="*/ 48 w 90"/>
                  <a:gd name="T11" fmla="*/ 72 h 78"/>
                  <a:gd name="T12" fmla="*/ 24 w 90"/>
                  <a:gd name="T13" fmla="*/ 36 h 78"/>
                  <a:gd name="T14" fmla="*/ 24 w 90"/>
                  <a:gd name="T15" fmla="*/ 36 h 78"/>
                  <a:gd name="T16" fmla="*/ 72 w 90"/>
                  <a:gd name="T17" fmla="*/ 54 h 78"/>
                  <a:gd name="T18" fmla="*/ 90 w 90"/>
                  <a:gd name="T19" fmla="*/ 42 h 78"/>
                  <a:gd name="T20" fmla="*/ 54 w 90"/>
                  <a:gd name="T21" fmla="*/ 0 h 78"/>
                  <a:gd name="T22" fmla="*/ 42 w 90"/>
                  <a:gd name="T23" fmla="*/ 6 h 78"/>
                  <a:gd name="T24" fmla="*/ 66 w 90"/>
                  <a:gd name="T25" fmla="*/ 36 h 7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90" h="78">
                    <a:moveTo>
                      <a:pt x="66" y="36"/>
                    </a:moveTo>
                    <a:lnTo>
                      <a:pt x="66" y="36"/>
                    </a:lnTo>
                    <a:lnTo>
                      <a:pt x="18" y="24"/>
                    </a:lnTo>
                    <a:lnTo>
                      <a:pt x="0" y="30"/>
                    </a:lnTo>
                    <a:lnTo>
                      <a:pt x="36" y="78"/>
                    </a:lnTo>
                    <a:lnTo>
                      <a:pt x="48" y="72"/>
                    </a:lnTo>
                    <a:lnTo>
                      <a:pt x="24" y="36"/>
                    </a:lnTo>
                    <a:lnTo>
                      <a:pt x="72" y="54"/>
                    </a:lnTo>
                    <a:lnTo>
                      <a:pt x="90" y="42"/>
                    </a:lnTo>
                    <a:lnTo>
                      <a:pt x="54" y="0"/>
                    </a:lnTo>
                    <a:lnTo>
                      <a:pt x="42" y="6"/>
                    </a:lnTo>
                    <a:lnTo>
                      <a:pt x="66" y="36"/>
                    </a:lnTo>
                    <a:close/>
                  </a:path>
                </a:pathLst>
              </a:custGeom>
              <a:solidFill>
                <a:schemeClr val="bg2"/>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eaLnBrk="0" fontAlgn="base" hangingPunct="0">
                  <a:spcBef>
                    <a:spcPct val="0"/>
                  </a:spcBef>
                  <a:spcAft>
                    <a:spcPct val="0"/>
                  </a:spcAft>
                </a:pPr>
                <a:endParaRPr lang="en-US" sz="4400">
                  <a:solidFill>
                    <a:srgbClr val="FFFFCC"/>
                  </a:solidFill>
                  <a:latin typeface="Arial" panose="020B0604020202020204" pitchFamily="34" charset="0"/>
                </a:endParaRPr>
              </a:p>
            </p:txBody>
          </p:sp>
          <p:sp>
            <p:nvSpPr>
              <p:cNvPr id="129" name="Freeform 140"/>
              <p:cNvSpPr>
                <a:spLocks/>
              </p:cNvSpPr>
              <p:nvPr userDrawn="1"/>
            </p:nvSpPr>
            <p:spPr bwMode="ltGray">
              <a:xfrm>
                <a:off x="97" y="2651"/>
                <a:ext cx="101" cy="89"/>
              </a:xfrm>
              <a:custGeom>
                <a:avLst/>
                <a:gdLst>
                  <a:gd name="T0" fmla="*/ 54 w 101"/>
                  <a:gd name="T1" fmla="*/ 89 h 89"/>
                  <a:gd name="T2" fmla="*/ 65 w 101"/>
                  <a:gd name="T3" fmla="*/ 83 h 89"/>
                  <a:gd name="T4" fmla="*/ 48 w 101"/>
                  <a:gd name="T5" fmla="*/ 35 h 89"/>
                  <a:gd name="T6" fmla="*/ 89 w 101"/>
                  <a:gd name="T7" fmla="*/ 65 h 89"/>
                  <a:gd name="T8" fmla="*/ 101 w 101"/>
                  <a:gd name="T9" fmla="*/ 59 h 89"/>
                  <a:gd name="T10" fmla="*/ 83 w 101"/>
                  <a:gd name="T11" fmla="*/ 0 h 89"/>
                  <a:gd name="T12" fmla="*/ 71 w 101"/>
                  <a:gd name="T13" fmla="*/ 12 h 89"/>
                  <a:gd name="T14" fmla="*/ 83 w 101"/>
                  <a:gd name="T15" fmla="*/ 41 h 89"/>
                  <a:gd name="T16" fmla="*/ 48 w 101"/>
                  <a:gd name="T17" fmla="*/ 23 h 89"/>
                  <a:gd name="T18" fmla="*/ 36 w 101"/>
                  <a:gd name="T19" fmla="*/ 29 h 89"/>
                  <a:gd name="T20" fmla="*/ 45 w 101"/>
                  <a:gd name="T21" fmla="*/ 68 h 89"/>
                  <a:gd name="T22" fmla="*/ 18 w 101"/>
                  <a:gd name="T23" fmla="*/ 41 h 89"/>
                  <a:gd name="T24" fmla="*/ 0 w 101"/>
                  <a:gd name="T25" fmla="*/ 53 h 89"/>
                  <a:gd name="T26" fmla="*/ 54 w 101"/>
                  <a:gd name="T27" fmla="*/ 89 h 8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01" h="89">
                    <a:moveTo>
                      <a:pt x="54" y="89"/>
                    </a:moveTo>
                    <a:lnTo>
                      <a:pt x="65" y="83"/>
                    </a:lnTo>
                    <a:lnTo>
                      <a:pt x="48" y="35"/>
                    </a:lnTo>
                    <a:lnTo>
                      <a:pt x="89" y="65"/>
                    </a:lnTo>
                    <a:lnTo>
                      <a:pt x="101" y="59"/>
                    </a:lnTo>
                    <a:lnTo>
                      <a:pt x="83" y="0"/>
                    </a:lnTo>
                    <a:lnTo>
                      <a:pt x="71" y="12"/>
                    </a:lnTo>
                    <a:lnTo>
                      <a:pt x="83" y="41"/>
                    </a:lnTo>
                    <a:lnTo>
                      <a:pt x="48" y="23"/>
                    </a:lnTo>
                    <a:lnTo>
                      <a:pt x="36" y="29"/>
                    </a:lnTo>
                    <a:lnTo>
                      <a:pt x="45" y="68"/>
                    </a:lnTo>
                    <a:lnTo>
                      <a:pt x="18" y="41"/>
                    </a:lnTo>
                    <a:lnTo>
                      <a:pt x="0" y="53"/>
                    </a:lnTo>
                    <a:lnTo>
                      <a:pt x="54" y="89"/>
                    </a:lnTo>
                    <a:close/>
                  </a:path>
                </a:pathLst>
              </a:custGeom>
              <a:solidFill>
                <a:schemeClr val="bg2"/>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eaLnBrk="0" fontAlgn="base" hangingPunct="0">
                  <a:spcBef>
                    <a:spcPct val="0"/>
                  </a:spcBef>
                  <a:spcAft>
                    <a:spcPct val="0"/>
                  </a:spcAft>
                </a:pPr>
                <a:endParaRPr lang="en-US" sz="4400">
                  <a:solidFill>
                    <a:srgbClr val="FFFFCC"/>
                  </a:solidFill>
                  <a:latin typeface="Arial" panose="020B0604020202020204" pitchFamily="34" charset="0"/>
                </a:endParaRPr>
              </a:p>
            </p:txBody>
          </p:sp>
          <p:sp>
            <p:nvSpPr>
              <p:cNvPr id="130" name="Freeform 141"/>
              <p:cNvSpPr>
                <a:spLocks/>
              </p:cNvSpPr>
              <p:nvPr userDrawn="1"/>
            </p:nvSpPr>
            <p:spPr bwMode="ltGray">
              <a:xfrm>
                <a:off x="677" y="3502"/>
                <a:ext cx="83" cy="78"/>
              </a:xfrm>
              <a:custGeom>
                <a:avLst/>
                <a:gdLst>
                  <a:gd name="T0" fmla="*/ 36 w 83"/>
                  <a:gd name="T1" fmla="*/ 78 h 78"/>
                  <a:gd name="T2" fmla="*/ 83 w 83"/>
                  <a:gd name="T3" fmla="*/ 48 h 78"/>
                  <a:gd name="T4" fmla="*/ 54 w 83"/>
                  <a:gd name="T5" fmla="*/ 0 h 78"/>
                  <a:gd name="T6" fmla="*/ 0 w 83"/>
                  <a:gd name="T7" fmla="*/ 30 h 78"/>
                  <a:gd name="T8" fmla="*/ 6 w 83"/>
                  <a:gd name="T9" fmla="*/ 36 h 78"/>
                  <a:gd name="T10" fmla="*/ 42 w 83"/>
                  <a:gd name="T11" fmla="*/ 18 h 78"/>
                  <a:gd name="T12" fmla="*/ 54 w 83"/>
                  <a:gd name="T13" fmla="*/ 30 h 78"/>
                  <a:gd name="T14" fmla="*/ 24 w 83"/>
                  <a:gd name="T15" fmla="*/ 48 h 78"/>
                  <a:gd name="T16" fmla="*/ 30 w 83"/>
                  <a:gd name="T17" fmla="*/ 54 h 78"/>
                  <a:gd name="T18" fmla="*/ 60 w 83"/>
                  <a:gd name="T19" fmla="*/ 36 h 78"/>
                  <a:gd name="T20" fmla="*/ 66 w 83"/>
                  <a:gd name="T21" fmla="*/ 48 h 78"/>
                  <a:gd name="T22" fmla="*/ 30 w 83"/>
                  <a:gd name="T23" fmla="*/ 66 h 78"/>
                  <a:gd name="T24" fmla="*/ 36 w 83"/>
                  <a:gd name="T25" fmla="*/ 78 h 7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3" h="78">
                    <a:moveTo>
                      <a:pt x="36" y="78"/>
                    </a:moveTo>
                    <a:lnTo>
                      <a:pt x="83" y="48"/>
                    </a:lnTo>
                    <a:lnTo>
                      <a:pt x="54" y="0"/>
                    </a:lnTo>
                    <a:lnTo>
                      <a:pt x="0" y="30"/>
                    </a:lnTo>
                    <a:lnTo>
                      <a:pt x="6" y="36"/>
                    </a:lnTo>
                    <a:lnTo>
                      <a:pt x="42" y="18"/>
                    </a:lnTo>
                    <a:lnTo>
                      <a:pt x="54" y="30"/>
                    </a:lnTo>
                    <a:lnTo>
                      <a:pt x="24" y="48"/>
                    </a:lnTo>
                    <a:lnTo>
                      <a:pt x="30" y="54"/>
                    </a:lnTo>
                    <a:lnTo>
                      <a:pt x="60" y="36"/>
                    </a:lnTo>
                    <a:lnTo>
                      <a:pt x="66" y="48"/>
                    </a:lnTo>
                    <a:lnTo>
                      <a:pt x="30" y="66"/>
                    </a:lnTo>
                    <a:lnTo>
                      <a:pt x="36" y="78"/>
                    </a:lnTo>
                    <a:close/>
                  </a:path>
                </a:pathLst>
              </a:custGeom>
              <a:solidFill>
                <a:schemeClr val="bg2"/>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eaLnBrk="0" fontAlgn="base" hangingPunct="0">
                  <a:spcBef>
                    <a:spcPct val="0"/>
                  </a:spcBef>
                  <a:spcAft>
                    <a:spcPct val="0"/>
                  </a:spcAft>
                </a:pPr>
                <a:endParaRPr lang="en-US" sz="4400">
                  <a:solidFill>
                    <a:srgbClr val="FFFFCC"/>
                  </a:solidFill>
                  <a:latin typeface="Arial" panose="020B0604020202020204" pitchFamily="34" charset="0"/>
                </a:endParaRPr>
              </a:p>
            </p:txBody>
          </p:sp>
          <p:sp>
            <p:nvSpPr>
              <p:cNvPr id="131" name="Freeform 142"/>
              <p:cNvSpPr>
                <a:spLocks/>
              </p:cNvSpPr>
              <p:nvPr userDrawn="1"/>
            </p:nvSpPr>
            <p:spPr bwMode="ltGray">
              <a:xfrm>
                <a:off x="940" y="2782"/>
                <a:ext cx="90" cy="72"/>
              </a:xfrm>
              <a:custGeom>
                <a:avLst/>
                <a:gdLst>
                  <a:gd name="T0" fmla="*/ 90 w 90"/>
                  <a:gd name="T1" fmla="*/ 30 h 72"/>
                  <a:gd name="T2" fmla="*/ 66 w 90"/>
                  <a:gd name="T3" fmla="*/ 0 h 72"/>
                  <a:gd name="T4" fmla="*/ 0 w 90"/>
                  <a:gd name="T5" fmla="*/ 36 h 72"/>
                  <a:gd name="T6" fmla="*/ 24 w 90"/>
                  <a:gd name="T7" fmla="*/ 72 h 72"/>
                  <a:gd name="T8" fmla="*/ 36 w 90"/>
                  <a:gd name="T9" fmla="*/ 66 h 72"/>
                  <a:gd name="T10" fmla="*/ 18 w 90"/>
                  <a:gd name="T11" fmla="*/ 42 h 72"/>
                  <a:gd name="T12" fmla="*/ 36 w 90"/>
                  <a:gd name="T13" fmla="*/ 30 h 72"/>
                  <a:gd name="T14" fmla="*/ 54 w 90"/>
                  <a:gd name="T15" fmla="*/ 54 h 72"/>
                  <a:gd name="T16" fmla="*/ 60 w 90"/>
                  <a:gd name="T17" fmla="*/ 48 h 72"/>
                  <a:gd name="T18" fmla="*/ 48 w 90"/>
                  <a:gd name="T19" fmla="*/ 24 h 72"/>
                  <a:gd name="T20" fmla="*/ 60 w 90"/>
                  <a:gd name="T21" fmla="*/ 12 h 72"/>
                  <a:gd name="T22" fmla="*/ 78 w 90"/>
                  <a:gd name="T23" fmla="*/ 42 h 72"/>
                  <a:gd name="T24" fmla="*/ 90 w 90"/>
                  <a:gd name="T25" fmla="*/ 30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90" h="72">
                    <a:moveTo>
                      <a:pt x="90" y="30"/>
                    </a:moveTo>
                    <a:lnTo>
                      <a:pt x="66" y="0"/>
                    </a:lnTo>
                    <a:lnTo>
                      <a:pt x="0" y="36"/>
                    </a:lnTo>
                    <a:lnTo>
                      <a:pt x="24" y="72"/>
                    </a:lnTo>
                    <a:lnTo>
                      <a:pt x="36" y="66"/>
                    </a:lnTo>
                    <a:lnTo>
                      <a:pt x="18" y="42"/>
                    </a:lnTo>
                    <a:lnTo>
                      <a:pt x="36" y="30"/>
                    </a:lnTo>
                    <a:lnTo>
                      <a:pt x="54" y="54"/>
                    </a:lnTo>
                    <a:lnTo>
                      <a:pt x="60" y="48"/>
                    </a:lnTo>
                    <a:lnTo>
                      <a:pt x="48" y="24"/>
                    </a:lnTo>
                    <a:lnTo>
                      <a:pt x="60" y="12"/>
                    </a:lnTo>
                    <a:lnTo>
                      <a:pt x="78" y="42"/>
                    </a:lnTo>
                    <a:lnTo>
                      <a:pt x="90" y="30"/>
                    </a:lnTo>
                    <a:close/>
                  </a:path>
                </a:pathLst>
              </a:custGeom>
              <a:solidFill>
                <a:schemeClr val="bg2"/>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eaLnBrk="0" fontAlgn="base" hangingPunct="0">
                  <a:spcBef>
                    <a:spcPct val="0"/>
                  </a:spcBef>
                  <a:spcAft>
                    <a:spcPct val="0"/>
                  </a:spcAft>
                </a:pPr>
                <a:endParaRPr lang="en-US" sz="4400">
                  <a:solidFill>
                    <a:srgbClr val="FFFFCC"/>
                  </a:solidFill>
                  <a:latin typeface="Arial" panose="020B0604020202020204" pitchFamily="34" charset="0"/>
                </a:endParaRPr>
              </a:p>
            </p:txBody>
          </p:sp>
          <p:sp>
            <p:nvSpPr>
              <p:cNvPr id="132" name="Freeform 143"/>
              <p:cNvSpPr>
                <a:spLocks/>
              </p:cNvSpPr>
              <p:nvPr userDrawn="1"/>
            </p:nvSpPr>
            <p:spPr bwMode="ltGray">
              <a:xfrm>
                <a:off x="898" y="2716"/>
                <a:ext cx="90" cy="84"/>
              </a:xfrm>
              <a:custGeom>
                <a:avLst/>
                <a:gdLst>
                  <a:gd name="T0" fmla="*/ 42 w 90"/>
                  <a:gd name="T1" fmla="*/ 60 h 84"/>
                  <a:gd name="T2" fmla="*/ 42 w 90"/>
                  <a:gd name="T3" fmla="*/ 60 h 84"/>
                  <a:gd name="T4" fmla="*/ 72 w 90"/>
                  <a:gd name="T5" fmla="*/ 12 h 84"/>
                  <a:gd name="T6" fmla="*/ 66 w 90"/>
                  <a:gd name="T7" fmla="*/ 0 h 84"/>
                  <a:gd name="T8" fmla="*/ 0 w 90"/>
                  <a:gd name="T9" fmla="*/ 42 h 84"/>
                  <a:gd name="T10" fmla="*/ 6 w 90"/>
                  <a:gd name="T11" fmla="*/ 54 h 84"/>
                  <a:gd name="T12" fmla="*/ 54 w 90"/>
                  <a:gd name="T13" fmla="*/ 24 h 84"/>
                  <a:gd name="T14" fmla="*/ 54 w 90"/>
                  <a:gd name="T15" fmla="*/ 24 h 84"/>
                  <a:gd name="T16" fmla="*/ 18 w 90"/>
                  <a:gd name="T17" fmla="*/ 72 h 84"/>
                  <a:gd name="T18" fmla="*/ 24 w 90"/>
                  <a:gd name="T19" fmla="*/ 84 h 84"/>
                  <a:gd name="T20" fmla="*/ 90 w 90"/>
                  <a:gd name="T21" fmla="*/ 42 h 84"/>
                  <a:gd name="T22" fmla="*/ 84 w 90"/>
                  <a:gd name="T23" fmla="*/ 30 h 84"/>
                  <a:gd name="T24" fmla="*/ 42 w 90"/>
                  <a:gd name="T25" fmla="*/ 60 h 8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90" h="84">
                    <a:moveTo>
                      <a:pt x="42" y="60"/>
                    </a:moveTo>
                    <a:lnTo>
                      <a:pt x="42" y="60"/>
                    </a:lnTo>
                    <a:lnTo>
                      <a:pt x="72" y="12"/>
                    </a:lnTo>
                    <a:lnTo>
                      <a:pt x="66" y="0"/>
                    </a:lnTo>
                    <a:lnTo>
                      <a:pt x="0" y="42"/>
                    </a:lnTo>
                    <a:lnTo>
                      <a:pt x="6" y="54"/>
                    </a:lnTo>
                    <a:lnTo>
                      <a:pt x="54" y="24"/>
                    </a:lnTo>
                    <a:lnTo>
                      <a:pt x="18" y="72"/>
                    </a:lnTo>
                    <a:lnTo>
                      <a:pt x="24" y="84"/>
                    </a:lnTo>
                    <a:lnTo>
                      <a:pt x="90" y="42"/>
                    </a:lnTo>
                    <a:lnTo>
                      <a:pt x="84" y="30"/>
                    </a:lnTo>
                    <a:lnTo>
                      <a:pt x="42" y="60"/>
                    </a:lnTo>
                    <a:close/>
                  </a:path>
                </a:pathLst>
              </a:custGeom>
              <a:solidFill>
                <a:schemeClr val="bg2"/>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eaLnBrk="0" fontAlgn="base" hangingPunct="0">
                  <a:spcBef>
                    <a:spcPct val="0"/>
                  </a:spcBef>
                  <a:spcAft>
                    <a:spcPct val="0"/>
                  </a:spcAft>
                </a:pPr>
                <a:endParaRPr lang="en-US" sz="4400">
                  <a:solidFill>
                    <a:srgbClr val="FFFFCC"/>
                  </a:solidFill>
                  <a:latin typeface="Arial" panose="020B0604020202020204" pitchFamily="34" charset="0"/>
                </a:endParaRPr>
              </a:p>
            </p:txBody>
          </p:sp>
          <p:sp>
            <p:nvSpPr>
              <p:cNvPr id="133" name="Freeform 144"/>
              <p:cNvSpPr>
                <a:spLocks/>
              </p:cNvSpPr>
              <p:nvPr userDrawn="1"/>
            </p:nvSpPr>
            <p:spPr bwMode="ltGray">
              <a:xfrm>
                <a:off x="7" y="3837"/>
                <a:ext cx="6" cy="12"/>
              </a:xfrm>
              <a:custGeom>
                <a:avLst/>
                <a:gdLst>
                  <a:gd name="T0" fmla="*/ 6 w 6"/>
                  <a:gd name="T1" fmla="*/ 0 h 12"/>
                  <a:gd name="T2" fmla="*/ 6 w 6"/>
                  <a:gd name="T3" fmla="*/ 0 h 12"/>
                  <a:gd name="T4" fmla="*/ 0 w 6"/>
                  <a:gd name="T5" fmla="*/ 0 h 12"/>
                  <a:gd name="T6" fmla="*/ 0 w 6"/>
                  <a:gd name="T7" fmla="*/ 0 h 12"/>
                  <a:gd name="T8" fmla="*/ 0 w 6"/>
                  <a:gd name="T9" fmla="*/ 12 h 12"/>
                  <a:gd name="T10" fmla="*/ 6 w 6"/>
                  <a:gd name="T11" fmla="*/ 0 h 12"/>
                  <a:gd name="T12" fmla="*/ 6 w 6"/>
                  <a:gd name="T13" fmla="*/ 0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 h="12">
                    <a:moveTo>
                      <a:pt x="6" y="0"/>
                    </a:moveTo>
                    <a:lnTo>
                      <a:pt x="6" y="0"/>
                    </a:lnTo>
                    <a:lnTo>
                      <a:pt x="0" y="0"/>
                    </a:lnTo>
                    <a:lnTo>
                      <a:pt x="0" y="12"/>
                    </a:lnTo>
                    <a:lnTo>
                      <a:pt x="6" y="0"/>
                    </a:lnTo>
                    <a:close/>
                  </a:path>
                </a:pathLst>
              </a:custGeom>
              <a:solidFill>
                <a:schemeClr val="bg2"/>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eaLnBrk="0" fontAlgn="base" hangingPunct="0">
                  <a:spcBef>
                    <a:spcPct val="0"/>
                  </a:spcBef>
                  <a:spcAft>
                    <a:spcPct val="0"/>
                  </a:spcAft>
                </a:pPr>
                <a:endParaRPr lang="en-US" sz="4400">
                  <a:solidFill>
                    <a:srgbClr val="FFFFCC"/>
                  </a:solidFill>
                  <a:latin typeface="Arial" panose="020B0604020202020204" pitchFamily="34" charset="0"/>
                </a:endParaRPr>
              </a:p>
            </p:txBody>
          </p:sp>
          <p:sp>
            <p:nvSpPr>
              <p:cNvPr id="134" name="Freeform 145"/>
              <p:cNvSpPr>
                <a:spLocks/>
              </p:cNvSpPr>
              <p:nvPr userDrawn="1"/>
            </p:nvSpPr>
            <p:spPr bwMode="ltGray">
              <a:xfrm>
                <a:off x="7" y="2555"/>
                <a:ext cx="30" cy="48"/>
              </a:xfrm>
              <a:custGeom>
                <a:avLst/>
                <a:gdLst>
                  <a:gd name="T0" fmla="*/ 18 w 30"/>
                  <a:gd name="T1" fmla="*/ 48 h 48"/>
                  <a:gd name="T2" fmla="*/ 18 w 30"/>
                  <a:gd name="T3" fmla="*/ 48 h 48"/>
                  <a:gd name="T4" fmla="*/ 30 w 30"/>
                  <a:gd name="T5" fmla="*/ 42 h 48"/>
                  <a:gd name="T6" fmla="*/ 0 w 30"/>
                  <a:gd name="T7" fmla="*/ 0 h 48"/>
                  <a:gd name="T8" fmla="*/ 0 w 30"/>
                  <a:gd name="T9" fmla="*/ 24 h 48"/>
                  <a:gd name="T10" fmla="*/ 18 w 30"/>
                  <a:gd name="T11" fmla="*/ 48 h 48"/>
                  <a:gd name="T12" fmla="*/ 18 w 30"/>
                  <a:gd name="T13" fmla="*/ 48 h 4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8">
                    <a:moveTo>
                      <a:pt x="18" y="48"/>
                    </a:moveTo>
                    <a:lnTo>
                      <a:pt x="18" y="48"/>
                    </a:lnTo>
                    <a:lnTo>
                      <a:pt x="30" y="42"/>
                    </a:lnTo>
                    <a:lnTo>
                      <a:pt x="0" y="0"/>
                    </a:lnTo>
                    <a:lnTo>
                      <a:pt x="0" y="24"/>
                    </a:lnTo>
                    <a:lnTo>
                      <a:pt x="18" y="48"/>
                    </a:lnTo>
                    <a:close/>
                  </a:path>
                </a:pathLst>
              </a:custGeom>
              <a:solidFill>
                <a:schemeClr val="bg2"/>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eaLnBrk="0" fontAlgn="base" hangingPunct="0">
                  <a:spcBef>
                    <a:spcPct val="0"/>
                  </a:spcBef>
                  <a:spcAft>
                    <a:spcPct val="0"/>
                  </a:spcAft>
                </a:pPr>
                <a:endParaRPr lang="en-US" sz="4400">
                  <a:solidFill>
                    <a:srgbClr val="FFFFCC"/>
                  </a:solidFill>
                  <a:latin typeface="Arial" panose="020B0604020202020204" pitchFamily="34" charset="0"/>
                </a:endParaRPr>
              </a:p>
            </p:txBody>
          </p:sp>
          <p:sp>
            <p:nvSpPr>
              <p:cNvPr id="135" name="Freeform 146"/>
              <p:cNvSpPr>
                <a:spLocks/>
              </p:cNvSpPr>
              <p:nvPr userDrawn="1"/>
            </p:nvSpPr>
            <p:spPr bwMode="ltGray">
              <a:xfrm>
                <a:off x="7" y="3843"/>
                <a:ext cx="36" cy="66"/>
              </a:xfrm>
              <a:custGeom>
                <a:avLst/>
                <a:gdLst>
                  <a:gd name="T0" fmla="*/ 36 w 36"/>
                  <a:gd name="T1" fmla="*/ 0 h 66"/>
                  <a:gd name="T2" fmla="*/ 24 w 36"/>
                  <a:gd name="T3" fmla="*/ 0 h 66"/>
                  <a:gd name="T4" fmla="*/ 24 w 36"/>
                  <a:gd name="T5" fmla="*/ 0 h 66"/>
                  <a:gd name="T6" fmla="*/ 0 w 36"/>
                  <a:gd name="T7" fmla="*/ 36 h 66"/>
                  <a:gd name="T8" fmla="*/ 0 w 36"/>
                  <a:gd name="T9" fmla="*/ 66 h 66"/>
                  <a:gd name="T10" fmla="*/ 36 w 36"/>
                  <a:gd name="T11" fmla="*/ 0 h 66"/>
                  <a:gd name="T12" fmla="*/ 36 w 36"/>
                  <a:gd name="T13" fmla="*/ 0 h 6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6" h="66">
                    <a:moveTo>
                      <a:pt x="36" y="0"/>
                    </a:moveTo>
                    <a:lnTo>
                      <a:pt x="24" y="0"/>
                    </a:lnTo>
                    <a:lnTo>
                      <a:pt x="0" y="36"/>
                    </a:lnTo>
                    <a:lnTo>
                      <a:pt x="0" y="66"/>
                    </a:lnTo>
                    <a:lnTo>
                      <a:pt x="36" y="0"/>
                    </a:lnTo>
                    <a:close/>
                  </a:path>
                </a:pathLst>
              </a:custGeom>
              <a:solidFill>
                <a:schemeClr val="bg2"/>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eaLnBrk="0" fontAlgn="base" hangingPunct="0">
                  <a:spcBef>
                    <a:spcPct val="0"/>
                  </a:spcBef>
                  <a:spcAft>
                    <a:spcPct val="0"/>
                  </a:spcAft>
                </a:pPr>
                <a:endParaRPr lang="en-US" sz="4400">
                  <a:solidFill>
                    <a:srgbClr val="FFFFCC"/>
                  </a:solidFill>
                  <a:latin typeface="Arial" panose="020B0604020202020204" pitchFamily="34" charset="0"/>
                </a:endParaRPr>
              </a:p>
            </p:txBody>
          </p:sp>
          <p:sp>
            <p:nvSpPr>
              <p:cNvPr id="136" name="Rectangle 147"/>
              <p:cNvSpPr>
                <a:spLocks noChangeArrowheads="1"/>
              </p:cNvSpPr>
              <p:nvPr userDrawn="1"/>
            </p:nvSpPr>
            <p:spPr bwMode="ltGray">
              <a:xfrm rot="244926">
                <a:off x="1177" y="3201"/>
                <a:ext cx="161"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37" name="Rectangle 148"/>
              <p:cNvSpPr>
                <a:spLocks noChangeArrowheads="1"/>
              </p:cNvSpPr>
              <p:nvPr userDrawn="1"/>
            </p:nvSpPr>
            <p:spPr bwMode="ltGray">
              <a:xfrm rot="-5598588">
                <a:off x="290" y="2386"/>
                <a:ext cx="138"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38" name="Freeform 149"/>
              <p:cNvSpPr>
                <a:spLocks/>
              </p:cNvSpPr>
              <p:nvPr userDrawn="1"/>
            </p:nvSpPr>
            <p:spPr bwMode="ltGray">
              <a:xfrm>
                <a:off x="139" y="3573"/>
                <a:ext cx="144" cy="154"/>
              </a:xfrm>
              <a:custGeom>
                <a:avLst/>
                <a:gdLst>
                  <a:gd name="T0" fmla="*/ 0 w 144"/>
                  <a:gd name="T1" fmla="*/ 102 h 154"/>
                  <a:gd name="T2" fmla="*/ 59 w 144"/>
                  <a:gd name="T3" fmla="*/ 154 h 154"/>
                  <a:gd name="T4" fmla="*/ 117 w 144"/>
                  <a:gd name="T5" fmla="*/ 120 h 154"/>
                  <a:gd name="T6" fmla="*/ 62 w 144"/>
                  <a:gd name="T7" fmla="*/ 55 h 154"/>
                  <a:gd name="T8" fmla="*/ 104 w 144"/>
                  <a:gd name="T9" fmla="*/ 34 h 154"/>
                  <a:gd name="T10" fmla="*/ 117 w 144"/>
                  <a:gd name="T11" fmla="*/ 53 h 154"/>
                  <a:gd name="T12" fmla="*/ 141 w 144"/>
                  <a:gd name="T13" fmla="*/ 47 h 154"/>
                  <a:gd name="T14" fmla="*/ 97 w 144"/>
                  <a:gd name="T15" fmla="*/ 2 h 154"/>
                  <a:gd name="T16" fmla="*/ 36 w 144"/>
                  <a:gd name="T17" fmla="*/ 33 h 154"/>
                  <a:gd name="T18" fmla="*/ 90 w 144"/>
                  <a:gd name="T19" fmla="*/ 107 h 154"/>
                  <a:gd name="T20" fmla="*/ 28 w 144"/>
                  <a:gd name="T21" fmla="*/ 101 h 154"/>
                  <a:gd name="T22" fmla="*/ 0 w 144"/>
                  <a:gd name="T23" fmla="*/ 102 h 15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44" h="154">
                    <a:moveTo>
                      <a:pt x="0" y="102"/>
                    </a:moveTo>
                    <a:cubicBezTo>
                      <a:pt x="6" y="140"/>
                      <a:pt x="25" y="154"/>
                      <a:pt x="59" y="154"/>
                    </a:cubicBezTo>
                    <a:cubicBezTo>
                      <a:pt x="111" y="152"/>
                      <a:pt x="106" y="130"/>
                      <a:pt x="117" y="120"/>
                    </a:cubicBezTo>
                    <a:cubicBezTo>
                      <a:pt x="119" y="61"/>
                      <a:pt x="84" y="84"/>
                      <a:pt x="62" y="55"/>
                    </a:cubicBezTo>
                    <a:cubicBezTo>
                      <a:pt x="59" y="42"/>
                      <a:pt x="78" y="11"/>
                      <a:pt x="104" y="34"/>
                    </a:cubicBezTo>
                    <a:cubicBezTo>
                      <a:pt x="108" y="41"/>
                      <a:pt x="111" y="51"/>
                      <a:pt x="117" y="53"/>
                    </a:cubicBezTo>
                    <a:cubicBezTo>
                      <a:pt x="123" y="55"/>
                      <a:pt x="144" y="55"/>
                      <a:pt x="141" y="47"/>
                    </a:cubicBezTo>
                    <a:cubicBezTo>
                      <a:pt x="138" y="39"/>
                      <a:pt x="126" y="5"/>
                      <a:pt x="97" y="2"/>
                    </a:cubicBezTo>
                    <a:cubicBezTo>
                      <a:pt x="77" y="0"/>
                      <a:pt x="48" y="0"/>
                      <a:pt x="36" y="33"/>
                    </a:cubicBezTo>
                    <a:cubicBezTo>
                      <a:pt x="15" y="89"/>
                      <a:pt x="83" y="79"/>
                      <a:pt x="90" y="107"/>
                    </a:cubicBezTo>
                    <a:cubicBezTo>
                      <a:pt x="96" y="130"/>
                      <a:pt x="34" y="147"/>
                      <a:pt x="28" y="101"/>
                    </a:cubicBezTo>
                    <a:cubicBezTo>
                      <a:pt x="12" y="104"/>
                      <a:pt x="15" y="98"/>
                      <a:pt x="0" y="102"/>
                    </a:cubicBezTo>
                    <a:close/>
                  </a:path>
                </a:pathLst>
              </a:custGeom>
              <a:solidFill>
                <a:schemeClr val="bg2"/>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eaLnBrk="0" fontAlgn="base" hangingPunct="0">
                  <a:spcBef>
                    <a:spcPct val="0"/>
                  </a:spcBef>
                  <a:spcAft>
                    <a:spcPct val="0"/>
                  </a:spcAft>
                </a:pPr>
                <a:endParaRPr lang="en-US" sz="4400">
                  <a:solidFill>
                    <a:srgbClr val="FFFFCC"/>
                  </a:solidFill>
                  <a:latin typeface="Arial" panose="020B0604020202020204" pitchFamily="34" charset="0"/>
                </a:endParaRPr>
              </a:p>
            </p:txBody>
          </p:sp>
          <p:sp>
            <p:nvSpPr>
              <p:cNvPr id="139" name="Freeform 150"/>
              <p:cNvSpPr>
                <a:spLocks/>
              </p:cNvSpPr>
              <p:nvPr userDrawn="1"/>
            </p:nvSpPr>
            <p:spPr bwMode="ltGray">
              <a:xfrm rot="-2857037">
                <a:off x="619" y="3550"/>
                <a:ext cx="68" cy="69"/>
              </a:xfrm>
              <a:custGeom>
                <a:avLst/>
                <a:gdLst>
                  <a:gd name="T0" fmla="*/ 0 w 144"/>
                  <a:gd name="T1" fmla="*/ 1 h 154"/>
                  <a:gd name="T2" fmla="*/ 0 w 144"/>
                  <a:gd name="T3" fmla="*/ 1 h 154"/>
                  <a:gd name="T4" fmla="*/ 1 w 144"/>
                  <a:gd name="T5" fmla="*/ 1 h 154"/>
                  <a:gd name="T6" fmla="*/ 0 w 144"/>
                  <a:gd name="T7" fmla="*/ 0 h 154"/>
                  <a:gd name="T8" fmla="*/ 1 w 144"/>
                  <a:gd name="T9" fmla="*/ 0 h 154"/>
                  <a:gd name="T10" fmla="*/ 1 w 144"/>
                  <a:gd name="T11" fmla="*/ 0 h 154"/>
                  <a:gd name="T12" fmla="*/ 1 w 144"/>
                  <a:gd name="T13" fmla="*/ 0 h 154"/>
                  <a:gd name="T14" fmla="*/ 1 w 144"/>
                  <a:gd name="T15" fmla="*/ 0 h 154"/>
                  <a:gd name="T16" fmla="*/ 0 w 144"/>
                  <a:gd name="T17" fmla="*/ 0 h 154"/>
                  <a:gd name="T18" fmla="*/ 1 w 144"/>
                  <a:gd name="T19" fmla="*/ 1 h 154"/>
                  <a:gd name="T20" fmla="*/ 0 w 144"/>
                  <a:gd name="T21" fmla="*/ 1 h 154"/>
                  <a:gd name="T22" fmla="*/ 0 w 144"/>
                  <a:gd name="T23" fmla="*/ 1 h 15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44" h="154">
                    <a:moveTo>
                      <a:pt x="0" y="102"/>
                    </a:moveTo>
                    <a:cubicBezTo>
                      <a:pt x="6" y="140"/>
                      <a:pt x="25" y="154"/>
                      <a:pt x="59" y="154"/>
                    </a:cubicBezTo>
                    <a:cubicBezTo>
                      <a:pt x="111" y="152"/>
                      <a:pt x="106" y="130"/>
                      <a:pt x="117" y="120"/>
                    </a:cubicBezTo>
                    <a:cubicBezTo>
                      <a:pt x="113" y="47"/>
                      <a:pt x="84" y="84"/>
                      <a:pt x="62" y="55"/>
                    </a:cubicBezTo>
                    <a:cubicBezTo>
                      <a:pt x="59" y="42"/>
                      <a:pt x="78" y="11"/>
                      <a:pt x="104" y="34"/>
                    </a:cubicBezTo>
                    <a:cubicBezTo>
                      <a:pt x="108" y="41"/>
                      <a:pt x="111" y="51"/>
                      <a:pt x="117" y="53"/>
                    </a:cubicBezTo>
                    <a:cubicBezTo>
                      <a:pt x="123" y="55"/>
                      <a:pt x="144" y="55"/>
                      <a:pt x="141" y="47"/>
                    </a:cubicBezTo>
                    <a:cubicBezTo>
                      <a:pt x="138" y="39"/>
                      <a:pt x="126" y="5"/>
                      <a:pt x="97" y="2"/>
                    </a:cubicBezTo>
                    <a:cubicBezTo>
                      <a:pt x="77" y="0"/>
                      <a:pt x="48" y="0"/>
                      <a:pt x="36" y="33"/>
                    </a:cubicBezTo>
                    <a:cubicBezTo>
                      <a:pt x="15" y="89"/>
                      <a:pt x="83" y="79"/>
                      <a:pt x="90" y="107"/>
                    </a:cubicBezTo>
                    <a:cubicBezTo>
                      <a:pt x="96" y="130"/>
                      <a:pt x="34" y="147"/>
                      <a:pt x="28" y="101"/>
                    </a:cubicBezTo>
                    <a:cubicBezTo>
                      <a:pt x="12" y="104"/>
                      <a:pt x="15" y="98"/>
                      <a:pt x="0" y="102"/>
                    </a:cubicBezTo>
                    <a:close/>
                  </a:path>
                </a:pathLst>
              </a:custGeom>
              <a:solidFill>
                <a:schemeClr val="bg2"/>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eaLnBrk="0" fontAlgn="base" hangingPunct="0">
                  <a:spcBef>
                    <a:spcPct val="0"/>
                  </a:spcBef>
                  <a:spcAft>
                    <a:spcPct val="0"/>
                  </a:spcAft>
                </a:pPr>
                <a:endParaRPr lang="en-US" sz="4400">
                  <a:solidFill>
                    <a:srgbClr val="FFFFCC"/>
                  </a:solidFill>
                  <a:latin typeface="Arial" panose="020B0604020202020204" pitchFamily="34" charset="0"/>
                </a:endParaRPr>
              </a:p>
            </p:txBody>
          </p:sp>
          <p:sp>
            <p:nvSpPr>
              <p:cNvPr id="140" name="Freeform 151"/>
              <p:cNvSpPr>
                <a:spLocks/>
              </p:cNvSpPr>
              <p:nvPr userDrawn="1"/>
            </p:nvSpPr>
            <p:spPr bwMode="ltGray">
              <a:xfrm>
                <a:off x="235" y="2503"/>
                <a:ext cx="348" cy="1272"/>
              </a:xfrm>
              <a:custGeom>
                <a:avLst/>
                <a:gdLst/>
                <a:ahLst/>
                <a:cxnLst>
                  <a:cxn ang="0">
                    <a:pos x="0" y="0"/>
                  </a:cxn>
                  <a:cxn ang="0">
                    <a:pos x="287" y="582"/>
                  </a:cxn>
                  <a:cxn ang="0">
                    <a:pos x="348" y="1272"/>
                  </a:cxn>
                  <a:cxn ang="0">
                    <a:pos x="54" y="676"/>
                  </a:cxn>
                  <a:cxn ang="0">
                    <a:pos x="0" y="0"/>
                  </a:cxn>
                </a:cxnLst>
                <a:rect l="0" t="0" r="r" b="b"/>
                <a:pathLst>
                  <a:path w="348" h="1272">
                    <a:moveTo>
                      <a:pt x="0" y="0"/>
                    </a:moveTo>
                    <a:lnTo>
                      <a:pt x="287" y="582"/>
                    </a:lnTo>
                    <a:lnTo>
                      <a:pt x="348" y="1272"/>
                    </a:lnTo>
                    <a:lnTo>
                      <a:pt x="54" y="676"/>
                    </a:lnTo>
                    <a:lnTo>
                      <a:pt x="0" y="0"/>
                    </a:lnTo>
                    <a:close/>
                  </a:path>
                </a:pathLst>
              </a:custGeom>
              <a:gradFill rotWithShape="0">
                <a:gsLst>
                  <a:gs pos="0">
                    <a:schemeClr val="bg2"/>
                  </a:gs>
                  <a:gs pos="100000">
                    <a:schemeClr val="bg2">
                      <a:gamma/>
                      <a:shade val="96863"/>
                      <a:invGamma/>
                    </a:schemeClr>
                  </a:gs>
                </a:gsLst>
                <a:lin ang="18900000" scaled="1"/>
              </a:gradFill>
              <a:ln w="9525" cap="flat" cmpd="sng">
                <a:noFill/>
                <a:prstDash val="solid"/>
                <a:round/>
                <a:headEnd type="none" w="med" len="med"/>
                <a:tailEnd type="none" w="med" len="med"/>
              </a:ln>
              <a:effectLst/>
            </p:spPr>
            <p:txBody>
              <a:bodyPr/>
              <a:lstStyle/>
              <a:p>
                <a:pPr fontAlgn="base">
                  <a:spcBef>
                    <a:spcPct val="0"/>
                  </a:spcBef>
                  <a:spcAft>
                    <a:spcPct val="0"/>
                  </a:spcAft>
                  <a:defRPr/>
                </a:pPr>
                <a:endParaRPr lang="tr-TR" sz="1800">
                  <a:solidFill>
                    <a:srgbClr val="FFFFFF"/>
                  </a:solidFill>
                  <a:latin typeface="Tahoma" pitchFamily="34" charset="0"/>
                </a:endParaRPr>
              </a:p>
            </p:txBody>
          </p:sp>
          <p:sp>
            <p:nvSpPr>
              <p:cNvPr id="141" name="Oval 152"/>
              <p:cNvSpPr>
                <a:spLocks noChangeArrowheads="1"/>
              </p:cNvSpPr>
              <p:nvPr userDrawn="1"/>
            </p:nvSpPr>
            <p:spPr bwMode="ltGray">
              <a:xfrm rot="-1684349">
                <a:off x="296" y="3047"/>
                <a:ext cx="221" cy="174"/>
              </a:xfrm>
              <a:prstGeom prst="ellipse">
                <a:avLst/>
              </a:prstGeom>
              <a:gradFill rotWithShape="0">
                <a:gsLst>
                  <a:gs pos="0">
                    <a:schemeClr val="bg2">
                      <a:gamma/>
                      <a:shade val="90980"/>
                      <a:invGamma/>
                    </a:schemeClr>
                  </a:gs>
                  <a:gs pos="50000">
                    <a:schemeClr val="bg2"/>
                  </a:gs>
                  <a:gs pos="100000">
                    <a:schemeClr val="bg2">
                      <a:gamma/>
                      <a:shade val="90980"/>
                      <a:invGamma/>
                    </a:schemeClr>
                  </a:gs>
                </a:gsLst>
                <a:lin ang="18900000" scaled="1"/>
              </a:gradFill>
              <a:ln w="9525">
                <a:noFill/>
                <a:round/>
                <a:headEnd/>
                <a:tailEnd/>
              </a:ln>
              <a:effectLst/>
            </p:spPr>
            <p:txBody>
              <a:bodyPr/>
              <a:lstStyle/>
              <a:p>
                <a:pPr fontAlgn="base">
                  <a:spcBef>
                    <a:spcPct val="0"/>
                  </a:spcBef>
                  <a:spcAft>
                    <a:spcPct val="0"/>
                  </a:spcAft>
                  <a:defRPr/>
                </a:pPr>
                <a:endParaRPr lang="tr-TR" sz="1800">
                  <a:solidFill>
                    <a:srgbClr val="FFFFFF"/>
                  </a:solidFill>
                  <a:latin typeface="Tahoma" pitchFamily="34" charset="0"/>
                </a:endParaRPr>
              </a:p>
            </p:txBody>
          </p:sp>
        </p:grpSp>
      </p:grpSp>
      <p:sp>
        <p:nvSpPr>
          <p:cNvPr id="99481" name="Rectangle 153"/>
          <p:cNvSpPr>
            <a:spLocks noGrp="1" noChangeArrowheads="1"/>
          </p:cNvSpPr>
          <p:nvPr>
            <p:ph type="ctrTitle" sz="quarter"/>
          </p:nvPr>
        </p:nvSpPr>
        <p:spPr>
          <a:xfrm>
            <a:off x="914400" y="1768476"/>
            <a:ext cx="10363200" cy="1736725"/>
          </a:xfrm>
        </p:spPr>
        <p:txBody>
          <a:bodyPr anchor="b" anchorCtr="1"/>
          <a:lstStyle>
            <a:lvl1pPr>
              <a:defRPr sz="5400"/>
            </a:lvl1pPr>
          </a:lstStyle>
          <a:p>
            <a:r>
              <a:rPr lang="tr-TR"/>
              <a:t>Click to edit Master title style</a:t>
            </a:r>
          </a:p>
        </p:txBody>
      </p:sp>
      <p:sp>
        <p:nvSpPr>
          <p:cNvPr id="99482" name="Rectangle 154"/>
          <p:cNvSpPr>
            <a:spLocks noGrp="1" noChangeArrowheads="1"/>
          </p:cNvSpPr>
          <p:nvPr>
            <p:ph type="subTitle" sz="quarter" idx="1"/>
          </p:nvPr>
        </p:nvSpPr>
        <p:spPr>
          <a:xfrm>
            <a:off x="1828800" y="3886200"/>
            <a:ext cx="8534400" cy="1752600"/>
          </a:xfrm>
        </p:spPr>
        <p:txBody>
          <a:bodyPr/>
          <a:lstStyle>
            <a:lvl1pPr marL="0" indent="0" algn="ctr">
              <a:buFont typeface="Arial" charset="0"/>
              <a:buNone/>
              <a:defRPr/>
            </a:lvl1pPr>
          </a:lstStyle>
          <a:p>
            <a:r>
              <a:rPr lang="tr-TR"/>
              <a:t>Click to edit Master subtitle style</a:t>
            </a:r>
          </a:p>
        </p:txBody>
      </p:sp>
      <p:sp>
        <p:nvSpPr>
          <p:cNvPr id="155" name="Rectangle 155"/>
          <p:cNvSpPr>
            <a:spLocks noGrp="1" noChangeArrowheads="1"/>
          </p:cNvSpPr>
          <p:nvPr>
            <p:ph type="dt" sz="quarter" idx="10"/>
          </p:nvPr>
        </p:nvSpPr>
        <p:spPr>
          <a:xfrm>
            <a:off x="406400" y="6248400"/>
            <a:ext cx="3048000" cy="457200"/>
          </a:xfrm>
        </p:spPr>
        <p:txBody>
          <a:bodyPr/>
          <a:lstStyle>
            <a:lvl1pPr>
              <a:defRPr>
                <a:effectLst>
                  <a:outerShdw blurRad="38100" dist="38100" dir="2700000" algn="tl">
                    <a:srgbClr val="000000"/>
                  </a:outerShdw>
                </a:effectLst>
                <a:latin typeface="+mn-lt"/>
              </a:defRPr>
            </a:lvl1pPr>
          </a:lstStyle>
          <a:p>
            <a:pPr>
              <a:defRPr/>
            </a:pPr>
            <a:fld id="{E411A031-0B37-4DB3-A715-49D83F648870}" type="datetime1">
              <a:rPr lang="tr-TR" smtClean="0">
                <a:solidFill>
                  <a:srgbClr val="FFFFFF"/>
                </a:solidFill>
              </a:rPr>
              <a:t>11.05.2020</a:t>
            </a:fld>
            <a:endParaRPr lang="tr-TR">
              <a:solidFill>
                <a:srgbClr val="FFFFFF"/>
              </a:solidFill>
            </a:endParaRPr>
          </a:p>
        </p:txBody>
      </p:sp>
      <p:sp>
        <p:nvSpPr>
          <p:cNvPr id="156" name="Rectangle 156"/>
          <p:cNvSpPr>
            <a:spLocks noGrp="1" noChangeArrowheads="1"/>
          </p:cNvSpPr>
          <p:nvPr>
            <p:ph type="ftr" sz="quarter" idx="11"/>
          </p:nvPr>
        </p:nvSpPr>
        <p:spPr>
          <a:xfrm>
            <a:off x="4165600" y="6248400"/>
            <a:ext cx="3860800" cy="457200"/>
          </a:xfrm>
        </p:spPr>
        <p:txBody>
          <a:bodyPr/>
          <a:lstStyle>
            <a:lvl1pPr>
              <a:defRPr>
                <a:effectLst>
                  <a:outerShdw blurRad="38100" dist="38100" dir="2700000" algn="tl">
                    <a:srgbClr val="000000"/>
                  </a:outerShdw>
                </a:effectLst>
                <a:latin typeface="+mn-lt"/>
              </a:defRPr>
            </a:lvl1pPr>
          </a:lstStyle>
          <a:p>
            <a:pPr>
              <a:defRPr/>
            </a:pPr>
            <a:endParaRPr lang="tr-TR">
              <a:solidFill>
                <a:srgbClr val="FFFFFF"/>
              </a:solidFill>
            </a:endParaRPr>
          </a:p>
        </p:txBody>
      </p:sp>
      <p:sp>
        <p:nvSpPr>
          <p:cNvPr id="157" name="Rectangle 157"/>
          <p:cNvSpPr>
            <a:spLocks noGrp="1" noChangeArrowheads="1"/>
          </p:cNvSpPr>
          <p:nvPr>
            <p:ph type="sldNum" sz="quarter" idx="12"/>
          </p:nvPr>
        </p:nvSpPr>
        <p:spPr>
          <a:xfrm>
            <a:off x="8737600" y="6248400"/>
            <a:ext cx="3048000" cy="457200"/>
          </a:xfrm>
        </p:spPr>
        <p:txBody>
          <a:bodyPr/>
          <a:lstStyle>
            <a:lvl1pPr>
              <a:defRPr>
                <a:effectLst>
                  <a:outerShdw blurRad="38100" dist="38100" dir="2700000" algn="tl">
                    <a:srgbClr val="000000"/>
                  </a:outerShdw>
                </a:effectLst>
                <a:latin typeface="Calibri" panose="020F0502020204030204" pitchFamily="34" charset="0"/>
              </a:defRPr>
            </a:lvl1pPr>
          </a:lstStyle>
          <a:p>
            <a:pPr>
              <a:defRPr/>
            </a:pPr>
            <a:fld id="{D9A2B160-4745-406D-88E7-CD9F33CECEE1}" type="slidenum">
              <a:rPr lang="tr-TR">
                <a:solidFill>
                  <a:srgbClr val="FFFFFF"/>
                </a:solidFill>
              </a:rPr>
              <a:pPr>
                <a:defRPr/>
              </a:pPr>
              <a:t>‹#›</a:t>
            </a:fld>
            <a:endParaRPr lang="tr-TR">
              <a:solidFill>
                <a:srgbClr val="FFFFFF"/>
              </a:solidFill>
            </a:endParaRPr>
          </a:p>
        </p:txBody>
      </p:sp>
    </p:spTree>
    <p:extLst>
      <p:ext uri="{BB962C8B-B14F-4D97-AF65-F5344CB8AC3E}">
        <p14:creationId xmlns:p14="http://schemas.microsoft.com/office/powerpoint/2010/main" val="2753432443"/>
      </p:ext>
    </p:extLst>
  </p:cSld>
  <p:clrMapOvr>
    <a:masterClrMapping/>
  </p:clrMapOvr>
  <p:transition spd="med" advClick="0" advTm="1000">
    <p:spli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a:t>Asıl başlık stili için tıklatın</a:t>
            </a:r>
          </a:p>
        </p:txBody>
      </p:sp>
      <p:sp>
        <p:nvSpPr>
          <p:cNvPr id="3" name="2 İçerik Yer Tutucusu"/>
          <p:cNvSpPr>
            <a:spLocks noGrp="1"/>
          </p:cNvSpPr>
          <p:nvPr>
            <p:ph idx="1"/>
          </p:nvPr>
        </p:nvSpPr>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Rectangle 154"/>
          <p:cNvSpPr>
            <a:spLocks noGrp="1" noChangeArrowheads="1"/>
          </p:cNvSpPr>
          <p:nvPr>
            <p:ph type="dt" sz="half" idx="10"/>
          </p:nvPr>
        </p:nvSpPr>
        <p:spPr>
          <a:ln/>
        </p:spPr>
        <p:txBody>
          <a:bodyPr/>
          <a:lstStyle>
            <a:lvl1pPr>
              <a:defRPr/>
            </a:lvl1pPr>
          </a:lstStyle>
          <a:p>
            <a:pPr>
              <a:defRPr/>
            </a:pPr>
            <a:fld id="{7413A151-EC64-4027-9AB7-70655E41D8F9}" type="datetime1">
              <a:rPr lang="tr-TR" smtClean="0">
                <a:solidFill>
                  <a:srgbClr val="FFFFFF"/>
                </a:solidFill>
              </a:rPr>
              <a:t>11.05.2020</a:t>
            </a:fld>
            <a:endParaRPr lang="tr-TR">
              <a:solidFill>
                <a:srgbClr val="FFFFFF"/>
              </a:solidFill>
            </a:endParaRPr>
          </a:p>
        </p:txBody>
      </p:sp>
      <p:sp>
        <p:nvSpPr>
          <p:cNvPr id="5" name="Rectangle 155"/>
          <p:cNvSpPr>
            <a:spLocks noGrp="1" noChangeArrowheads="1"/>
          </p:cNvSpPr>
          <p:nvPr>
            <p:ph type="ftr" sz="quarter" idx="11"/>
          </p:nvPr>
        </p:nvSpPr>
        <p:spPr>
          <a:ln/>
        </p:spPr>
        <p:txBody>
          <a:bodyPr/>
          <a:lstStyle>
            <a:lvl1pPr>
              <a:defRPr/>
            </a:lvl1pPr>
          </a:lstStyle>
          <a:p>
            <a:pPr>
              <a:defRPr/>
            </a:pPr>
            <a:endParaRPr lang="tr-TR">
              <a:solidFill>
                <a:srgbClr val="FFFFFF"/>
              </a:solidFill>
            </a:endParaRPr>
          </a:p>
        </p:txBody>
      </p:sp>
      <p:sp>
        <p:nvSpPr>
          <p:cNvPr id="6" name="Rectangle 156"/>
          <p:cNvSpPr>
            <a:spLocks noGrp="1" noChangeArrowheads="1"/>
          </p:cNvSpPr>
          <p:nvPr>
            <p:ph type="sldNum" sz="quarter" idx="12"/>
          </p:nvPr>
        </p:nvSpPr>
        <p:spPr>
          <a:ln/>
        </p:spPr>
        <p:txBody>
          <a:bodyPr/>
          <a:lstStyle>
            <a:lvl1pPr>
              <a:defRPr/>
            </a:lvl1pPr>
          </a:lstStyle>
          <a:p>
            <a:pPr>
              <a:defRPr/>
            </a:pPr>
            <a:fld id="{B4D9CBB0-09FD-4FB3-A512-12DBE7913E78}" type="slidenum">
              <a:rPr lang="tr-TR">
                <a:solidFill>
                  <a:srgbClr val="FFFFFF"/>
                </a:solidFill>
              </a:rPr>
              <a:pPr>
                <a:defRPr/>
              </a:pPr>
              <a:t>‹#›</a:t>
            </a:fld>
            <a:endParaRPr lang="tr-TR">
              <a:solidFill>
                <a:srgbClr val="FFFFFF"/>
              </a:solidFill>
            </a:endParaRPr>
          </a:p>
        </p:txBody>
      </p:sp>
    </p:spTree>
    <p:extLst>
      <p:ext uri="{BB962C8B-B14F-4D97-AF65-F5344CB8AC3E}">
        <p14:creationId xmlns:p14="http://schemas.microsoft.com/office/powerpoint/2010/main" val="3152889015"/>
      </p:ext>
    </p:extLst>
  </p:cSld>
  <p:clrMapOvr>
    <a:masterClrMapping/>
  </p:clrMapOvr>
  <p:transition spd="med" advClick="0" advTm="1000">
    <p:spli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1 Başlık"/>
          <p:cNvSpPr>
            <a:spLocks noGrp="1"/>
          </p:cNvSpPr>
          <p:nvPr>
            <p:ph type="title"/>
          </p:nvPr>
        </p:nvSpPr>
        <p:spPr>
          <a:xfrm>
            <a:off x="963084" y="4406901"/>
            <a:ext cx="10363200" cy="1362075"/>
          </a:xfrm>
        </p:spPr>
        <p:txBody>
          <a:bodyPr anchor="t"/>
          <a:lstStyle>
            <a:lvl1pPr algn="l">
              <a:defRPr sz="4000" b="1" cap="all"/>
            </a:lvl1pPr>
          </a:lstStyle>
          <a:p>
            <a:r>
              <a:rPr lang="tr-TR"/>
              <a:t>Asıl başlık stili için tıklatın</a:t>
            </a:r>
          </a:p>
        </p:txBody>
      </p:sp>
      <p:sp>
        <p:nvSpPr>
          <p:cNvPr id="3" name="2 Metin Yer Tutucusu"/>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tr-TR"/>
              <a:t>Asıl metin stillerini düzenlemek için tıklatın</a:t>
            </a:r>
          </a:p>
        </p:txBody>
      </p:sp>
      <p:sp>
        <p:nvSpPr>
          <p:cNvPr id="4" name="Rectangle 154"/>
          <p:cNvSpPr>
            <a:spLocks noGrp="1" noChangeArrowheads="1"/>
          </p:cNvSpPr>
          <p:nvPr>
            <p:ph type="dt" sz="half" idx="10"/>
          </p:nvPr>
        </p:nvSpPr>
        <p:spPr>
          <a:ln/>
        </p:spPr>
        <p:txBody>
          <a:bodyPr/>
          <a:lstStyle>
            <a:lvl1pPr>
              <a:defRPr/>
            </a:lvl1pPr>
          </a:lstStyle>
          <a:p>
            <a:pPr>
              <a:defRPr/>
            </a:pPr>
            <a:fld id="{30273915-0362-4A00-BDC4-113254B8625B}" type="datetime1">
              <a:rPr lang="tr-TR" smtClean="0">
                <a:solidFill>
                  <a:srgbClr val="FFFFFF"/>
                </a:solidFill>
              </a:rPr>
              <a:t>11.05.2020</a:t>
            </a:fld>
            <a:endParaRPr lang="tr-TR">
              <a:solidFill>
                <a:srgbClr val="FFFFFF"/>
              </a:solidFill>
            </a:endParaRPr>
          </a:p>
        </p:txBody>
      </p:sp>
      <p:sp>
        <p:nvSpPr>
          <p:cNvPr id="5" name="Rectangle 155"/>
          <p:cNvSpPr>
            <a:spLocks noGrp="1" noChangeArrowheads="1"/>
          </p:cNvSpPr>
          <p:nvPr>
            <p:ph type="ftr" sz="quarter" idx="11"/>
          </p:nvPr>
        </p:nvSpPr>
        <p:spPr>
          <a:ln/>
        </p:spPr>
        <p:txBody>
          <a:bodyPr/>
          <a:lstStyle>
            <a:lvl1pPr>
              <a:defRPr/>
            </a:lvl1pPr>
          </a:lstStyle>
          <a:p>
            <a:pPr>
              <a:defRPr/>
            </a:pPr>
            <a:endParaRPr lang="tr-TR">
              <a:solidFill>
                <a:srgbClr val="FFFFFF"/>
              </a:solidFill>
            </a:endParaRPr>
          </a:p>
        </p:txBody>
      </p:sp>
      <p:sp>
        <p:nvSpPr>
          <p:cNvPr id="6" name="Rectangle 156"/>
          <p:cNvSpPr>
            <a:spLocks noGrp="1" noChangeArrowheads="1"/>
          </p:cNvSpPr>
          <p:nvPr>
            <p:ph type="sldNum" sz="quarter" idx="12"/>
          </p:nvPr>
        </p:nvSpPr>
        <p:spPr>
          <a:ln/>
        </p:spPr>
        <p:txBody>
          <a:bodyPr/>
          <a:lstStyle>
            <a:lvl1pPr>
              <a:defRPr/>
            </a:lvl1pPr>
          </a:lstStyle>
          <a:p>
            <a:pPr>
              <a:defRPr/>
            </a:pPr>
            <a:fld id="{2B227849-D356-47DC-B53B-3DEA1B255C10}" type="slidenum">
              <a:rPr lang="tr-TR">
                <a:solidFill>
                  <a:srgbClr val="FFFFFF"/>
                </a:solidFill>
              </a:rPr>
              <a:pPr>
                <a:defRPr/>
              </a:pPr>
              <a:t>‹#›</a:t>
            </a:fld>
            <a:endParaRPr lang="tr-TR">
              <a:solidFill>
                <a:srgbClr val="FFFFFF"/>
              </a:solidFill>
            </a:endParaRPr>
          </a:p>
        </p:txBody>
      </p:sp>
    </p:spTree>
    <p:extLst>
      <p:ext uri="{BB962C8B-B14F-4D97-AF65-F5344CB8AC3E}">
        <p14:creationId xmlns:p14="http://schemas.microsoft.com/office/powerpoint/2010/main" val="2693074129"/>
      </p:ext>
    </p:extLst>
  </p:cSld>
  <p:clrMapOvr>
    <a:masterClrMapping/>
  </p:clrMapOvr>
  <p:transition spd="med" advClick="0" advTm="1000">
    <p:spli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a:t>Asıl başlık stili için tıklatın</a:t>
            </a:r>
          </a:p>
        </p:txBody>
      </p:sp>
      <p:sp>
        <p:nvSpPr>
          <p:cNvPr id="3" name="2 İçerik Yer Tutucusu"/>
          <p:cNvSpPr>
            <a:spLocks noGrp="1"/>
          </p:cNvSpPr>
          <p:nvPr>
            <p:ph sz="half" idx="1"/>
          </p:nvPr>
        </p:nvSpPr>
        <p:spPr>
          <a:xfrm>
            <a:off x="402168" y="1600200"/>
            <a:ext cx="5592233" cy="4498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İçerik Yer Tutucusu"/>
          <p:cNvSpPr>
            <a:spLocks noGrp="1"/>
          </p:cNvSpPr>
          <p:nvPr>
            <p:ph sz="half" idx="2"/>
          </p:nvPr>
        </p:nvSpPr>
        <p:spPr>
          <a:xfrm>
            <a:off x="6197601" y="1600200"/>
            <a:ext cx="5592233" cy="4498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Rectangle 154"/>
          <p:cNvSpPr>
            <a:spLocks noGrp="1" noChangeArrowheads="1"/>
          </p:cNvSpPr>
          <p:nvPr>
            <p:ph type="dt" sz="half" idx="10"/>
          </p:nvPr>
        </p:nvSpPr>
        <p:spPr>
          <a:ln/>
        </p:spPr>
        <p:txBody>
          <a:bodyPr/>
          <a:lstStyle>
            <a:lvl1pPr>
              <a:defRPr/>
            </a:lvl1pPr>
          </a:lstStyle>
          <a:p>
            <a:pPr>
              <a:defRPr/>
            </a:pPr>
            <a:fld id="{24379BE8-A69C-48FA-9C35-8506EA76902C}" type="datetime1">
              <a:rPr lang="tr-TR" smtClean="0">
                <a:solidFill>
                  <a:srgbClr val="FFFFFF"/>
                </a:solidFill>
              </a:rPr>
              <a:t>11.05.2020</a:t>
            </a:fld>
            <a:endParaRPr lang="tr-TR">
              <a:solidFill>
                <a:srgbClr val="FFFFFF"/>
              </a:solidFill>
            </a:endParaRPr>
          </a:p>
        </p:txBody>
      </p:sp>
      <p:sp>
        <p:nvSpPr>
          <p:cNvPr id="6" name="Rectangle 155"/>
          <p:cNvSpPr>
            <a:spLocks noGrp="1" noChangeArrowheads="1"/>
          </p:cNvSpPr>
          <p:nvPr>
            <p:ph type="ftr" sz="quarter" idx="11"/>
          </p:nvPr>
        </p:nvSpPr>
        <p:spPr>
          <a:ln/>
        </p:spPr>
        <p:txBody>
          <a:bodyPr/>
          <a:lstStyle>
            <a:lvl1pPr>
              <a:defRPr/>
            </a:lvl1pPr>
          </a:lstStyle>
          <a:p>
            <a:pPr>
              <a:defRPr/>
            </a:pPr>
            <a:endParaRPr lang="tr-TR">
              <a:solidFill>
                <a:srgbClr val="FFFFFF"/>
              </a:solidFill>
            </a:endParaRPr>
          </a:p>
        </p:txBody>
      </p:sp>
      <p:sp>
        <p:nvSpPr>
          <p:cNvPr id="7" name="Rectangle 156"/>
          <p:cNvSpPr>
            <a:spLocks noGrp="1" noChangeArrowheads="1"/>
          </p:cNvSpPr>
          <p:nvPr>
            <p:ph type="sldNum" sz="quarter" idx="12"/>
          </p:nvPr>
        </p:nvSpPr>
        <p:spPr>
          <a:ln/>
        </p:spPr>
        <p:txBody>
          <a:bodyPr/>
          <a:lstStyle>
            <a:lvl1pPr>
              <a:defRPr/>
            </a:lvl1pPr>
          </a:lstStyle>
          <a:p>
            <a:pPr>
              <a:defRPr/>
            </a:pPr>
            <a:fld id="{DC11F090-CA47-4FA3-B099-78D64967F773}" type="slidenum">
              <a:rPr lang="tr-TR">
                <a:solidFill>
                  <a:srgbClr val="FFFFFF"/>
                </a:solidFill>
              </a:rPr>
              <a:pPr>
                <a:defRPr/>
              </a:pPr>
              <a:t>‹#›</a:t>
            </a:fld>
            <a:endParaRPr lang="tr-TR">
              <a:solidFill>
                <a:srgbClr val="FFFFFF"/>
              </a:solidFill>
            </a:endParaRPr>
          </a:p>
        </p:txBody>
      </p:sp>
    </p:spTree>
    <p:extLst>
      <p:ext uri="{BB962C8B-B14F-4D97-AF65-F5344CB8AC3E}">
        <p14:creationId xmlns:p14="http://schemas.microsoft.com/office/powerpoint/2010/main" val="3017840787"/>
      </p:ext>
    </p:extLst>
  </p:cSld>
  <p:clrMapOvr>
    <a:masterClrMapping/>
  </p:clrMapOvr>
  <p:transition spd="med" advClick="0" advTm="1000">
    <p:spli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1 Başlık"/>
          <p:cNvSpPr>
            <a:spLocks noGrp="1"/>
          </p:cNvSpPr>
          <p:nvPr>
            <p:ph type="title"/>
          </p:nvPr>
        </p:nvSpPr>
        <p:spPr>
          <a:xfrm>
            <a:off x="609600" y="274638"/>
            <a:ext cx="10972800" cy="1143000"/>
          </a:xfrm>
        </p:spPr>
        <p:txBody>
          <a:bodyPr/>
          <a:lstStyle>
            <a:lvl1pPr>
              <a:defRPr/>
            </a:lvl1pPr>
          </a:lstStyle>
          <a:p>
            <a:r>
              <a:rPr lang="tr-TR"/>
              <a:t>Asıl başlık stili için tıklatın</a:t>
            </a:r>
          </a:p>
        </p:txBody>
      </p:sp>
      <p:sp>
        <p:nvSpPr>
          <p:cNvPr id="3" name="2 Metin Yer Tutucusu"/>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4" name="3 İçerik Yer Tutucusu"/>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4 Metin Yer Tutucusu"/>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6" name="5 İçerik Yer Tutucusu"/>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7" name="Rectangle 154"/>
          <p:cNvSpPr>
            <a:spLocks noGrp="1" noChangeArrowheads="1"/>
          </p:cNvSpPr>
          <p:nvPr>
            <p:ph type="dt" sz="half" idx="10"/>
          </p:nvPr>
        </p:nvSpPr>
        <p:spPr>
          <a:ln/>
        </p:spPr>
        <p:txBody>
          <a:bodyPr/>
          <a:lstStyle>
            <a:lvl1pPr>
              <a:defRPr/>
            </a:lvl1pPr>
          </a:lstStyle>
          <a:p>
            <a:pPr>
              <a:defRPr/>
            </a:pPr>
            <a:fld id="{BD408506-8551-4229-B153-BDA63C4B6913}" type="datetime1">
              <a:rPr lang="tr-TR" smtClean="0">
                <a:solidFill>
                  <a:srgbClr val="FFFFFF"/>
                </a:solidFill>
              </a:rPr>
              <a:t>11.05.2020</a:t>
            </a:fld>
            <a:endParaRPr lang="tr-TR">
              <a:solidFill>
                <a:srgbClr val="FFFFFF"/>
              </a:solidFill>
            </a:endParaRPr>
          </a:p>
        </p:txBody>
      </p:sp>
      <p:sp>
        <p:nvSpPr>
          <p:cNvPr id="8" name="Rectangle 155"/>
          <p:cNvSpPr>
            <a:spLocks noGrp="1" noChangeArrowheads="1"/>
          </p:cNvSpPr>
          <p:nvPr>
            <p:ph type="ftr" sz="quarter" idx="11"/>
          </p:nvPr>
        </p:nvSpPr>
        <p:spPr>
          <a:ln/>
        </p:spPr>
        <p:txBody>
          <a:bodyPr/>
          <a:lstStyle>
            <a:lvl1pPr>
              <a:defRPr/>
            </a:lvl1pPr>
          </a:lstStyle>
          <a:p>
            <a:pPr>
              <a:defRPr/>
            </a:pPr>
            <a:endParaRPr lang="tr-TR">
              <a:solidFill>
                <a:srgbClr val="FFFFFF"/>
              </a:solidFill>
            </a:endParaRPr>
          </a:p>
        </p:txBody>
      </p:sp>
      <p:sp>
        <p:nvSpPr>
          <p:cNvPr id="9" name="Rectangle 156"/>
          <p:cNvSpPr>
            <a:spLocks noGrp="1" noChangeArrowheads="1"/>
          </p:cNvSpPr>
          <p:nvPr>
            <p:ph type="sldNum" sz="quarter" idx="12"/>
          </p:nvPr>
        </p:nvSpPr>
        <p:spPr>
          <a:ln/>
        </p:spPr>
        <p:txBody>
          <a:bodyPr/>
          <a:lstStyle>
            <a:lvl1pPr>
              <a:defRPr/>
            </a:lvl1pPr>
          </a:lstStyle>
          <a:p>
            <a:pPr>
              <a:defRPr/>
            </a:pPr>
            <a:fld id="{DBFBB206-C8F8-41F1-9F41-E74E253E648F}" type="slidenum">
              <a:rPr lang="tr-TR">
                <a:solidFill>
                  <a:srgbClr val="FFFFFF"/>
                </a:solidFill>
              </a:rPr>
              <a:pPr>
                <a:defRPr/>
              </a:pPr>
              <a:t>‹#›</a:t>
            </a:fld>
            <a:endParaRPr lang="tr-TR">
              <a:solidFill>
                <a:srgbClr val="FFFFFF"/>
              </a:solidFill>
            </a:endParaRPr>
          </a:p>
        </p:txBody>
      </p:sp>
    </p:spTree>
    <p:extLst>
      <p:ext uri="{BB962C8B-B14F-4D97-AF65-F5344CB8AC3E}">
        <p14:creationId xmlns:p14="http://schemas.microsoft.com/office/powerpoint/2010/main" val="3298659486"/>
      </p:ext>
    </p:extLst>
  </p:cSld>
  <p:clrMapOvr>
    <a:masterClrMapping/>
  </p:clrMapOvr>
  <p:transition spd="med" advClick="0" advTm="1000">
    <p:spli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a:t>Asıl başlık stili için tıklatın</a:t>
            </a:r>
          </a:p>
        </p:txBody>
      </p:sp>
      <p:sp>
        <p:nvSpPr>
          <p:cNvPr id="3" name="Rectangle 154"/>
          <p:cNvSpPr>
            <a:spLocks noGrp="1" noChangeArrowheads="1"/>
          </p:cNvSpPr>
          <p:nvPr>
            <p:ph type="dt" sz="half" idx="10"/>
          </p:nvPr>
        </p:nvSpPr>
        <p:spPr>
          <a:ln/>
        </p:spPr>
        <p:txBody>
          <a:bodyPr/>
          <a:lstStyle>
            <a:lvl1pPr>
              <a:defRPr/>
            </a:lvl1pPr>
          </a:lstStyle>
          <a:p>
            <a:pPr>
              <a:defRPr/>
            </a:pPr>
            <a:fld id="{19FAFDA4-A380-49F4-BB0F-FAC67E1C7D43}" type="datetime1">
              <a:rPr lang="tr-TR" smtClean="0">
                <a:solidFill>
                  <a:srgbClr val="FFFFFF"/>
                </a:solidFill>
              </a:rPr>
              <a:t>11.05.2020</a:t>
            </a:fld>
            <a:endParaRPr lang="tr-TR">
              <a:solidFill>
                <a:srgbClr val="FFFFFF"/>
              </a:solidFill>
            </a:endParaRPr>
          </a:p>
        </p:txBody>
      </p:sp>
      <p:sp>
        <p:nvSpPr>
          <p:cNvPr id="4" name="Rectangle 155"/>
          <p:cNvSpPr>
            <a:spLocks noGrp="1" noChangeArrowheads="1"/>
          </p:cNvSpPr>
          <p:nvPr>
            <p:ph type="ftr" sz="quarter" idx="11"/>
          </p:nvPr>
        </p:nvSpPr>
        <p:spPr>
          <a:ln/>
        </p:spPr>
        <p:txBody>
          <a:bodyPr/>
          <a:lstStyle>
            <a:lvl1pPr>
              <a:defRPr/>
            </a:lvl1pPr>
          </a:lstStyle>
          <a:p>
            <a:pPr>
              <a:defRPr/>
            </a:pPr>
            <a:endParaRPr lang="tr-TR">
              <a:solidFill>
                <a:srgbClr val="FFFFFF"/>
              </a:solidFill>
            </a:endParaRPr>
          </a:p>
        </p:txBody>
      </p:sp>
      <p:sp>
        <p:nvSpPr>
          <p:cNvPr id="5" name="Rectangle 156"/>
          <p:cNvSpPr>
            <a:spLocks noGrp="1" noChangeArrowheads="1"/>
          </p:cNvSpPr>
          <p:nvPr>
            <p:ph type="sldNum" sz="quarter" idx="12"/>
          </p:nvPr>
        </p:nvSpPr>
        <p:spPr>
          <a:ln/>
        </p:spPr>
        <p:txBody>
          <a:bodyPr/>
          <a:lstStyle>
            <a:lvl1pPr>
              <a:defRPr/>
            </a:lvl1pPr>
          </a:lstStyle>
          <a:p>
            <a:pPr>
              <a:defRPr/>
            </a:pPr>
            <a:fld id="{9C7EAA5E-98A3-43EF-97FF-CAD613BD76C1}" type="slidenum">
              <a:rPr lang="tr-TR">
                <a:solidFill>
                  <a:srgbClr val="FFFFFF"/>
                </a:solidFill>
              </a:rPr>
              <a:pPr>
                <a:defRPr/>
              </a:pPr>
              <a:t>‹#›</a:t>
            </a:fld>
            <a:endParaRPr lang="tr-TR">
              <a:solidFill>
                <a:srgbClr val="FFFFFF"/>
              </a:solidFill>
            </a:endParaRPr>
          </a:p>
        </p:txBody>
      </p:sp>
    </p:spTree>
    <p:extLst>
      <p:ext uri="{BB962C8B-B14F-4D97-AF65-F5344CB8AC3E}">
        <p14:creationId xmlns:p14="http://schemas.microsoft.com/office/powerpoint/2010/main" val="1102727661"/>
      </p:ext>
    </p:extLst>
  </p:cSld>
  <p:clrMapOvr>
    <a:masterClrMapping/>
  </p:clrMapOvr>
  <p:transition spd="med" advClick="0" advTm="1000">
    <p:spli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Rectangle 154"/>
          <p:cNvSpPr>
            <a:spLocks noGrp="1" noChangeArrowheads="1"/>
          </p:cNvSpPr>
          <p:nvPr>
            <p:ph type="dt" sz="half" idx="10"/>
          </p:nvPr>
        </p:nvSpPr>
        <p:spPr>
          <a:ln/>
        </p:spPr>
        <p:txBody>
          <a:bodyPr/>
          <a:lstStyle>
            <a:lvl1pPr>
              <a:defRPr/>
            </a:lvl1pPr>
          </a:lstStyle>
          <a:p>
            <a:pPr>
              <a:defRPr/>
            </a:pPr>
            <a:fld id="{50EFE7E0-4DD7-4BFD-B25A-EF8EA815FC08}" type="datetime1">
              <a:rPr lang="tr-TR" smtClean="0">
                <a:solidFill>
                  <a:srgbClr val="FFFFFF"/>
                </a:solidFill>
              </a:rPr>
              <a:t>11.05.2020</a:t>
            </a:fld>
            <a:endParaRPr lang="tr-TR">
              <a:solidFill>
                <a:srgbClr val="FFFFFF"/>
              </a:solidFill>
            </a:endParaRPr>
          </a:p>
        </p:txBody>
      </p:sp>
      <p:sp>
        <p:nvSpPr>
          <p:cNvPr id="3" name="Rectangle 155"/>
          <p:cNvSpPr>
            <a:spLocks noGrp="1" noChangeArrowheads="1"/>
          </p:cNvSpPr>
          <p:nvPr>
            <p:ph type="ftr" sz="quarter" idx="11"/>
          </p:nvPr>
        </p:nvSpPr>
        <p:spPr>
          <a:ln/>
        </p:spPr>
        <p:txBody>
          <a:bodyPr/>
          <a:lstStyle>
            <a:lvl1pPr>
              <a:defRPr/>
            </a:lvl1pPr>
          </a:lstStyle>
          <a:p>
            <a:pPr>
              <a:defRPr/>
            </a:pPr>
            <a:endParaRPr lang="tr-TR">
              <a:solidFill>
                <a:srgbClr val="FFFFFF"/>
              </a:solidFill>
            </a:endParaRPr>
          </a:p>
        </p:txBody>
      </p:sp>
      <p:sp>
        <p:nvSpPr>
          <p:cNvPr id="4" name="Rectangle 156"/>
          <p:cNvSpPr>
            <a:spLocks noGrp="1" noChangeArrowheads="1"/>
          </p:cNvSpPr>
          <p:nvPr>
            <p:ph type="sldNum" sz="quarter" idx="12"/>
          </p:nvPr>
        </p:nvSpPr>
        <p:spPr>
          <a:ln/>
        </p:spPr>
        <p:txBody>
          <a:bodyPr/>
          <a:lstStyle>
            <a:lvl1pPr>
              <a:defRPr/>
            </a:lvl1pPr>
          </a:lstStyle>
          <a:p>
            <a:pPr>
              <a:defRPr/>
            </a:pPr>
            <a:fld id="{69FD1CB8-63DB-4FCE-BE81-179D70A48255}" type="slidenum">
              <a:rPr lang="tr-TR">
                <a:solidFill>
                  <a:srgbClr val="FFFFFF"/>
                </a:solidFill>
              </a:rPr>
              <a:pPr>
                <a:defRPr/>
              </a:pPr>
              <a:t>‹#›</a:t>
            </a:fld>
            <a:endParaRPr lang="tr-TR">
              <a:solidFill>
                <a:srgbClr val="FFFFFF"/>
              </a:solidFill>
            </a:endParaRPr>
          </a:p>
        </p:txBody>
      </p:sp>
    </p:spTree>
    <p:extLst>
      <p:ext uri="{BB962C8B-B14F-4D97-AF65-F5344CB8AC3E}">
        <p14:creationId xmlns:p14="http://schemas.microsoft.com/office/powerpoint/2010/main" val="3669684903"/>
      </p:ext>
    </p:extLst>
  </p:cSld>
  <p:clrMapOvr>
    <a:masterClrMapping/>
  </p:clrMapOvr>
  <p:transition spd="med" advClick="0" advTm="1000">
    <p:spli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1 Başlık"/>
          <p:cNvSpPr>
            <a:spLocks noGrp="1"/>
          </p:cNvSpPr>
          <p:nvPr>
            <p:ph type="title"/>
          </p:nvPr>
        </p:nvSpPr>
        <p:spPr>
          <a:xfrm>
            <a:off x="609601" y="273050"/>
            <a:ext cx="4011084" cy="1162050"/>
          </a:xfrm>
        </p:spPr>
        <p:txBody>
          <a:bodyPr anchor="b"/>
          <a:lstStyle>
            <a:lvl1pPr algn="l">
              <a:defRPr sz="2000" b="1"/>
            </a:lvl1pPr>
          </a:lstStyle>
          <a:p>
            <a:r>
              <a:rPr lang="tr-TR"/>
              <a:t>Asıl başlık stili için tıklatın</a:t>
            </a:r>
          </a:p>
        </p:txBody>
      </p:sp>
      <p:sp>
        <p:nvSpPr>
          <p:cNvPr id="3" name="2 İçerik Yer Tutucusu"/>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Metin Yer Tutucusu"/>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tıklatın</a:t>
            </a:r>
          </a:p>
        </p:txBody>
      </p:sp>
      <p:sp>
        <p:nvSpPr>
          <p:cNvPr id="5" name="Rectangle 154"/>
          <p:cNvSpPr>
            <a:spLocks noGrp="1" noChangeArrowheads="1"/>
          </p:cNvSpPr>
          <p:nvPr>
            <p:ph type="dt" sz="half" idx="10"/>
          </p:nvPr>
        </p:nvSpPr>
        <p:spPr>
          <a:ln/>
        </p:spPr>
        <p:txBody>
          <a:bodyPr/>
          <a:lstStyle>
            <a:lvl1pPr>
              <a:defRPr/>
            </a:lvl1pPr>
          </a:lstStyle>
          <a:p>
            <a:pPr>
              <a:defRPr/>
            </a:pPr>
            <a:fld id="{74AD8A3C-1762-428F-87A2-FEAAD0A8A98E}" type="datetime1">
              <a:rPr lang="tr-TR" smtClean="0">
                <a:solidFill>
                  <a:srgbClr val="FFFFFF"/>
                </a:solidFill>
              </a:rPr>
              <a:t>11.05.2020</a:t>
            </a:fld>
            <a:endParaRPr lang="tr-TR">
              <a:solidFill>
                <a:srgbClr val="FFFFFF"/>
              </a:solidFill>
            </a:endParaRPr>
          </a:p>
        </p:txBody>
      </p:sp>
      <p:sp>
        <p:nvSpPr>
          <p:cNvPr id="6" name="Rectangle 155"/>
          <p:cNvSpPr>
            <a:spLocks noGrp="1" noChangeArrowheads="1"/>
          </p:cNvSpPr>
          <p:nvPr>
            <p:ph type="ftr" sz="quarter" idx="11"/>
          </p:nvPr>
        </p:nvSpPr>
        <p:spPr>
          <a:ln/>
        </p:spPr>
        <p:txBody>
          <a:bodyPr/>
          <a:lstStyle>
            <a:lvl1pPr>
              <a:defRPr/>
            </a:lvl1pPr>
          </a:lstStyle>
          <a:p>
            <a:pPr>
              <a:defRPr/>
            </a:pPr>
            <a:endParaRPr lang="tr-TR">
              <a:solidFill>
                <a:srgbClr val="FFFFFF"/>
              </a:solidFill>
            </a:endParaRPr>
          </a:p>
        </p:txBody>
      </p:sp>
      <p:sp>
        <p:nvSpPr>
          <p:cNvPr id="7" name="Rectangle 156"/>
          <p:cNvSpPr>
            <a:spLocks noGrp="1" noChangeArrowheads="1"/>
          </p:cNvSpPr>
          <p:nvPr>
            <p:ph type="sldNum" sz="quarter" idx="12"/>
          </p:nvPr>
        </p:nvSpPr>
        <p:spPr>
          <a:ln/>
        </p:spPr>
        <p:txBody>
          <a:bodyPr/>
          <a:lstStyle>
            <a:lvl1pPr>
              <a:defRPr/>
            </a:lvl1pPr>
          </a:lstStyle>
          <a:p>
            <a:pPr>
              <a:defRPr/>
            </a:pPr>
            <a:fld id="{4D3A2C9E-4E16-458E-A79B-F085F6517BFD}" type="slidenum">
              <a:rPr lang="tr-TR">
                <a:solidFill>
                  <a:srgbClr val="FFFFFF"/>
                </a:solidFill>
              </a:rPr>
              <a:pPr>
                <a:defRPr/>
              </a:pPr>
              <a:t>‹#›</a:t>
            </a:fld>
            <a:endParaRPr lang="tr-TR">
              <a:solidFill>
                <a:srgbClr val="FFFFFF"/>
              </a:solidFill>
            </a:endParaRPr>
          </a:p>
        </p:txBody>
      </p:sp>
    </p:spTree>
    <p:extLst>
      <p:ext uri="{BB962C8B-B14F-4D97-AF65-F5344CB8AC3E}">
        <p14:creationId xmlns:p14="http://schemas.microsoft.com/office/powerpoint/2010/main" val="3338017575"/>
      </p:ext>
    </p:extLst>
  </p:cSld>
  <p:clrMapOvr>
    <a:masterClrMapping/>
  </p:clrMapOvr>
  <p:transition spd="med" advClick="0" advTm="1000">
    <p:spli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1 Başlık"/>
          <p:cNvSpPr>
            <a:spLocks noGrp="1"/>
          </p:cNvSpPr>
          <p:nvPr>
            <p:ph type="title"/>
          </p:nvPr>
        </p:nvSpPr>
        <p:spPr>
          <a:xfrm>
            <a:off x="2389717" y="4800600"/>
            <a:ext cx="7315200" cy="566738"/>
          </a:xfrm>
        </p:spPr>
        <p:txBody>
          <a:bodyPr anchor="b"/>
          <a:lstStyle>
            <a:lvl1pPr algn="l">
              <a:defRPr sz="2000" b="1"/>
            </a:lvl1pPr>
          </a:lstStyle>
          <a:p>
            <a:r>
              <a:rPr lang="tr-TR"/>
              <a:t>Asıl başlık stili için tıklatın</a:t>
            </a:r>
          </a:p>
        </p:txBody>
      </p:sp>
      <p:sp>
        <p:nvSpPr>
          <p:cNvPr id="3" name="2 Resim Yer Tutucusu"/>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tr-TR" noProof="0"/>
          </a:p>
        </p:txBody>
      </p:sp>
      <p:sp>
        <p:nvSpPr>
          <p:cNvPr id="4" name="3 Metin Yer Tutucusu"/>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tıklatın</a:t>
            </a:r>
          </a:p>
        </p:txBody>
      </p:sp>
      <p:sp>
        <p:nvSpPr>
          <p:cNvPr id="5" name="Rectangle 154"/>
          <p:cNvSpPr>
            <a:spLocks noGrp="1" noChangeArrowheads="1"/>
          </p:cNvSpPr>
          <p:nvPr>
            <p:ph type="dt" sz="half" idx="10"/>
          </p:nvPr>
        </p:nvSpPr>
        <p:spPr>
          <a:ln/>
        </p:spPr>
        <p:txBody>
          <a:bodyPr/>
          <a:lstStyle>
            <a:lvl1pPr>
              <a:defRPr/>
            </a:lvl1pPr>
          </a:lstStyle>
          <a:p>
            <a:pPr>
              <a:defRPr/>
            </a:pPr>
            <a:fld id="{A02C10D6-E0F5-464B-87E4-FCBAF1522038}" type="datetime1">
              <a:rPr lang="tr-TR" smtClean="0">
                <a:solidFill>
                  <a:srgbClr val="FFFFFF"/>
                </a:solidFill>
              </a:rPr>
              <a:t>11.05.2020</a:t>
            </a:fld>
            <a:endParaRPr lang="tr-TR">
              <a:solidFill>
                <a:srgbClr val="FFFFFF"/>
              </a:solidFill>
            </a:endParaRPr>
          </a:p>
        </p:txBody>
      </p:sp>
      <p:sp>
        <p:nvSpPr>
          <p:cNvPr id="6" name="Rectangle 155"/>
          <p:cNvSpPr>
            <a:spLocks noGrp="1" noChangeArrowheads="1"/>
          </p:cNvSpPr>
          <p:nvPr>
            <p:ph type="ftr" sz="quarter" idx="11"/>
          </p:nvPr>
        </p:nvSpPr>
        <p:spPr>
          <a:ln/>
        </p:spPr>
        <p:txBody>
          <a:bodyPr/>
          <a:lstStyle>
            <a:lvl1pPr>
              <a:defRPr/>
            </a:lvl1pPr>
          </a:lstStyle>
          <a:p>
            <a:pPr>
              <a:defRPr/>
            </a:pPr>
            <a:endParaRPr lang="tr-TR">
              <a:solidFill>
                <a:srgbClr val="FFFFFF"/>
              </a:solidFill>
            </a:endParaRPr>
          </a:p>
        </p:txBody>
      </p:sp>
      <p:sp>
        <p:nvSpPr>
          <p:cNvPr id="7" name="Rectangle 156"/>
          <p:cNvSpPr>
            <a:spLocks noGrp="1" noChangeArrowheads="1"/>
          </p:cNvSpPr>
          <p:nvPr>
            <p:ph type="sldNum" sz="quarter" idx="12"/>
          </p:nvPr>
        </p:nvSpPr>
        <p:spPr>
          <a:ln/>
        </p:spPr>
        <p:txBody>
          <a:bodyPr/>
          <a:lstStyle>
            <a:lvl1pPr>
              <a:defRPr/>
            </a:lvl1pPr>
          </a:lstStyle>
          <a:p>
            <a:pPr>
              <a:defRPr/>
            </a:pPr>
            <a:fld id="{A1B0C2AF-84FB-40D2-9400-4234F7687122}" type="slidenum">
              <a:rPr lang="tr-TR">
                <a:solidFill>
                  <a:srgbClr val="FFFFFF"/>
                </a:solidFill>
              </a:rPr>
              <a:pPr>
                <a:defRPr/>
              </a:pPr>
              <a:t>‹#›</a:t>
            </a:fld>
            <a:endParaRPr lang="tr-TR">
              <a:solidFill>
                <a:srgbClr val="FFFFFF"/>
              </a:solidFill>
            </a:endParaRPr>
          </a:p>
        </p:txBody>
      </p:sp>
    </p:spTree>
    <p:extLst>
      <p:ext uri="{BB962C8B-B14F-4D97-AF65-F5344CB8AC3E}">
        <p14:creationId xmlns:p14="http://schemas.microsoft.com/office/powerpoint/2010/main" val="2922470497"/>
      </p:ext>
    </p:extLst>
  </p:cSld>
  <p:clrMapOvr>
    <a:masterClrMapping/>
  </p:clrMapOvr>
  <p:transition spd="med" advClick="0" advTm="1000">
    <p:spli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a:t>Asıl başlık stili için tıklatın</a:t>
            </a:r>
          </a:p>
        </p:txBody>
      </p:sp>
      <p:sp>
        <p:nvSpPr>
          <p:cNvPr id="3" name="2 Dikey Metin Yer Tutucusu"/>
          <p:cNvSpPr>
            <a:spLocks noGrp="1"/>
          </p:cNvSpPr>
          <p:nvPr>
            <p:ph type="body" orient="vert" idx="1"/>
          </p:nvPr>
        </p:nvSpPr>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Rectangle 154"/>
          <p:cNvSpPr>
            <a:spLocks noGrp="1" noChangeArrowheads="1"/>
          </p:cNvSpPr>
          <p:nvPr>
            <p:ph type="dt" sz="half" idx="10"/>
          </p:nvPr>
        </p:nvSpPr>
        <p:spPr>
          <a:ln/>
        </p:spPr>
        <p:txBody>
          <a:bodyPr/>
          <a:lstStyle>
            <a:lvl1pPr>
              <a:defRPr/>
            </a:lvl1pPr>
          </a:lstStyle>
          <a:p>
            <a:pPr>
              <a:defRPr/>
            </a:pPr>
            <a:fld id="{82D06363-F4EC-4F54-9ED7-62A8B76784B5}" type="datetime1">
              <a:rPr lang="tr-TR" smtClean="0">
                <a:solidFill>
                  <a:srgbClr val="FFFFFF"/>
                </a:solidFill>
              </a:rPr>
              <a:t>11.05.2020</a:t>
            </a:fld>
            <a:endParaRPr lang="tr-TR">
              <a:solidFill>
                <a:srgbClr val="FFFFFF"/>
              </a:solidFill>
            </a:endParaRPr>
          </a:p>
        </p:txBody>
      </p:sp>
      <p:sp>
        <p:nvSpPr>
          <p:cNvPr id="5" name="Rectangle 155"/>
          <p:cNvSpPr>
            <a:spLocks noGrp="1" noChangeArrowheads="1"/>
          </p:cNvSpPr>
          <p:nvPr>
            <p:ph type="ftr" sz="quarter" idx="11"/>
          </p:nvPr>
        </p:nvSpPr>
        <p:spPr>
          <a:ln/>
        </p:spPr>
        <p:txBody>
          <a:bodyPr/>
          <a:lstStyle>
            <a:lvl1pPr>
              <a:defRPr/>
            </a:lvl1pPr>
          </a:lstStyle>
          <a:p>
            <a:pPr>
              <a:defRPr/>
            </a:pPr>
            <a:endParaRPr lang="tr-TR">
              <a:solidFill>
                <a:srgbClr val="FFFFFF"/>
              </a:solidFill>
            </a:endParaRPr>
          </a:p>
        </p:txBody>
      </p:sp>
      <p:sp>
        <p:nvSpPr>
          <p:cNvPr id="6" name="Rectangle 156"/>
          <p:cNvSpPr>
            <a:spLocks noGrp="1" noChangeArrowheads="1"/>
          </p:cNvSpPr>
          <p:nvPr>
            <p:ph type="sldNum" sz="quarter" idx="12"/>
          </p:nvPr>
        </p:nvSpPr>
        <p:spPr>
          <a:ln/>
        </p:spPr>
        <p:txBody>
          <a:bodyPr/>
          <a:lstStyle>
            <a:lvl1pPr>
              <a:defRPr/>
            </a:lvl1pPr>
          </a:lstStyle>
          <a:p>
            <a:pPr>
              <a:defRPr/>
            </a:pPr>
            <a:fld id="{E6DED1E7-7045-458D-BB61-5055ED74DE54}" type="slidenum">
              <a:rPr lang="tr-TR">
                <a:solidFill>
                  <a:srgbClr val="FFFFFF"/>
                </a:solidFill>
              </a:rPr>
              <a:pPr>
                <a:defRPr/>
              </a:pPr>
              <a:t>‹#›</a:t>
            </a:fld>
            <a:endParaRPr lang="tr-TR">
              <a:solidFill>
                <a:srgbClr val="FFFFFF"/>
              </a:solidFill>
            </a:endParaRPr>
          </a:p>
        </p:txBody>
      </p:sp>
    </p:spTree>
    <p:extLst>
      <p:ext uri="{BB962C8B-B14F-4D97-AF65-F5344CB8AC3E}">
        <p14:creationId xmlns:p14="http://schemas.microsoft.com/office/powerpoint/2010/main" val="3222911791"/>
      </p:ext>
    </p:extLst>
  </p:cSld>
  <p:clrMapOvr>
    <a:masterClrMapping/>
  </p:clrMapOvr>
  <p:transition spd="med" advClick="0" advTm="1000">
    <p:spli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1 Dikey Başlık"/>
          <p:cNvSpPr>
            <a:spLocks noGrp="1"/>
          </p:cNvSpPr>
          <p:nvPr>
            <p:ph type="title" orient="vert"/>
          </p:nvPr>
        </p:nvSpPr>
        <p:spPr>
          <a:xfrm>
            <a:off x="8942918" y="228601"/>
            <a:ext cx="2846916" cy="5870575"/>
          </a:xfrm>
        </p:spPr>
        <p:txBody>
          <a:bodyPr vert="eaVert"/>
          <a:lstStyle/>
          <a:p>
            <a:r>
              <a:rPr lang="tr-TR"/>
              <a:t>Asıl başlık stili için tıklatın</a:t>
            </a:r>
          </a:p>
        </p:txBody>
      </p:sp>
      <p:sp>
        <p:nvSpPr>
          <p:cNvPr id="3" name="2 Dikey Metin Yer Tutucusu"/>
          <p:cNvSpPr>
            <a:spLocks noGrp="1"/>
          </p:cNvSpPr>
          <p:nvPr>
            <p:ph type="body" orient="vert" idx="1"/>
          </p:nvPr>
        </p:nvSpPr>
        <p:spPr>
          <a:xfrm>
            <a:off x="402167" y="228601"/>
            <a:ext cx="8337551" cy="5870575"/>
          </a:xfrm>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Rectangle 154"/>
          <p:cNvSpPr>
            <a:spLocks noGrp="1" noChangeArrowheads="1"/>
          </p:cNvSpPr>
          <p:nvPr>
            <p:ph type="dt" sz="half" idx="10"/>
          </p:nvPr>
        </p:nvSpPr>
        <p:spPr>
          <a:ln/>
        </p:spPr>
        <p:txBody>
          <a:bodyPr/>
          <a:lstStyle>
            <a:lvl1pPr>
              <a:defRPr/>
            </a:lvl1pPr>
          </a:lstStyle>
          <a:p>
            <a:pPr>
              <a:defRPr/>
            </a:pPr>
            <a:fld id="{A45D35E1-9952-4B11-9E22-D6F2467EB5FD}" type="datetime1">
              <a:rPr lang="tr-TR" smtClean="0">
                <a:solidFill>
                  <a:srgbClr val="FFFFFF"/>
                </a:solidFill>
              </a:rPr>
              <a:t>11.05.2020</a:t>
            </a:fld>
            <a:endParaRPr lang="tr-TR">
              <a:solidFill>
                <a:srgbClr val="FFFFFF"/>
              </a:solidFill>
            </a:endParaRPr>
          </a:p>
        </p:txBody>
      </p:sp>
      <p:sp>
        <p:nvSpPr>
          <p:cNvPr id="5" name="Rectangle 155"/>
          <p:cNvSpPr>
            <a:spLocks noGrp="1" noChangeArrowheads="1"/>
          </p:cNvSpPr>
          <p:nvPr>
            <p:ph type="ftr" sz="quarter" idx="11"/>
          </p:nvPr>
        </p:nvSpPr>
        <p:spPr>
          <a:ln/>
        </p:spPr>
        <p:txBody>
          <a:bodyPr/>
          <a:lstStyle>
            <a:lvl1pPr>
              <a:defRPr/>
            </a:lvl1pPr>
          </a:lstStyle>
          <a:p>
            <a:pPr>
              <a:defRPr/>
            </a:pPr>
            <a:endParaRPr lang="tr-TR">
              <a:solidFill>
                <a:srgbClr val="FFFFFF"/>
              </a:solidFill>
            </a:endParaRPr>
          </a:p>
        </p:txBody>
      </p:sp>
      <p:sp>
        <p:nvSpPr>
          <p:cNvPr id="6" name="Rectangle 156"/>
          <p:cNvSpPr>
            <a:spLocks noGrp="1" noChangeArrowheads="1"/>
          </p:cNvSpPr>
          <p:nvPr>
            <p:ph type="sldNum" sz="quarter" idx="12"/>
          </p:nvPr>
        </p:nvSpPr>
        <p:spPr>
          <a:ln/>
        </p:spPr>
        <p:txBody>
          <a:bodyPr/>
          <a:lstStyle>
            <a:lvl1pPr>
              <a:defRPr/>
            </a:lvl1pPr>
          </a:lstStyle>
          <a:p>
            <a:pPr>
              <a:defRPr/>
            </a:pPr>
            <a:fld id="{D52D51FD-55D1-4047-B181-5F35DC412E00}" type="slidenum">
              <a:rPr lang="tr-TR">
                <a:solidFill>
                  <a:srgbClr val="FFFFFF"/>
                </a:solidFill>
              </a:rPr>
              <a:pPr>
                <a:defRPr/>
              </a:pPr>
              <a:t>‹#›</a:t>
            </a:fld>
            <a:endParaRPr lang="tr-TR">
              <a:solidFill>
                <a:srgbClr val="FFFFFF"/>
              </a:solidFill>
            </a:endParaRPr>
          </a:p>
        </p:txBody>
      </p:sp>
    </p:spTree>
    <p:extLst>
      <p:ext uri="{BB962C8B-B14F-4D97-AF65-F5344CB8AC3E}">
        <p14:creationId xmlns:p14="http://schemas.microsoft.com/office/powerpoint/2010/main" val="3269465145"/>
      </p:ext>
    </p:extLst>
  </p:cSld>
  <p:clrMapOvr>
    <a:masterClrMapping/>
  </p:clrMapOvr>
  <p:transition spd="med" advClick="0" advTm="1000">
    <p:split/>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Başlık ve Tablo">
    <p:spTree>
      <p:nvGrpSpPr>
        <p:cNvPr id="1" name=""/>
        <p:cNvGrpSpPr/>
        <p:nvPr/>
      </p:nvGrpSpPr>
      <p:grpSpPr>
        <a:xfrm>
          <a:off x="0" y="0"/>
          <a:ext cx="0" cy="0"/>
          <a:chOff x="0" y="0"/>
          <a:chExt cx="0" cy="0"/>
        </a:xfrm>
      </p:grpSpPr>
      <p:sp>
        <p:nvSpPr>
          <p:cNvPr id="2" name="1 Başlık"/>
          <p:cNvSpPr>
            <a:spLocks noGrp="1"/>
          </p:cNvSpPr>
          <p:nvPr>
            <p:ph type="title"/>
          </p:nvPr>
        </p:nvSpPr>
        <p:spPr>
          <a:xfrm>
            <a:off x="402167" y="228600"/>
            <a:ext cx="11387667" cy="1143000"/>
          </a:xfrm>
        </p:spPr>
        <p:txBody>
          <a:bodyPr/>
          <a:lstStyle/>
          <a:p>
            <a:r>
              <a:rPr lang="tr-TR"/>
              <a:t>Asıl başlık stili için tıklatın</a:t>
            </a:r>
          </a:p>
        </p:txBody>
      </p:sp>
      <p:sp>
        <p:nvSpPr>
          <p:cNvPr id="3" name="2 Tablo Yer Tutucusu"/>
          <p:cNvSpPr>
            <a:spLocks noGrp="1"/>
          </p:cNvSpPr>
          <p:nvPr>
            <p:ph type="tbl" idx="1"/>
          </p:nvPr>
        </p:nvSpPr>
        <p:spPr>
          <a:xfrm>
            <a:off x="402167" y="1600200"/>
            <a:ext cx="11387667" cy="4498975"/>
          </a:xfrm>
        </p:spPr>
        <p:txBody>
          <a:bodyPr/>
          <a:lstStyle/>
          <a:p>
            <a:pPr lvl="0"/>
            <a:endParaRPr lang="tr-TR" noProof="0"/>
          </a:p>
        </p:txBody>
      </p:sp>
      <p:sp>
        <p:nvSpPr>
          <p:cNvPr id="4" name="Rectangle 154"/>
          <p:cNvSpPr>
            <a:spLocks noGrp="1" noChangeArrowheads="1"/>
          </p:cNvSpPr>
          <p:nvPr>
            <p:ph type="dt" sz="half" idx="10"/>
          </p:nvPr>
        </p:nvSpPr>
        <p:spPr>
          <a:ln/>
        </p:spPr>
        <p:txBody>
          <a:bodyPr/>
          <a:lstStyle>
            <a:lvl1pPr>
              <a:defRPr/>
            </a:lvl1pPr>
          </a:lstStyle>
          <a:p>
            <a:pPr>
              <a:defRPr/>
            </a:pPr>
            <a:fld id="{1F10AE8D-8C85-4135-85B2-72324DDD044E}" type="datetime1">
              <a:rPr lang="tr-TR" smtClean="0">
                <a:solidFill>
                  <a:srgbClr val="FFFFFF"/>
                </a:solidFill>
              </a:rPr>
              <a:t>11.05.2020</a:t>
            </a:fld>
            <a:endParaRPr lang="tr-TR">
              <a:solidFill>
                <a:srgbClr val="FFFFFF"/>
              </a:solidFill>
            </a:endParaRPr>
          </a:p>
        </p:txBody>
      </p:sp>
      <p:sp>
        <p:nvSpPr>
          <p:cNvPr id="5" name="Rectangle 155"/>
          <p:cNvSpPr>
            <a:spLocks noGrp="1" noChangeArrowheads="1"/>
          </p:cNvSpPr>
          <p:nvPr>
            <p:ph type="ftr" sz="quarter" idx="11"/>
          </p:nvPr>
        </p:nvSpPr>
        <p:spPr>
          <a:ln/>
        </p:spPr>
        <p:txBody>
          <a:bodyPr/>
          <a:lstStyle>
            <a:lvl1pPr>
              <a:defRPr/>
            </a:lvl1pPr>
          </a:lstStyle>
          <a:p>
            <a:pPr>
              <a:defRPr/>
            </a:pPr>
            <a:endParaRPr lang="tr-TR">
              <a:solidFill>
                <a:srgbClr val="FFFFFF"/>
              </a:solidFill>
            </a:endParaRPr>
          </a:p>
        </p:txBody>
      </p:sp>
      <p:sp>
        <p:nvSpPr>
          <p:cNvPr id="6" name="Rectangle 156"/>
          <p:cNvSpPr>
            <a:spLocks noGrp="1" noChangeArrowheads="1"/>
          </p:cNvSpPr>
          <p:nvPr>
            <p:ph type="sldNum" sz="quarter" idx="12"/>
          </p:nvPr>
        </p:nvSpPr>
        <p:spPr>
          <a:ln/>
        </p:spPr>
        <p:txBody>
          <a:bodyPr/>
          <a:lstStyle>
            <a:lvl1pPr>
              <a:defRPr/>
            </a:lvl1pPr>
          </a:lstStyle>
          <a:p>
            <a:pPr>
              <a:defRPr/>
            </a:pPr>
            <a:fld id="{1288EE4B-D01B-41D7-BAB1-9B6F9C7A9C20}" type="slidenum">
              <a:rPr lang="tr-TR">
                <a:solidFill>
                  <a:srgbClr val="FFFFFF"/>
                </a:solidFill>
              </a:rPr>
              <a:pPr>
                <a:defRPr/>
              </a:pPr>
              <a:t>‹#›</a:t>
            </a:fld>
            <a:endParaRPr lang="tr-TR">
              <a:solidFill>
                <a:srgbClr val="FFFFFF"/>
              </a:solidFill>
            </a:endParaRPr>
          </a:p>
        </p:txBody>
      </p:sp>
    </p:spTree>
    <p:extLst>
      <p:ext uri="{BB962C8B-B14F-4D97-AF65-F5344CB8AC3E}">
        <p14:creationId xmlns:p14="http://schemas.microsoft.com/office/powerpoint/2010/main" val="2750314316"/>
      </p:ext>
    </p:extLst>
  </p:cSld>
  <p:clrMapOvr>
    <a:masterClrMapping/>
  </p:clrMapOvr>
  <p:transition spd="med" advClick="0" advTm="1000">
    <p:split/>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Chart" preserve="1">
  <p:cSld name="Başlık, Metin ve Grafik">
    <p:spTree>
      <p:nvGrpSpPr>
        <p:cNvPr id="1" name=""/>
        <p:cNvGrpSpPr/>
        <p:nvPr/>
      </p:nvGrpSpPr>
      <p:grpSpPr>
        <a:xfrm>
          <a:off x="0" y="0"/>
          <a:ext cx="0" cy="0"/>
          <a:chOff x="0" y="0"/>
          <a:chExt cx="0" cy="0"/>
        </a:xfrm>
      </p:grpSpPr>
      <p:sp>
        <p:nvSpPr>
          <p:cNvPr id="2" name="1 Başlık"/>
          <p:cNvSpPr>
            <a:spLocks noGrp="1"/>
          </p:cNvSpPr>
          <p:nvPr>
            <p:ph type="title"/>
          </p:nvPr>
        </p:nvSpPr>
        <p:spPr>
          <a:xfrm>
            <a:off x="402167" y="228600"/>
            <a:ext cx="11387667" cy="1143000"/>
          </a:xfrm>
        </p:spPr>
        <p:txBody>
          <a:bodyPr/>
          <a:lstStyle/>
          <a:p>
            <a:r>
              <a:rPr lang="tr-TR"/>
              <a:t>Asıl başlık stili için tıklatın</a:t>
            </a:r>
          </a:p>
        </p:txBody>
      </p:sp>
      <p:sp>
        <p:nvSpPr>
          <p:cNvPr id="3" name="2 Metin Yer Tutucusu"/>
          <p:cNvSpPr>
            <a:spLocks noGrp="1"/>
          </p:cNvSpPr>
          <p:nvPr>
            <p:ph type="body" sz="half" idx="1"/>
          </p:nvPr>
        </p:nvSpPr>
        <p:spPr>
          <a:xfrm>
            <a:off x="402168" y="1600200"/>
            <a:ext cx="5592233" cy="4498975"/>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Grafik Yer Tutucusu"/>
          <p:cNvSpPr>
            <a:spLocks noGrp="1"/>
          </p:cNvSpPr>
          <p:nvPr>
            <p:ph type="chart" sz="half" idx="2"/>
          </p:nvPr>
        </p:nvSpPr>
        <p:spPr>
          <a:xfrm>
            <a:off x="6197601" y="1600200"/>
            <a:ext cx="5592233" cy="4498975"/>
          </a:xfrm>
        </p:spPr>
        <p:txBody>
          <a:bodyPr/>
          <a:lstStyle/>
          <a:p>
            <a:pPr lvl="0"/>
            <a:endParaRPr lang="tr-TR" noProof="0"/>
          </a:p>
        </p:txBody>
      </p:sp>
      <p:sp>
        <p:nvSpPr>
          <p:cNvPr id="5" name="Rectangle 154"/>
          <p:cNvSpPr>
            <a:spLocks noGrp="1" noChangeArrowheads="1"/>
          </p:cNvSpPr>
          <p:nvPr>
            <p:ph type="dt" sz="half" idx="10"/>
          </p:nvPr>
        </p:nvSpPr>
        <p:spPr>
          <a:ln/>
        </p:spPr>
        <p:txBody>
          <a:bodyPr/>
          <a:lstStyle>
            <a:lvl1pPr>
              <a:defRPr/>
            </a:lvl1pPr>
          </a:lstStyle>
          <a:p>
            <a:pPr>
              <a:defRPr/>
            </a:pPr>
            <a:fld id="{C6F6EE1D-64B9-46CC-A882-5B9C9A942E9C}" type="datetime1">
              <a:rPr lang="tr-TR" smtClean="0">
                <a:solidFill>
                  <a:srgbClr val="FFFFFF"/>
                </a:solidFill>
              </a:rPr>
              <a:t>11.05.2020</a:t>
            </a:fld>
            <a:endParaRPr lang="tr-TR">
              <a:solidFill>
                <a:srgbClr val="FFFFFF"/>
              </a:solidFill>
            </a:endParaRPr>
          </a:p>
        </p:txBody>
      </p:sp>
      <p:sp>
        <p:nvSpPr>
          <p:cNvPr id="6" name="Rectangle 155"/>
          <p:cNvSpPr>
            <a:spLocks noGrp="1" noChangeArrowheads="1"/>
          </p:cNvSpPr>
          <p:nvPr>
            <p:ph type="ftr" sz="quarter" idx="11"/>
          </p:nvPr>
        </p:nvSpPr>
        <p:spPr>
          <a:ln/>
        </p:spPr>
        <p:txBody>
          <a:bodyPr/>
          <a:lstStyle>
            <a:lvl1pPr>
              <a:defRPr/>
            </a:lvl1pPr>
          </a:lstStyle>
          <a:p>
            <a:pPr>
              <a:defRPr/>
            </a:pPr>
            <a:endParaRPr lang="tr-TR">
              <a:solidFill>
                <a:srgbClr val="FFFFFF"/>
              </a:solidFill>
            </a:endParaRPr>
          </a:p>
        </p:txBody>
      </p:sp>
      <p:sp>
        <p:nvSpPr>
          <p:cNvPr id="7" name="Rectangle 156"/>
          <p:cNvSpPr>
            <a:spLocks noGrp="1" noChangeArrowheads="1"/>
          </p:cNvSpPr>
          <p:nvPr>
            <p:ph type="sldNum" sz="quarter" idx="12"/>
          </p:nvPr>
        </p:nvSpPr>
        <p:spPr>
          <a:ln/>
        </p:spPr>
        <p:txBody>
          <a:bodyPr/>
          <a:lstStyle>
            <a:lvl1pPr>
              <a:defRPr/>
            </a:lvl1pPr>
          </a:lstStyle>
          <a:p>
            <a:pPr>
              <a:defRPr/>
            </a:pPr>
            <a:fld id="{576F7D1B-9F93-4071-8547-94C6DFF89CFE}" type="slidenum">
              <a:rPr lang="tr-TR">
                <a:solidFill>
                  <a:srgbClr val="FFFFFF"/>
                </a:solidFill>
              </a:rPr>
              <a:pPr>
                <a:defRPr/>
              </a:pPr>
              <a:t>‹#›</a:t>
            </a:fld>
            <a:endParaRPr lang="tr-TR">
              <a:solidFill>
                <a:srgbClr val="FFFFFF"/>
              </a:solidFill>
            </a:endParaRPr>
          </a:p>
        </p:txBody>
      </p:sp>
    </p:spTree>
    <p:extLst>
      <p:ext uri="{BB962C8B-B14F-4D97-AF65-F5344CB8AC3E}">
        <p14:creationId xmlns:p14="http://schemas.microsoft.com/office/powerpoint/2010/main" val="243709316"/>
      </p:ext>
    </p:extLst>
  </p:cSld>
  <p:clrMapOvr>
    <a:masterClrMapping/>
  </p:clrMapOvr>
  <p:transition spd="med" advClick="0" advTm="1000">
    <p:split/>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rgbClr val="525462"/>
            </a:gs>
          </a:gsLst>
          <a:lin ang="5400000" scaled="1"/>
        </a:gradFill>
        <a:effectLst/>
      </p:bgPr>
    </p:bg>
    <p:spTree>
      <p:nvGrpSpPr>
        <p:cNvPr id="1" name=""/>
        <p:cNvGrpSpPr/>
        <p:nvPr/>
      </p:nvGrpSpPr>
      <p:grpSpPr>
        <a:xfrm>
          <a:off x="0" y="0"/>
          <a:ext cx="0" cy="0"/>
          <a:chOff x="0" y="0"/>
          <a:chExt cx="0" cy="0"/>
        </a:xfrm>
      </p:grpSpPr>
      <p:grpSp>
        <p:nvGrpSpPr>
          <p:cNvPr id="1026" name="Group 2"/>
          <p:cNvGrpSpPr>
            <a:grpSpLocks/>
          </p:cNvGrpSpPr>
          <p:nvPr/>
        </p:nvGrpSpPr>
        <p:grpSpPr bwMode="auto">
          <a:xfrm>
            <a:off x="1" y="1422400"/>
            <a:ext cx="12196233" cy="5435600"/>
            <a:chOff x="0" y="896"/>
            <a:chExt cx="5762" cy="3424"/>
          </a:xfrm>
        </p:grpSpPr>
        <p:grpSp>
          <p:nvGrpSpPr>
            <p:cNvPr id="1032" name="Group 3"/>
            <p:cNvGrpSpPr>
              <a:grpSpLocks/>
            </p:cNvGrpSpPr>
            <p:nvPr userDrawn="1"/>
          </p:nvGrpSpPr>
          <p:grpSpPr bwMode="auto">
            <a:xfrm>
              <a:off x="20" y="896"/>
              <a:ext cx="5742" cy="3424"/>
              <a:chOff x="20" y="896"/>
              <a:chExt cx="5742" cy="3424"/>
            </a:xfrm>
          </p:grpSpPr>
          <p:sp>
            <p:nvSpPr>
              <p:cNvPr id="1169" name="Freeform 4"/>
              <p:cNvSpPr>
                <a:spLocks/>
              </p:cNvSpPr>
              <p:nvPr userDrawn="1"/>
            </p:nvSpPr>
            <p:spPr bwMode="hidden">
              <a:xfrm>
                <a:off x="1399" y="1116"/>
                <a:ext cx="2815" cy="2110"/>
              </a:xfrm>
              <a:custGeom>
                <a:avLst/>
                <a:gdLst>
                  <a:gd name="T0" fmla="*/ 950 w 2815"/>
                  <a:gd name="T1" fmla="*/ 85 h 2110"/>
                  <a:gd name="T2" fmla="*/ 628 w 2815"/>
                  <a:gd name="T3" fmla="*/ 438 h 2110"/>
                  <a:gd name="T4" fmla="*/ 66 w 2815"/>
                  <a:gd name="T5" fmla="*/ 471 h 2110"/>
                  <a:gd name="T6" fmla="*/ 0 w 2815"/>
                  <a:gd name="T7" fmla="*/ 627 h 2110"/>
                  <a:gd name="T8" fmla="*/ 372 w 2815"/>
                  <a:gd name="T9" fmla="*/ 1026 h 2110"/>
                  <a:gd name="T10" fmla="*/ 611 w 2815"/>
                  <a:gd name="T11" fmla="*/ 902 h 2110"/>
                  <a:gd name="T12" fmla="*/ 992 w 2815"/>
                  <a:gd name="T13" fmla="*/ 1085 h 2110"/>
                  <a:gd name="T14" fmla="*/ 1116 w 2815"/>
                  <a:gd name="T15" fmla="*/ 1339 h 2110"/>
                  <a:gd name="T16" fmla="*/ 1083 w 2815"/>
                  <a:gd name="T17" fmla="*/ 1450 h 2110"/>
                  <a:gd name="T18" fmla="*/ 1124 w 2815"/>
                  <a:gd name="T19" fmla="*/ 1659 h 2110"/>
                  <a:gd name="T20" fmla="*/ 1149 w 2815"/>
                  <a:gd name="T21" fmla="*/ 1999 h 2110"/>
                  <a:gd name="T22" fmla="*/ 1463 w 2815"/>
                  <a:gd name="T23" fmla="*/ 2110 h 2110"/>
                  <a:gd name="T24" fmla="*/ 1686 w 2815"/>
                  <a:gd name="T25" fmla="*/ 2025 h 2110"/>
                  <a:gd name="T26" fmla="*/ 1603 w 2815"/>
                  <a:gd name="T27" fmla="*/ 1777 h 2110"/>
                  <a:gd name="T28" fmla="*/ 1991 w 2815"/>
                  <a:gd name="T29" fmla="*/ 1555 h 2110"/>
                  <a:gd name="T30" fmla="*/ 2281 w 2815"/>
                  <a:gd name="T31" fmla="*/ 1542 h 2110"/>
                  <a:gd name="T32" fmla="*/ 2446 w 2815"/>
                  <a:gd name="T33" fmla="*/ 1359 h 2110"/>
                  <a:gd name="T34" fmla="*/ 2361 w 2815"/>
                  <a:gd name="T35" fmla="*/ 1001 h 2110"/>
                  <a:gd name="T36" fmla="*/ 2606 w 2815"/>
                  <a:gd name="T37" fmla="*/ 893 h 2110"/>
                  <a:gd name="T38" fmla="*/ 2815 w 2815"/>
                  <a:gd name="T39" fmla="*/ 454 h 2110"/>
                  <a:gd name="T40" fmla="*/ 2518 w 2815"/>
                  <a:gd name="T41" fmla="*/ 0 h 211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815" h="2110">
                    <a:moveTo>
                      <a:pt x="950" y="85"/>
                    </a:moveTo>
                    <a:lnTo>
                      <a:pt x="628" y="438"/>
                    </a:lnTo>
                    <a:lnTo>
                      <a:pt x="66" y="471"/>
                    </a:lnTo>
                    <a:lnTo>
                      <a:pt x="0" y="627"/>
                    </a:lnTo>
                    <a:lnTo>
                      <a:pt x="372" y="1026"/>
                    </a:lnTo>
                    <a:lnTo>
                      <a:pt x="611" y="902"/>
                    </a:lnTo>
                    <a:lnTo>
                      <a:pt x="992" y="1085"/>
                    </a:lnTo>
                    <a:lnTo>
                      <a:pt x="1116" y="1339"/>
                    </a:lnTo>
                    <a:lnTo>
                      <a:pt x="1083" y="1450"/>
                    </a:lnTo>
                    <a:lnTo>
                      <a:pt x="1124" y="1659"/>
                    </a:lnTo>
                    <a:lnTo>
                      <a:pt x="1149" y="1999"/>
                    </a:lnTo>
                    <a:lnTo>
                      <a:pt x="1463" y="2110"/>
                    </a:lnTo>
                    <a:lnTo>
                      <a:pt x="1686" y="2025"/>
                    </a:lnTo>
                    <a:lnTo>
                      <a:pt x="1603" y="1777"/>
                    </a:lnTo>
                    <a:lnTo>
                      <a:pt x="1991" y="1555"/>
                    </a:lnTo>
                    <a:lnTo>
                      <a:pt x="2281" y="1542"/>
                    </a:lnTo>
                    <a:lnTo>
                      <a:pt x="2446" y="1359"/>
                    </a:lnTo>
                    <a:lnTo>
                      <a:pt x="2361" y="1001"/>
                    </a:lnTo>
                    <a:lnTo>
                      <a:pt x="2606" y="893"/>
                    </a:lnTo>
                    <a:lnTo>
                      <a:pt x="2815" y="454"/>
                    </a:lnTo>
                    <a:lnTo>
                      <a:pt x="2518" y="0"/>
                    </a:lnTo>
                  </a:path>
                </a:pathLst>
              </a:custGeom>
              <a:noFill/>
              <a:ln w="15240" cap="flat" cmpd="sng">
                <a:solidFill>
                  <a:schemeClr val="bg2"/>
                </a:solidFill>
                <a:prstDash val="solid"/>
                <a:round/>
                <a:headEnd type="none" w="med" len="med"/>
                <a:tailEnd type="none" w="med" len="med"/>
              </a:ln>
              <a:extLst>
                <a:ext uri="{909E8E84-426E-40dd-AFC4-6F175D3DCCD1}">
                  <a14:hiddenFill xmlns:a14="http://schemas.microsoft.com/office/drawing/2010/main" xmlns="">
                    <a:solidFill>
                      <a:srgbClr val="FFFFFF"/>
                    </a:solidFill>
                  </a14:hiddenFill>
                </a:ext>
              </a:extLst>
            </p:spPr>
            <p:txBody>
              <a:bodyPr/>
              <a:lstStyle/>
              <a:p>
                <a:pPr eaLnBrk="0" fontAlgn="base" hangingPunct="0">
                  <a:spcBef>
                    <a:spcPct val="0"/>
                  </a:spcBef>
                  <a:spcAft>
                    <a:spcPct val="0"/>
                  </a:spcAft>
                </a:pPr>
                <a:endParaRPr lang="en-US" sz="4400">
                  <a:solidFill>
                    <a:srgbClr val="FFFFCC"/>
                  </a:solidFill>
                  <a:latin typeface="Arial" panose="020B0604020202020204" pitchFamily="34" charset="0"/>
                </a:endParaRPr>
              </a:p>
            </p:txBody>
          </p:sp>
          <p:sp>
            <p:nvSpPr>
              <p:cNvPr id="1170" name="Freeform 5"/>
              <p:cNvSpPr>
                <a:spLocks/>
              </p:cNvSpPr>
              <p:nvPr userDrawn="1"/>
            </p:nvSpPr>
            <p:spPr bwMode="hidden">
              <a:xfrm>
                <a:off x="672" y="1116"/>
                <a:ext cx="3966" cy="2366"/>
              </a:xfrm>
              <a:custGeom>
                <a:avLst/>
                <a:gdLst>
                  <a:gd name="T0" fmla="*/ 1423 w 3966"/>
                  <a:gd name="T1" fmla="*/ 65 h 2366"/>
                  <a:gd name="T2" fmla="*/ 1148 w 3966"/>
                  <a:gd name="T3" fmla="*/ 262 h 2366"/>
                  <a:gd name="T4" fmla="*/ 934 w 3966"/>
                  <a:gd name="T5" fmla="*/ 216 h 2366"/>
                  <a:gd name="T6" fmla="*/ 529 w 3966"/>
                  <a:gd name="T7" fmla="*/ 314 h 2366"/>
                  <a:gd name="T8" fmla="*/ 174 w 3966"/>
                  <a:gd name="T9" fmla="*/ 327 h 2366"/>
                  <a:gd name="T10" fmla="*/ 0 w 3966"/>
                  <a:gd name="T11" fmla="*/ 628 h 2366"/>
                  <a:gd name="T12" fmla="*/ 91 w 3966"/>
                  <a:gd name="T13" fmla="*/ 726 h 2366"/>
                  <a:gd name="T14" fmla="*/ 231 w 3966"/>
                  <a:gd name="T15" fmla="*/ 654 h 2366"/>
                  <a:gd name="T16" fmla="*/ 430 w 3966"/>
                  <a:gd name="T17" fmla="*/ 687 h 2366"/>
                  <a:gd name="T18" fmla="*/ 504 w 3966"/>
                  <a:gd name="T19" fmla="*/ 850 h 2366"/>
                  <a:gd name="T20" fmla="*/ 347 w 3966"/>
                  <a:gd name="T21" fmla="*/ 1020 h 2366"/>
                  <a:gd name="T22" fmla="*/ 529 w 3966"/>
                  <a:gd name="T23" fmla="*/ 1144 h 2366"/>
                  <a:gd name="T24" fmla="*/ 727 w 3966"/>
                  <a:gd name="T25" fmla="*/ 1105 h 2366"/>
                  <a:gd name="T26" fmla="*/ 901 w 3966"/>
                  <a:gd name="T27" fmla="*/ 1216 h 2366"/>
                  <a:gd name="T28" fmla="*/ 1256 w 3966"/>
                  <a:gd name="T29" fmla="*/ 1229 h 2366"/>
                  <a:gd name="T30" fmla="*/ 1611 w 3966"/>
                  <a:gd name="T31" fmla="*/ 1425 h 2366"/>
                  <a:gd name="T32" fmla="*/ 1694 w 3966"/>
                  <a:gd name="T33" fmla="*/ 1673 h 2366"/>
                  <a:gd name="T34" fmla="*/ 1619 w 3966"/>
                  <a:gd name="T35" fmla="*/ 2118 h 2366"/>
                  <a:gd name="T36" fmla="*/ 1694 w 3966"/>
                  <a:gd name="T37" fmla="*/ 2268 h 2366"/>
                  <a:gd name="T38" fmla="*/ 2132 w 3966"/>
                  <a:gd name="T39" fmla="*/ 2242 h 2366"/>
                  <a:gd name="T40" fmla="*/ 2289 w 3966"/>
                  <a:gd name="T41" fmla="*/ 2366 h 2366"/>
                  <a:gd name="T42" fmla="*/ 2594 w 3966"/>
                  <a:gd name="T43" fmla="*/ 2046 h 2366"/>
                  <a:gd name="T44" fmla="*/ 2537 w 3966"/>
                  <a:gd name="T45" fmla="*/ 1817 h 2366"/>
                  <a:gd name="T46" fmla="*/ 2818 w 3966"/>
                  <a:gd name="T47" fmla="*/ 1673 h 2366"/>
                  <a:gd name="T48" fmla="*/ 3016 w 3966"/>
                  <a:gd name="T49" fmla="*/ 1719 h 2366"/>
                  <a:gd name="T50" fmla="*/ 3280 w 3966"/>
                  <a:gd name="T51" fmla="*/ 1615 h 2366"/>
                  <a:gd name="T52" fmla="*/ 3405 w 3966"/>
                  <a:gd name="T53" fmla="*/ 1174 h 2366"/>
                  <a:gd name="T54" fmla="*/ 3643 w 3966"/>
                  <a:gd name="T55" fmla="*/ 922 h 2366"/>
                  <a:gd name="T56" fmla="*/ 3966 w 3966"/>
                  <a:gd name="T57" fmla="*/ 896 h 2366"/>
                  <a:gd name="T58" fmla="*/ 3908 w 3966"/>
                  <a:gd name="T59" fmla="*/ 733 h 2366"/>
                  <a:gd name="T60" fmla="*/ 3669 w 3966"/>
                  <a:gd name="T61" fmla="*/ 563 h 2366"/>
                  <a:gd name="T62" fmla="*/ 3817 w 3966"/>
                  <a:gd name="T63" fmla="*/ 210 h 2366"/>
                  <a:gd name="T64" fmla="*/ 3590 w 3966"/>
                  <a:gd name="T65" fmla="*/ 0 h 236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3966" h="2366">
                    <a:moveTo>
                      <a:pt x="1423" y="65"/>
                    </a:moveTo>
                    <a:lnTo>
                      <a:pt x="1148" y="262"/>
                    </a:lnTo>
                    <a:lnTo>
                      <a:pt x="934" y="216"/>
                    </a:lnTo>
                    <a:lnTo>
                      <a:pt x="529" y="314"/>
                    </a:lnTo>
                    <a:lnTo>
                      <a:pt x="174" y="327"/>
                    </a:lnTo>
                    <a:lnTo>
                      <a:pt x="0" y="628"/>
                    </a:lnTo>
                    <a:lnTo>
                      <a:pt x="91" y="726"/>
                    </a:lnTo>
                    <a:lnTo>
                      <a:pt x="231" y="654"/>
                    </a:lnTo>
                    <a:lnTo>
                      <a:pt x="430" y="687"/>
                    </a:lnTo>
                    <a:lnTo>
                      <a:pt x="504" y="850"/>
                    </a:lnTo>
                    <a:lnTo>
                      <a:pt x="347" y="1020"/>
                    </a:lnTo>
                    <a:lnTo>
                      <a:pt x="529" y="1144"/>
                    </a:lnTo>
                    <a:lnTo>
                      <a:pt x="727" y="1105"/>
                    </a:lnTo>
                    <a:lnTo>
                      <a:pt x="901" y="1216"/>
                    </a:lnTo>
                    <a:lnTo>
                      <a:pt x="1256" y="1229"/>
                    </a:lnTo>
                    <a:lnTo>
                      <a:pt x="1611" y="1425"/>
                    </a:lnTo>
                    <a:lnTo>
                      <a:pt x="1694" y="1673"/>
                    </a:lnTo>
                    <a:lnTo>
                      <a:pt x="1619" y="2118"/>
                    </a:lnTo>
                    <a:lnTo>
                      <a:pt x="1694" y="2268"/>
                    </a:lnTo>
                    <a:lnTo>
                      <a:pt x="2132" y="2242"/>
                    </a:lnTo>
                    <a:lnTo>
                      <a:pt x="2289" y="2366"/>
                    </a:lnTo>
                    <a:lnTo>
                      <a:pt x="2594" y="2046"/>
                    </a:lnTo>
                    <a:lnTo>
                      <a:pt x="2537" y="1817"/>
                    </a:lnTo>
                    <a:lnTo>
                      <a:pt x="2818" y="1673"/>
                    </a:lnTo>
                    <a:lnTo>
                      <a:pt x="3016" y="1719"/>
                    </a:lnTo>
                    <a:lnTo>
                      <a:pt x="3280" y="1615"/>
                    </a:lnTo>
                    <a:lnTo>
                      <a:pt x="3405" y="1174"/>
                    </a:lnTo>
                    <a:lnTo>
                      <a:pt x="3643" y="922"/>
                    </a:lnTo>
                    <a:lnTo>
                      <a:pt x="3966" y="896"/>
                    </a:lnTo>
                    <a:lnTo>
                      <a:pt x="3908" y="733"/>
                    </a:lnTo>
                    <a:lnTo>
                      <a:pt x="3669" y="563"/>
                    </a:lnTo>
                    <a:lnTo>
                      <a:pt x="3817" y="210"/>
                    </a:lnTo>
                    <a:lnTo>
                      <a:pt x="3590" y="0"/>
                    </a:lnTo>
                  </a:path>
                </a:pathLst>
              </a:custGeom>
              <a:noFill/>
              <a:ln w="16510" cap="flat" cmpd="sng">
                <a:solidFill>
                  <a:schemeClr val="bg2"/>
                </a:solidFill>
                <a:prstDash val="solid"/>
                <a:round/>
                <a:headEnd type="none" w="med" len="med"/>
                <a:tailEnd type="none" w="med" len="med"/>
              </a:ln>
              <a:extLst>
                <a:ext uri="{909E8E84-426E-40dd-AFC4-6F175D3DCCD1}">
                  <a14:hiddenFill xmlns:a14="http://schemas.microsoft.com/office/drawing/2010/main" xmlns="">
                    <a:solidFill>
                      <a:srgbClr val="FFFFFF"/>
                    </a:solidFill>
                  </a14:hiddenFill>
                </a:ext>
              </a:extLst>
            </p:spPr>
            <p:txBody>
              <a:bodyPr/>
              <a:lstStyle/>
              <a:p>
                <a:pPr eaLnBrk="0" fontAlgn="base" hangingPunct="0">
                  <a:spcBef>
                    <a:spcPct val="0"/>
                  </a:spcBef>
                  <a:spcAft>
                    <a:spcPct val="0"/>
                  </a:spcAft>
                </a:pPr>
                <a:endParaRPr lang="en-US" sz="4400">
                  <a:solidFill>
                    <a:srgbClr val="FFFFCC"/>
                  </a:solidFill>
                  <a:latin typeface="Arial" panose="020B0604020202020204" pitchFamily="34" charset="0"/>
                </a:endParaRPr>
              </a:p>
            </p:txBody>
          </p:sp>
          <p:sp>
            <p:nvSpPr>
              <p:cNvPr id="1171" name="Freeform 6"/>
              <p:cNvSpPr>
                <a:spLocks/>
              </p:cNvSpPr>
              <p:nvPr userDrawn="1"/>
            </p:nvSpPr>
            <p:spPr bwMode="hidden">
              <a:xfrm>
                <a:off x="20" y="1069"/>
                <a:ext cx="5732" cy="3107"/>
              </a:xfrm>
              <a:custGeom>
                <a:avLst/>
                <a:gdLst>
                  <a:gd name="T0" fmla="*/ 81 w 5732"/>
                  <a:gd name="T1" fmla="*/ 0 h 3107"/>
                  <a:gd name="T2" fmla="*/ 133 w 5732"/>
                  <a:gd name="T3" fmla="*/ 328 h 3107"/>
                  <a:gd name="T4" fmla="*/ 0 w 5732"/>
                  <a:gd name="T5" fmla="*/ 666 h 3107"/>
                  <a:gd name="T6" fmla="*/ 83 w 5732"/>
                  <a:gd name="T7" fmla="*/ 1221 h 3107"/>
                  <a:gd name="T8" fmla="*/ 413 w 5732"/>
                  <a:gd name="T9" fmla="*/ 1515 h 3107"/>
                  <a:gd name="T10" fmla="*/ 881 w 5732"/>
                  <a:gd name="T11" fmla="*/ 1700 h 3107"/>
                  <a:gd name="T12" fmla="*/ 1440 w 5732"/>
                  <a:gd name="T13" fmla="*/ 1651 h 3107"/>
                  <a:gd name="T14" fmla="*/ 1755 w 5732"/>
                  <a:gd name="T15" fmla="*/ 1940 h 3107"/>
                  <a:gd name="T16" fmla="*/ 1653 w 5732"/>
                  <a:gd name="T17" fmla="*/ 2126 h 3107"/>
                  <a:gd name="T18" fmla="*/ 1136 w 5732"/>
                  <a:gd name="T19" fmla="*/ 2142 h 3107"/>
                  <a:gd name="T20" fmla="*/ 911 w 5732"/>
                  <a:gd name="T21" fmla="*/ 2021 h 3107"/>
                  <a:gd name="T22" fmla="*/ 739 w 5732"/>
                  <a:gd name="T23" fmla="*/ 2142 h 3107"/>
                  <a:gd name="T24" fmla="*/ 954 w 5732"/>
                  <a:gd name="T25" fmla="*/ 2524 h 3107"/>
                  <a:gd name="T26" fmla="*/ 973 w 5732"/>
                  <a:gd name="T27" fmla="*/ 2905 h 3107"/>
                  <a:gd name="T28" fmla="*/ 1511 w 5732"/>
                  <a:gd name="T29" fmla="*/ 3107 h 3107"/>
                  <a:gd name="T30" fmla="*/ 1644 w 5732"/>
                  <a:gd name="T31" fmla="*/ 2922 h 3107"/>
                  <a:gd name="T32" fmla="*/ 2077 w 5732"/>
                  <a:gd name="T33" fmla="*/ 2797 h 3107"/>
                  <a:gd name="T34" fmla="*/ 2610 w 5732"/>
                  <a:gd name="T35" fmla="*/ 2962 h 3107"/>
                  <a:gd name="T36" fmla="*/ 3222 w 5732"/>
                  <a:gd name="T37" fmla="*/ 2812 h 3107"/>
                  <a:gd name="T38" fmla="*/ 3443 w 5732"/>
                  <a:gd name="T39" fmla="*/ 2922 h 3107"/>
                  <a:gd name="T40" fmla="*/ 3861 w 5732"/>
                  <a:gd name="T41" fmla="*/ 2648 h 3107"/>
                  <a:gd name="T42" fmla="*/ 4125 w 5732"/>
                  <a:gd name="T43" fmla="*/ 2311 h 3107"/>
                  <a:gd name="T44" fmla="*/ 4369 w 5732"/>
                  <a:gd name="T45" fmla="*/ 2318 h 3107"/>
                  <a:gd name="T46" fmla="*/ 4554 w 5732"/>
                  <a:gd name="T47" fmla="*/ 2445 h 3107"/>
                  <a:gd name="T48" fmla="*/ 5015 w 5732"/>
                  <a:gd name="T49" fmla="*/ 2142 h 3107"/>
                  <a:gd name="T50" fmla="*/ 5404 w 5732"/>
                  <a:gd name="T51" fmla="*/ 2185 h 3107"/>
                  <a:gd name="T52" fmla="*/ 5732 w 5732"/>
                  <a:gd name="T53" fmla="*/ 2069 h 3107"/>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5732" h="3107">
                    <a:moveTo>
                      <a:pt x="81" y="0"/>
                    </a:moveTo>
                    <a:lnTo>
                      <a:pt x="133" y="328"/>
                    </a:lnTo>
                    <a:lnTo>
                      <a:pt x="0" y="666"/>
                    </a:lnTo>
                    <a:lnTo>
                      <a:pt x="83" y="1221"/>
                    </a:lnTo>
                    <a:lnTo>
                      <a:pt x="413" y="1515"/>
                    </a:lnTo>
                    <a:lnTo>
                      <a:pt x="881" y="1700"/>
                    </a:lnTo>
                    <a:lnTo>
                      <a:pt x="1440" y="1651"/>
                    </a:lnTo>
                    <a:lnTo>
                      <a:pt x="1755" y="1940"/>
                    </a:lnTo>
                    <a:lnTo>
                      <a:pt x="1653" y="2126"/>
                    </a:lnTo>
                    <a:lnTo>
                      <a:pt x="1136" y="2142"/>
                    </a:lnTo>
                    <a:lnTo>
                      <a:pt x="911" y="2021"/>
                    </a:lnTo>
                    <a:lnTo>
                      <a:pt x="739" y="2142"/>
                    </a:lnTo>
                    <a:lnTo>
                      <a:pt x="954" y="2524"/>
                    </a:lnTo>
                    <a:lnTo>
                      <a:pt x="973" y="2905"/>
                    </a:lnTo>
                    <a:lnTo>
                      <a:pt x="1511" y="3107"/>
                    </a:lnTo>
                    <a:lnTo>
                      <a:pt x="1644" y="2922"/>
                    </a:lnTo>
                    <a:lnTo>
                      <a:pt x="2077" y="2797"/>
                    </a:lnTo>
                    <a:lnTo>
                      <a:pt x="2610" y="2962"/>
                    </a:lnTo>
                    <a:lnTo>
                      <a:pt x="3222" y="2812"/>
                    </a:lnTo>
                    <a:lnTo>
                      <a:pt x="3443" y="2922"/>
                    </a:lnTo>
                    <a:lnTo>
                      <a:pt x="3861" y="2648"/>
                    </a:lnTo>
                    <a:lnTo>
                      <a:pt x="4125" y="2311"/>
                    </a:lnTo>
                    <a:lnTo>
                      <a:pt x="4369" y="2318"/>
                    </a:lnTo>
                    <a:lnTo>
                      <a:pt x="4554" y="2445"/>
                    </a:lnTo>
                    <a:lnTo>
                      <a:pt x="5015" y="2142"/>
                    </a:lnTo>
                    <a:lnTo>
                      <a:pt x="5404" y="2185"/>
                    </a:lnTo>
                    <a:lnTo>
                      <a:pt x="5732" y="2069"/>
                    </a:lnTo>
                  </a:path>
                </a:pathLst>
              </a:custGeom>
              <a:noFill/>
              <a:ln w="16510" cap="flat" cmpd="sng">
                <a:solidFill>
                  <a:schemeClr val="bg2"/>
                </a:solidFill>
                <a:prstDash val="solid"/>
                <a:round/>
                <a:headEnd type="none" w="med" len="med"/>
                <a:tailEnd type="none" w="med" len="med"/>
              </a:ln>
              <a:extLst>
                <a:ext uri="{909E8E84-426E-40dd-AFC4-6F175D3DCCD1}">
                  <a14:hiddenFill xmlns:a14="http://schemas.microsoft.com/office/drawing/2010/main" xmlns="">
                    <a:solidFill>
                      <a:srgbClr val="FFFFFF"/>
                    </a:solidFill>
                  </a14:hiddenFill>
                </a:ext>
              </a:extLst>
            </p:spPr>
            <p:txBody>
              <a:bodyPr/>
              <a:lstStyle/>
              <a:p>
                <a:pPr eaLnBrk="0" fontAlgn="base" hangingPunct="0">
                  <a:spcBef>
                    <a:spcPct val="0"/>
                  </a:spcBef>
                  <a:spcAft>
                    <a:spcPct val="0"/>
                  </a:spcAft>
                </a:pPr>
                <a:endParaRPr lang="en-US" sz="4400">
                  <a:solidFill>
                    <a:srgbClr val="FFFFCC"/>
                  </a:solidFill>
                  <a:latin typeface="Arial" panose="020B0604020202020204" pitchFamily="34" charset="0"/>
                </a:endParaRPr>
              </a:p>
            </p:txBody>
          </p:sp>
          <p:sp>
            <p:nvSpPr>
              <p:cNvPr id="1172" name="Freeform 7"/>
              <p:cNvSpPr>
                <a:spLocks/>
              </p:cNvSpPr>
              <p:nvPr userDrawn="1"/>
            </p:nvSpPr>
            <p:spPr bwMode="hidden">
              <a:xfrm>
                <a:off x="242" y="1145"/>
                <a:ext cx="5512" cy="2760"/>
              </a:xfrm>
              <a:custGeom>
                <a:avLst/>
                <a:gdLst>
                  <a:gd name="T0" fmla="*/ 240 w 5512"/>
                  <a:gd name="T1" fmla="*/ 0 h 2760"/>
                  <a:gd name="T2" fmla="*/ 0 w 5512"/>
                  <a:gd name="T3" fmla="*/ 336 h 2760"/>
                  <a:gd name="T4" fmla="*/ 82 w 5512"/>
                  <a:gd name="T5" fmla="*/ 821 h 2760"/>
                  <a:gd name="T6" fmla="*/ 243 w 5512"/>
                  <a:gd name="T7" fmla="*/ 873 h 2760"/>
                  <a:gd name="T8" fmla="*/ 473 w 5512"/>
                  <a:gd name="T9" fmla="*/ 1087 h 2760"/>
                  <a:gd name="T10" fmla="*/ 557 w 5512"/>
                  <a:gd name="T11" fmla="*/ 1441 h 2760"/>
                  <a:gd name="T12" fmla="*/ 839 w 5512"/>
                  <a:gd name="T13" fmla="*/ 1499 h 2760"/>
                  <a:gd name="T14" fmla="*/ 1258 w 5512"/>
                  <a:gd name="T15" fmla="*/ 1349 h 2760"/>
                  <a:gd name="T16" fmla="*/ 1307 w 5512"/>
                  <a:gd name="T17" fmla="*/ 1493 h 2760"/>
                  <a:gd name="T18" fmla="*/ 1621 w 5512"/>
                  <a:gd name="T19" fmla="*/ 1513 h 2760"/>
                  <a:gd name="T20" fmla="*/ 1862 w 5512"/>
                  <a:gd name="T21" fmla="*/ 1865 h 2760"/>
                  <a:gd name="T22" fmla="*/ 1668 w 5512"/>
                  <a:gd name="T23" fmla="*/ 2166 h 2760"/>
                  <a:gd name="T24" fmla="*/ 1308 w 5512"/>
                  <a:gd name="T25" fmla="*/ 2217 h 2760"/>
                  <a:gd name="T26" fmla="*/ 992 w 5512"/>
                  <a:gd name="T27" fmla="*/ 2172 h 2760"/>
                  <a:gd name="T28" fmla="*/ 903 w 5512"/>
                  <a:gd name="T29" fmla="*/ 2244 h 2760"/>
                  <a:gd name="T30" fmla="*/ 1008 w 5512"/>
                  <a:gd name="T31" fmla="*/ 2415 h 2760"/>
                  <a:gd name="T32" fmla="*/ 992 w 5512"/>
                  <a:gd name="T33" fmla="*/ 2538 h 2760"/>
                  <a:gd name="T34" fmla="*/ 1137 w 5512"/>
                  <a:gd name="T35" fmla="*/ 2760 h 2760"/>
                  <a:gd name="T36" fmla="*/ 1661 w 5512"/>
                  <a:gd name="T37" fmla="*/ 2623 h 2760"/>
                  <a:gd name="T38" fmla="*/ 1725 w 5512"/>
                  <a:gd name="T39" fmla="*/ 2492 h 2760"/>
                  <a:gd name="T40" fmla="*/ 1895 w 5512"/>
                  <a:gd name="T41" fmla="*/ 2551 h 2760"/>
                  <a:gd name="T42" fmla="*/ 2338 w 5512"/>
                  <a:gd name="T43" fmla="*/ 2448 h 2760"/>
                  <a:gd name="T44" fmla="*/ 2443 w 5512"/>
                  <a:gd name="T45" fmla="*/ 2714 h 2760"/>
                  <a:gd name="T46" fmla="*/ 2870 w 5512"/>
                  <a:gd name="T47" fmla="*/ 2541 h 2760"/>
                  <a:gd name="T48" fmla="*/ 3264 w 5512"/>
                  <a:gd name="T49" fmla="*/ 2591 h 2760"/>
                  <a:gd name="T50" fmla="*/ 3522 w 5512"/>
                  <a:gd name="T51" fmla="*/ 2427 h 2760"/>
                  <a:gd name="T52" fmla="*/ 3594 w 5512"/>
                  <a:gd name="T53" fmla="*/ 2081 h 2760"/>
                  <a:gd name="T54" fmla="*/ 4013 w 5512"/>
                  <a:gd name="T55" fmla="*/ 2087 h 2760"/>
                  <a:gd name="T56" fmla="*/ 4070 w 5512"/>
                  <a:gd name="T57" fmla="*/ 1924 h 2760"/>
                  <a:gd name="T58" fmla="*/ 4239 w 5512"/>
                  <a:gd name="T59" fmla="*/ 1931 h 2760"/>
                  <a:gd name="T60" fmla="*/ 4465 w 5512"/>
                  <a:gd name="T61" fmla="*/ 2094 h 2760"/>
                  <a:gd name="T62" fmla="*/ 4836 w 5512"/>
                  <a:gd name="T63" fmla="*/ 1814 h 2760"/>
                  <a:gd name="T64" fmla="*/ 5225 w 5512"/>
                  <a:gd name="T65" fmla="*/ 1785 h 2760"/>
                  <a:gd name="T66" fmla="*/ 5367 w 5512"/>
                  <a:gd name="T67" fmla="*/ 1571 h 2760"/>
                  <a:gd name="T68" fmla="*/ 5512 w 5512"/>
                  <a:gd name="T69" fmla="*/ 1585 h 276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5512" h="2760">
                    <a:moveTo>
                      <a:pt x="240" y="0"/>
                    </a:moveTo>
                    <a:lnTo>
                      <a:pt x="0" y="336"/>
                    </a:lnTo>
                    <a:lnTo>
                      <a:pt x="82" y="821"/>
                    </a:lnTo>
                    <a:lnTo>
                      <a:pt x="243" y="873"/>
                    </a:lnTo>
                    <a:lnTo>
                      <a:pt x="473" y="1087"/>
                    </a:lnTo>
                    <a:lnTo>
                      <a:pt x="557" y="1441"/>
                    </a:lnTo>
                    <a:lnTo>
                      <a:pt x="839" y="1499"/>
                    </a:lnTo>
                    <a:lnTo>
                      <a:pt x="1258" y="1349"/>
                    </a:lnTo>
                    <a:lnTo>
                      <a:pt x="1307" y="1493"/>
                    </a:lnTo>
                    <a:lnTo>
                      <a:pt x="1621" y="1513"/>
                    </a:lnTo>
                    <a:lnTo>
                      <a:pt x="1862" y="1865"/>
                    </a:lnTo>
                    <a:lnTo>
                      <a:pt x="1668" y="2166"/>
                    </a:lnTo>
                    <a:lnTo>
                      <a:pt x="1308" y="2217"/>
                    </a:lnTo>
                    <a:lnTo>
                      <a:pt x="992" y="2172"/>
                    </a:lnTo>
                    <a:lnTo>
                      <a:pt x="903" y="2244"/>
                    </a:lnTo>
                    <a:lnTo>
                      <a:pt x="1008" y="2415"/>
                    </a:lnTo>
                    <a:lnTo>
                      <a:pt x="992" y="2538"/>
                    </a:lnTo>
                    <a:lnTo>
                      <a:pt x="1137" y="2760"/>
                    </a:lnTo>
                    <a:lnTo>
                      <a:pt x="1661" y="2623"/>
                    </a:lnTo>
                    <a:lnTo>
                      <a:pt x="1725" y="2492"/>
                    </a:lnTo>
                    <a:lnTo>
                      <a:pt x="1895" y="2551"/>
                    </a:lnTo>
                    <a:lnTo>
                      <a:pt x="2338" y="2448"/>
                    </a:lnTo>
                    <a:lnTo>
                      <a:pt x="2443" y="2714"/>
                    </a:lnTo>
                    <a:lnTo>
                      <a:pt x="2870" y="2541"/>
                    </a:lnTo>
                    <a:lnTo>
                      <a:pt x="3264" y="2591"/>
                    </a:lnTo>
                    <a:lnTo>
                      <a:pt x="3522" y="2427"/>
                    </a:lnTo>
                    <a:lnTo>
                      <a:pt x="3594" y="2081"/>
                    </a:lnTo>
                    <a:lnTo>
                      <a:pt x="4013" y="2087"/>
                    </a:lnTo>
                    <a:lnTo>
                      <a:pt x="4070" y="1924"/>
                    </a:lnTo>
                    <a:lnTo>
                      <a:pt x="4239" y="1931"/>
                    </a:lnTo>
                    <a:lnTo>
                      <a:pt x="4465" y="2094"/>
                    </a:lnTo>
                    <a:lnTo>
                      <a:pt x="4836" y="1814"/>
                    </a:lnTo>
                    <a:lnTo>
                      <a:pt x="5225" y="1785"/>
                    </a:lnTo>
                    <a:lnTo>
                      <a:pt x="5367" y="1571"/>
                    </a:lnTo>
                    <a:lnTo>
                      <a:pt x="5512" y="1585"/>
                    </a:lnTo>
                  </a:path>
                </a:pathLst>
              </a:custGeom>
              <a:noFill/>
              <a:ln w="15240" cap="flat" cmpd="sng">
                <a:solidFill>
                  <a:schemeClr val="bg2"/>
                </a:solidFill>
                <a:prstDash val="solid"/>
                <a:round/>
                <a:headEnd type="none" w="med" len="med"/>
                <a:tailEnd type="none" w="med" len="med"/>
              </a:ln>
              <a:extLst>
                <a:ext uri="{909E8E84-426E-40dd-AFC4-6F175D3DCCD1}">
                  <a14:hiddenFill xmlns:a14="http://schemas.microsoft.com/office/drawing/2010/main" xmlns="">
                    <a:solidFill>
                      <a:srgbClr val="FFFFFF"/>
                    </a:solidFill>
                  </a14:hiddenFill>
                </a:ext>
              </a:extLst>
            </p:spPr>
            <p:txBody>
              <a:bodyPr/>
              <a:lstStyle/>
              <a:p>
                <a:pPr eaLnBrk="0" fontAlgn="base" hangingPunct="0">
                  <a:spcBef>
                    <a:spcPct val="0"/>
                  </a:spcBef>
                  <a:spcAft>
                    <a:spcPct val="0"/>
                  </a:spcAft>
                </a:pPr>
                <a:endParaRPr lang="en-US" sz="4400">
                  <a:solidFill>
                    <a:srgbClr val="FFFFCC"/>
                  </a:solidFill>
                  <a:latin typeface="Arial" panose="020B0604020202020204" pitchFamily="34" charset="0"/>
                </a:endParaRPr>
              </a:p>
            </p:txBody>
          </p:sp>
          <p:sp>
            <p:nvSpPr>
              <p:cNvPr id="1173" name="Freeform 8"/>
              <p:cNvSpPr>
                <a:spLocks/>
              </p:cNvSpPr>
              <p:nvPr userDrawn="1"/>
            </p:nvSpPr>
            <p:spPr bwMode="hidden">
              <a:xfrm>
                <a:off x="4840" y="984"/>
                <a:ext cx="790" cy="1189"/>
              </a:xfrm>
              <a:custGeom>
                <a:avLst/>
                <a:gdLst>
                  <a:gd name="T0" fmla="*/ 139 w 790"/>
                  <a:gd name="T1" fmla="*/ 0 h 1189"/>
                  <a:gd name="T2" fmla="*/ 210 w 790"/>
                  <a:gd name="T3" fmla="*/ 233 h 1189"/>
                  <a:gd name="T4" fmla="*/ 159 w 790"/>
                  <a:gd name="T5" fmla="*/ 643 h 1189"/>
                  <a:gd name="T6" fmla="*/ 454 w 790"/>
                  <a:gd name="T7" fmla="*/ 771 h 1189"/>
                  <a:gd name="T8" fmla="*/ 605 w 790"/>
                  <a:gd name="T9" fmla="*/ 1046 h 1189"/>
                  <a:gd name="T10" fmla="*/ 790 w 790"/>
                  <a:gd name="T11" fmla="*/ 1189 h 1189"/>
                  <a:gd name="T12" fmla="*/ 540 w 790"/>
                  <a:gd name="T13" fmla="*/ 1111 h 1189"/>
                  <a:gd name="T14" fmla="*/ 363 w 790"/>
                  <a:gd name="T15" fmla="*/ 883 h 1189"/>
                  <a:gd name="T16" fmla="*/ 139 w 790"/>
                  <a:gd name="T17" fmla="*/ 852 h 1189"/>
                  <a:gd name="T18" fmla="*/ 0 w 790"/>
                  <a:gd name="T19" fmla="*/ 499 h 1189"/>
                  <a:gd name="T20" fmla="*/ 48 w 790"/>
                  <a:gd name="T21" fmla="*/ 209 h 118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790" h="1189">
                    <a:moveTo>
                      <a:pt x="139" y="0"/>
                    </a:moveTo>
                    <a:lnTo>
                      <a:pt x="210" y="233"/>
                    </a:lnTo>
                    <a:lnTo>
                      <a:pt x="159" y="643"/>
                    </a:lnTo>
                    <a:lnTo>
                      <a:pt x="454" y="771"/>
                    </a:lnTo>
                    <a:lnTo>
                      <a:pt x="605" y="1046"/>
                    </a:lnTo>
                    <a:lnTo>
                      <a:pt x="790" y="1189"/>
                    </a:lnTo>
                    <a:lnTo>
                      <a:pt x="540" y="1111"/>
                    </a:lnTo>
                    <a:lnTo>
                      <a:pt x="363" y="883"/>
                    </a:lnTo>
                    <a:lnTo>
                      <a:pt x="139" y="852"/>
                    </a:lnTo>
                    <a:lnTo>
                      <a:pt x="0" y="499"/>
                    </a:lnTo>
                    <a:lnTo>
                      <a:pt x="48" y="209"/>
                    </a:lnTo>
                  </a:path>
                </a:pathLst>
              </a:custGeom>
              <a:noFill/>
              <a:ln w="15240" cap="flat" cmpd="sng">
                <a:solidFill>
                  <a:schemeClr val="bg2"/>
                </a:solidFill>
                <a:prstDash val="solid"/>
                <a:round/>
                <a:headEnd type="none" w="med" len="med"/>
                <a:tailEnd type="none" w="med" len="med"/>
              </a:ln>
              <a:extLst>
                <a:ext uri="{909E8E84-426E-40dd-AFC4-6F175D3DCCD1}">
                  <a14:hiddenFill xmlns:a14="http://schemas.microsoft.com/office/drawing/2010/main" xmlns="">
                    <a:solidFill>
                      <a:srgbClr val="FFFFFF"/>
                    </a:solidFill>
                  </a14:hiddenFill>
                </a:ext>
              </a:extLst>
            </p:spPr>
            <p:txBody>
              <a:bodyPr/>
              <a:lstStyle/>
              <a:p>
                <a:pPr eaLnBrk="0" fontAlgn="base" hangingPunct="0">
                  <a:spcBef>
                    <a:spcPct val="0"/>
                  </a:spcBef>
                  <a:spcAft>
                    <a:spcPct val="0"/>
                  </a:spcAft>
                </a:pPr>
                <a:endParaRPr lang="en-US" sz="4400">
                  <a:solidFill>
                    <a:srgbClr val="FFFFCC"/>
                  </a:solidFill>
                  <a:latin typeface="Arial" panose="020B0604020202020204" pitchFamily="34" charset="0"/>
                </a:endParaRPr>
              </a:p>
            </p:txBody>
          </p:sp>
          <p:sp>
            <p:nvSpPr>
              <p:cNvPr id="1174" name="Freeform 9"/>
              <p:cNvSpPr>
                <a:spLocks/>
              </p:cNvSpPr>
              <p:nvPr userDrawn="1"/>
            </p:nvSpPr>
            <p:spPr bwMode="hidden">
              <a:xfrm>
                <a:off x="5173" y="896"/>
                <a:ext cx="579" cy="1117"/>
              </a:xfrm>
              <a:custGeom>
                <a:avLst/>
                <a:gdLst>
                  <a:gd name="T0" fmla="*/ 0 w 579"/>
                  <a:gd name="T1" fmla="*/ 0 h 1117"/>
                  <a:gd name="T2" fmla="*/ 128 w 579"/>
                  <a:gd name="T3" fmla="*/ 328 h 1117"/>
                  <a:gd name="T4" fmla="*/ 9 w 579"/>
                  <a:gd name="T5" fmla="*/ 659 h 1117"/>
                  <a:gd name="T6" fmla="*/ 40 w 579"/>
                  <a:gd name="T7" fmla="*/ 763 h 1117"/>
                  <a:gd name="T8" fmla="*/ 234 w 579"/>
                  <a:gd name="T9" fmla="*/ 739 h 1117"/>
                  <a:gd name="T10" fmla="*/ 344 w 579"/>
                  <a:gd name="T11" fmla="*/ 1055 h 1117"/>
                  <a:gd name="T12" fmla="*/ 579 w 579"/>
                  <a:gd name="T13" fmla="*/ 1117 h 111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79" h="1117">
                    <a:moveTo>
                      <a:pt x="0" y="0"/>
                    </a:moveTo>
                    <a:lnTo>
                      <a:pt x="128" y="328"/>
                    </a:lnTo>
                    <a:lnTo>
                      <a:pt x="9" y="659"/>
                    </a:lnTo>
                    <a:lnTo>
                      <a:pt x="40" y="763"/>
                    </a:lnTo>
                    <a:lnTo>
                      <a:pt x="234" y="739"/>
                    </a:lnTo>
                    <a:lnTo>
                      <a:pt x="344" y="1055"/>
                    </a:lnTo>
                    <a:lnTo>
                      <a:pt x="579" y="1117"/>
                    </a:lnTo>
                  </a:path>
                </a:pathLst>
              </a:custGeom>
              <a:noFill/>
              <a:ln w="16510" cap="flat" cmpd="sng">
                <a:solidFill>
                  <a:schemeClr val="bg2"/>
                </a:solidFill>
                <a:prstDash val="solid"/>
                <a:round/>
                <a:headEnd type="none" w="med" len="med"/>
                <a:tailEnd type="none" w="med" len="med"/>
              </a:ln>
              <a:extLst>
                <a:ext uri="{909E8E84-426E-40dd-AFC4-6F175D3DCCD1}">
                  <a14:hiddenFill xmlns:a14="http://schemas.microsoft.com/office/drawing/2010/main" xmlns="">
                    <a:solidFill>
                      <a:srgbClr val="FFFFFF"/>
                    </a:solidFill>
                  </a14:hiddenFill>
                </a:ext>
              </a:extLst>
            </p:spPr>
            <p:txBody>
              <a:bodyPr/>
              <a:lstStyle/>
              <a:p>
                <a:pPr eaLnBrk="0" fontAlgn="base" hangingPunct="0">
                  <a:spcBef>
                    <a:spcPct val="0"/>
                  </a:spcBef>
                  <a:spcAft>
                    <a:spcPct val="0"/>
                  </a:spcAft>
                </a:pPr>
                <a:endParaRPr lang="en-US" sz="4400">
                  <a:solidFill>
                    <a:srgbClr val="FFFFCC"/>
                  </a:solidFill>
                  <a:latin typeface="Arial" panose="020B0604020202020204" pitchFamily="34" charset="0"/>
                </a:endParaRPr>
              </a:p>
            </p:txBody>
          </p:sp>
          <p:sp>
            <p:nvSpPr>
              <p:cNvPr id="1175" name="Freeform 10"/>
              <p:cNvSpPr>
                <a:spLocks/>
              </p:cNvSpPr>
              <p:nvPr userDrawn="1"/>
            </p:nvSpPr>
            <p:spPr bwMode="hidden">
              <a:xfrm>
                <a:off x="3291" y="968"/>
                <a:ext cx="2471" cy="2396"/>
              </a:xfrm>
              <a:custGeom>
                <a:avLst/>
                <a:gdLst>
                  <a:gd name="T0" fmla="*/ 1118 w 2471"/>
                  <a:gd name="T1" fmla="*/ 0 h 2396"/>
                  <a:gd name="T2" fmla="*/ 1179 w 2471"/>
                  <a:gd name="T3" fmla="*/ 225 h 2396"/>
                  <a:gd name="T4" fmla="*/ 1393 w 2471"/>
                  <a:gd name="T5" fmla="*/ 339 h 2396"/>
                  <a:gd name="T6" fmla="*/ 1404 w 2471"/>
                  <a:gd name="T7" fmla="*/ 548 h 2396"/>
                  <a:gd name="T8" fmla="*/ 1342 w 2471"/>
                  <a:gd name="T9" fmla="*/ 732 h 2396"/>
                  <a:gd name="T10" fmla="*/ 1434 w 2471"/>
                  <a:gd name="T11" fmla="*/ 925 h 2396"/>
                  <a:gd name="T12" fmla="*/ 1455 w 2471"/>
                  <a:gd name="T13" fmla="*/ 1109 h 2396"/>
                  <a:gd name="T14" fmla="*/ 1311 w 2471"/>
                  <a:gd name="T15" fmla="*/ 1142 h 2396"/>
                  <a:gd name="T16" fmla="*/ 926 w 2471"/>
                  <a:gd name="T17" fmla="*/ 1384 h 2396"/>
                  <a:gd name="T18" fmla="*/ 975 w 2471"/>
                  <a:gd name="T19" fmla="*/ 1456 h 2396"/>
                  <a:gd name="T20" fmla="*/ 956 w 2471"/>
                  <a:gd name="T21" fmla="*/ 1624 h 2396"/>
                  <a:gd name="T22" fmla="*/ 782 w 2471"/>
                  <a:gd name="T23" fmla="*/ 1817 h 2396"/>
                  <a:gd name="T24" fmla="*/ 539 w 2471"/>
                  <a:gd name="T25" fmla="*/ 1978 h 2396"/>
                  <a:gd name="T26" fmla="*/ 152 w 2471"/>
                  <a:gd name="T27" fmla="*/ 2026 h 2396"/>
                  <a:gd name="T28" fmla="*/ 19 w 2471"/>
                  <a:gd name="T29" fmla="*/ 2251 h 2396"/>
                  <a:gd name="T30" fmla="*/ 0 w 2471"/>
                  <a:gd name="T31" fmla="*/ 2396 h 2396"/>
                  <a:gd name="T32" fmla="*/ 213 w 2471"/>
                  <a:gd name="T33" fmla="*/ 2179 h 2396"/>
                  <a:gd name="T34" fmla="*/ 629 w 2471"/>
                  <a:gd name="T35" fmla="*/ 2090 h 2396"/>
                  <a:gd name="T36" fmla="*/ 894 w 2471"/>
                  <a:gd name="T37" fmla="*/ 1906 h 2396"/>
                  <a:gd name="T38" fmla="*/ 1230 w 2471"/>
                  <a:gd name="T39" fmla="*/ 1986 h 2396"/>
                  <a:gd name="T40" fmla="*/ 1668 w 2471"/>
                  <a:gd name="T41" fmla="*/ 1906 h 2396"/>
                  <a:gd name="T42" fmla="*/ 1983 w 2471"/>
                  <a:gd name="T43" fmla="*/ 1745 h 2396"/>
                  <a:gd name="T44" fmla="*/ 2014 w 2471"/>
                  <a:gd name="T45" fmla="*/ 1600 h 2396"/>
                  <a:gd name="T46" fmla="*/ 2237 w 2471"/>
                  <a:gd name="T47" fmla="*/ 1496 h 2396"/>
                  <a:gd name="T48" fmla="*/ 2359 w 2471"/>
                  <a:gd name="T49" fmla="*/ 1552 h 2396"/>
                  <a:gd name="T50" fmla="*/ 2471 w 2471"/>
                  <a:gd name="T51" fmla="*/ 1479 h 239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2471" h="2396">
                    <a:moveTo>
                      <a:pt x="1118" y="0"/>
                    </a:moveTo>
                    <a:lnTo>
                      <a:pt x="1179" y="225"/>
                    </a:lnTo>
                    <a:lnTo>
                      <a:pt x="1393" y="339"/>
                    </a:lnTo>
                    <a:lnTo>
                      <a:pt x="1404" y="548"/>
                    </a:lnTo>
                    <a:lnTo>
                      <a:pt x="1342" y="732"/>
                    </a:lnTo>
                    <a:lnTo>
                      <a:pt x="1434" y="925"/>
                    </a:lnTo>
                    <a:lnTo>
                      <a:pt x="1455" y="1109"/>
                    </a:lnTo>
                    <a:lnTo>
                      <a:pt x="1311" y="1142"/>
                    </a:lnTo>
                    <a:lnTo>
                      <a:pt x="926" y="1384"/>
                    </a:lnTo>
                    <a:lnTo>
                      <a:pt x="975" y="1456"/>
                    </a:lnTo>
                    <a:lnTo>
                      <a:pt x="956" y="1624"/>
                    </a:lnTo>
                    <a:lnTo>
                      <a:pt x="782" y="1817"/>
                    </a:lnTo>
                    <a:lnTo>
                      <a:pt x="539" y="1978"/>
                    </a:lnTo>
                    <a:lnTo>
                      <a:pt x="152" y="2026"/>
                    </a:lnTo>
                    <a:lnTo>
                      <a:pt x="19" y="2251"/>
                    </a:lnTo>
                    <a:lnTo>
                      <a:pt x="0" y="2396"/>
                    </a:lnTo>
                    <a:lnTo>
                      <a:pt x="213" y="2179"/>
                    </a:lnTo>
                    <a:lnTo>
                      <a:pt x="629" y="2090"/>
                    </a:lnTo>
                    <a:lnTo>
                      <a:pt x="894" y="1906"/>
                    </a:lnTo>
                    <a:lnTo>
                      <a:pt x="1230" y="1986"/>
                    </a:lnTo>
                    <a:lnTo>
                      <a:pt x="1668" y="1906"/>
                    </a:lnTo>
                    <a:lnTo>
                      <a:pt x="1983" y="1745"/>
                    </a:lnTo>
                    <a:lnTo>
                      <a:pt x="2014" y="1600"/>
                    </a:lnTo>
                    <a:lnTo>
                      <a:pt x="2237" y="1496"/>
                    </a:lnTo>
                    <a:lnTo>
                      <a:pt x="2359" y="1552"/>
                    </a:lnTo>
                    <a:lnTo>
                      <a:pt x="2471" y="1479"/>
                    </a:lnTo>
                  </a:path>
                </a:pathLst>
              </a:custGeom>
              <a:noFill/>
              <a:ln w="16510" cap="flat" cmpd="sng">
                <a:solidFill>
                  <a:schemeClr val="bg2"/>
                </a:solidFill>
                <a:prstDash val="solid"/>
                <a:round/>
                <a:headEnd type="none" w="med" len="med"/>
                <a:tailEnd type="none" w="med" len="med"/>
              </a:ln>
              <a:extLst>
                <a:ext uri="{909E8E84-426E-40dd-AFC4-6F175D3DCCD1}">
                  <a14:hiddenFill xmlns:a14="http://schemas.microsoft.com/office/drawing/2010/main" xmlns="">
                    <a:solidFill>
                      <a:srgbClr val="FFFFFF"/>
                    </a:solidFill>
                  </a14:hiddenFill>
                </a:ext>
              </a:extLst>
            </p:spPr>
            <p:txBody>
              <a:bodyPr/>
              <a:lstStyle/>
              <a:p>
                <a:pPr eaLnBrk="0" fontAlgn="base" hangingPunct="0">
                  <a:spcBef>
                    <a:spcPct val="0"/>
                  </a:spcBef>
                  <a:spcAft>
                    <a:spcPct val="0"/>
                  </a:spcAft>
                </a:pPr>
                <a:endParaRPr lang="en-US" sz="4400">
                  <a:solidFill>
                    <a:srgbClr val="FFFFCC"/>
                  </a:solidFill>
                  <a:latin typeface="Arial" panose="020B0604020202020204" pitchFamily="34" charset="0"/>
                </a:endParaRPr>
              </a:p>
            </p:txBody>
          </p:sp>
          <p:sp>
            <p:nvSpPr>
              <p:cNvPr id="1176" name="Freeform 11"/>
              <p:cNvSpPr>
                <a:spLocks/>
              </p:cNvSpPr>
              <p:nvPr userDrawn="1"/>
            </p:nvSpPr>
            <p:spPr bwMode="hidden">
              <a:xfrm>
                <a:off x="2366" y="1067"/>
                <a:ext cx="1399" cy="1349"/>
              </a:xfrm>
              <a:custGeom>
                <a:avLst/>
                <a:gdLst>
                  <a:gd name="T0" fmla="*/ 620 w 1399"/>
                  <a:gd name="T1" fmla="*/ 155 h 1349"/>
                  <a:gd name="T2" fmla="*/ 421 w 1399"/>
                  <a:gd name="T3" fmla="*/ 155 h 1349"/>
                  <a:gd name="T4" fmla="*/ 205 w 1399"/>
                  <a:gd name="T5" fmla="*/ 507 h 1349"/>
                  <a:gd name="T6" fmla="*/ 0 w 1399"/>
                  <a:gd name="T7" fmla="*/ 673 h 1349"/>
                  <a:gd name="T8" fmla="*/ 487 w 1399"/>
                  <a:gd name="T9" fmla="*/ 783 h 1349"/>
                  <a:gd name="T10" fmla="*/ 425 w 1399"/>
                  <a:gd name="T11" fmla="*/ 1009 h 1349"/>
                  <a:gd name="T12" fmla="*/ 617 w 1399"/>
                  <a:gd name="T13" fmla="*/ 1086 h 1349"/>
                  <a:gd name="T14" fmla="*/ 498 w 1399"/>
                  <a:gd name="T15" fmla="*/ 1349 h 1349"/>
                  <a:gd name="T16" fmla="*/ 961 w 1399"/>
                  <a:gd name="T17" fmla="*/ 1035 h 1349"/>
                  <a:gd name="T18" fmla="*/ 926 w 1399"/>
                  <a:gd name="T19" fmla="*/ 776 h 1349"/>
                  <a:gd name="T20" fmla="*/ 1181 w 1399"/>
                  <a:gd name="T21" fmla="*/ 749 h 1349"/>
                  <a:gd name="T22" fmla="*/ 1399 w 1399"/>
                  <a:gd name="T23" fmla="*/ 601 h 1349"/>
                  <a:gd name="T24" fmla="*/ 1315 w 1399"/>
                  <a:gd name="T25" fmla="*/ 416 h 1349"/>
                  <a:gd name="T26" fmla="*/ 1341 w 1399"/>
                  <a:gd name="T27" fmla="*/ 196 h 1349"/>
                  <a:gd name="T28" fmla="*/ 1171 w 1399"/>
                  <a:gd name="T29" fmla="*/ 164 h 1349"/>
                  <a:gd name="T30" fmla="*/ 928 w 1399"/>
                  <a:gd name="T31" fmla="*/ 0 h 1349"/>
                  <a:gd name="T32" fmla="*/ 620 w 1399"/>
                  <a:gd name="T33" fmla="*/ 155 h 134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399" h="1349">
                    <a:moveTo>
                      <a:pt x="620" y="155"/>
                    </a:moveTo>
                    <a:lnTo>
                      <a:pt x="421" y="155"/>
                    </a:lnTo>
                    <a:lnTo>
                      <a:pt x="205" y="507"/>
                    </a:lnTo>
                    <a:lnTo>
                      <a:pt x="0" y="673"/>
                    </a:lnTo>
                    <a:lnTo>
                      <a:pt x="487" y="783"/>
                    </a:lnTo>
                    <a:lnTo>
                      <a:pt x="425" y="1009"/>
                    </a:lnTo>
                    <a:lnTo>
                      <a:pt x="617" y="1086"/>
                    </a:lnTo>
                    <a:lnTo>
                      <a:pt x="498" y="1349"/>
                    </a:lnTo>
                    <a:lnTo>
                      <a:pt x="961" y="1035"/>
                    </a:lnTo>
                    <a:lnTo>
                      <a:pt x="926" y="776"/>
                    </a:lnTo>
                    <a:lnTo>
                      <a:pt x="1181" y="749"/>
                    </a:lnTo>
                    <a:lnTo>
                      <a:pt x="1399" y="601"/>
                    </a:lnTo>
                    <a:lnTo>
                      <a:pt x="1315" y="416"/>
                    </a:lnTo>
                    <a:lnTo>
                      <a:pt x="1341" y="196"/>
                    </a:lnTo>
                    <a:lnTo>
                      <a:pt x="1171" y="164"/>
                    </a:lnTo>
                    <a:lnTo>
                      <a:pt x="928" y="0"/>
                    </a:lnTo>
                    <a:lnTo>
                      <a:pt x="620" y="155"/>
                    </a:lnTo>
                    <a:close/>
                  </a:path>
                </a:pathLst>
              </a:custGeom>
              <a:noFill/>
              <a:ln w="17780" cap="flat" cmpd="sng">
                <a:solidFill>
                  <a:schemeClr val="bg2"/>
                </a:solidFill>
                <a:prstDash val="solid"/>
                <a:round/>
                <a:headEnd type="none" w="med" len="med"/>
                <a:tailEnd type="none" w="med" len="med"/>
              </a:ln>
              <a:extLst>
                <a:ext uri="{909E8E84-426E-40dd-AFC4-6F175D3DCCD1}">
                  <a14:hiddenFill xmlns:a14="http://schemas.microsoft.com/office/drawing/2010/main" xmlns="">
                    <a:solidFill>
                      <a:srgbClr val="FFFFFF"/>
                    </a:solidFill>
                  </a14:hiddenFill>
                </a:ext>
              </a:extLst>
            </p:spPr>
            <p:txBody>
              <a:bodyPr/>
              <a:lstStyle/>
              <a:p>
                <a:pPr eaLnBrk="0" fontAlgn="base" hangingPunct="0">
                  <a:spcBef>
                    <a:spcPct val="0"/>
                  </a:spcBef>
                  <a:spcAft>
                    <a:spcPct val="0"/>
                  </a:spcAft>
                </a:pPr>
                <a:endParaRPr lang="en-US" sz="4400">
                  <a:solidFill>
                    <a:srgbClr val="FFFFCC"/>
                  </a:solidFill>
                  <a:latin typeface="Arial" panose="020B0604020202020204" pitchFamily="34" charset="0"/>
                </a:endParaRPr>
              </a:p>
            </p:txBody>
          </p:sp>
          <p:sp>
            <p:nvSpPr>
              <p:cNvPr id="1177" name="Freeform 12"/>
              <p:cNvSpPr>
                <a:spLocks/>
              </p:cNvSpPr>
              <p:nvPr userDrawn="1"/>
            </p:nvSpPr>
            <p:spPr bwMode="hidden">
              <a:xfrm>
                <a:off x="4275" y="2031"/>
                <a:ext cx="1256" cy="810"/>
              </a:xfrm>
              <a:custGeom>
                <a:avLst/>
                <a:gdLst>
                  <a:gd name="T0" fmla="*/ 719 w 1256"/>
                  <a:gd name="T1" fmla="*/ 183 h 810"/>
                  <a:gd name="T2" fmla="*/ 760 w 1256"/>
                  <a:gd name="T3" fmla="*/ 33 h 810"/>
                  <a:gd name="T4" fmla="*/ 884 w 1256"/>
                  <a:gd name="T5" fmla="*/ 0 h 810"/>
                  <a:gd name="T6" fmla="*/ 983 w 1256"/>
                  <a:gd name="T7" fmla="*/ 78 h 810"/>
                  <a:gd name="T8" fmla="*/ 1082 w 1256"/>
                  <a:gd name="T9" fmla="*/ 248 h 810"/>
                  <a:gd name="T10" fmla="*/ 1256 w 1256"/>
                  <a:gd name="T11" fmla="*/ 229 h 810"/>
                  <a:gd name="T12" fmla="*/ 1248 w 1256"/>
                  <a:gd name="T13" fmla="*/ 359 h 810"/>
                  <a:gd name="T14" fmla="*/ 1016 w 1256"/>
                  <a:gd name="T15" fmla="*/ 431 h 810"/>
                  <a:gd name="T16" fmla="*/ 879 w 1256"/>
                  <a:gd name="T17" fmla="*/ 417 h 810"/>
                  <a:gd name="T18" fmla="*/ 719 w 1256"/>
                  <a:gd name="T19" fmla="*/ 481 h 810"/>
                  <a:gd name="T20" fmla="*/ 591 w 1256"/>
                  <a:gd name="T21" fmla="*/ 633 h 810"/>
                  <a:gd name="T22" fmla="*/ 423 w 1256"/>
                  <a:gd name="T23" fmla="*/ 537 h 810"/>
                  <a:gd name="T24" fmla="*/ 256 w 1256"/>
                  <a:gd name="T25" fmla="*/ 810 h 810"/>
                  <a:gd name="T26" fmla="*/ 66 w 1256"/>
                  <a:gd name="T27" fmla="*/ 764 h 810"/>
                  <a:gd name="T28" fmla="*/ 0 w 1256"/>
                  <a:gd name="T29" fmla="*/ 601 h 810"/>
                  <a:gd name="T30" fmla="*/ 157 w 1256"/>
                  <a:gd name="T31" fmla="*/ 483 h 810"/>
                  <a:gd name="T32" fmla="*/ 248 w 1256"/>
                  <a:gd name="T33" fmla="*/ 281 h 810"/>
                  <a:gd name="T34" fmla="*/ 438 w 1256"/>
                  <a:gd name="T35" fmla="*/ 150 h 810"/>
                  <a:gd name="T36" fmla="*/ 719 w 1256"/>
                  <a:gd name="T37" fmla="*/ 189 h 81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256" h="810">
                    <a:moveTo>
                      <a:pt x="719" y="183"/>
                    </a:moveTo>
                    <a:lnTo>
                      <a:pt x="760" y="33"/>
                    </a:lnTo>
                    <a:lnTo>
                      <a:pt x="884" y="0"/>
                    </a:lnTo>
                    <a:lnTo>
                      <a:pt x="983" y="78"/>
                    </a:lnTo>
                    <a:lnTo>
                      <a:pt x="1082" y="248"/>
                    </a:lnTo>
                    <a:lnTo>
                      <a:pt x="1256" y="229"/>
                    </a:lnTo>
                    <a:lnTo>
                      <a:pt x="1248" y="359"/>
                    </a:lnTo>
                    <a:lnTo>
                      <a:pt x="1016" y="431"/>
                    </a:lnTo>
                    <a:lnTo>
                      <a:pt x="879" y="417"/>
                    </a:lnTo>
                    <a:lnTo>
                      <a:pt x="719" y="481"/>
                    </a:lnTo>
                    <a:lnTo>
                      <a:pt x="591" y="633"/>
                    </a:lnTo>
                    <a:lnTo>
                      <a:pt x="423" y="537"/>
                    </a:lnTo>
                    <a:lnTo>
                      <a:pt x="256" y="810"/>
                    </a:lnTo>
                    <a:lnTo>
                      <a:pt x="66" y="764"/>
                    </a:lnTo>
                    <a:lnTo>
                      <a:pt x="0" y="601"/>
                    </a:lnTo>
                    <a:lnTo>
                      <a:pt x="157" y="483"/>
                    </a:lnTo>
                    <a:lnTo>
                      <a:pt x="248" y="281"/>
                    </a:lnTo>
                    <a:lnTo>
                      <a:pt x="438" y="150"/>
                    </a:lnTo>
                    <a:lnTo>
                      <a:pt x="719" y="189"/>
                    </a:lnTo>
                  </a:path>
                </a:pathLst>
              </a:custGeom>
              <a:noFill/>
              <a:ln w="17780" cap="flat" cmpd="sng">
                <a:solidFill>
                  <a:schemeClr val="bg2"/>
                </a:solidFill>
                <a:prstDash val="solid"/>
                <a:round/>
                <a:headEnd type="none" w="med" len="med"/>
                <a:tailEnd type="none" w="med" len="med"/>
              </a:ln>
              <a:extLst>
                <a:ext uri="{909E8E84-426E-40dd-AFC4-6F175D3DCCD1}">
                  <a14:hiddenFill xmlns:a14="http://schemas.microsoft.com/office/drawing/2010/main" xmlns="">
                    <a:solidFill>
                      <a:srgbClr val="FFFFFF"/>
                    </a:solidFill>
                  </a14:hiddenFill>
                </a:ext>
              </a:extLst>
            </p:spPr>
            <p:txBody>
              <a:bodyPr/>
              <a:lstStyle/>
              <a:p>
                <a:pPr eaLnBrk="0" fontAlgn="base" hangingPunct="0">
                  <a:spcBef>
                    <a:spcPct val="0"/>
                  </a:spcBef>
                  <a:spcAft>
                    <a:spcPct val="0"/>
                  </a:spcAft>
                </a:pPr>
                <a:endParaRPr lang="en-US" sz="4400">
                  <a:solidFill>
                    <a:srgbClr val="FFFFCC"/>
                  </a:solidFill>
                  <a:latin typeface="Arial" panose="020B0604020202020204" pitchFamily="34" charset="0"/>
                </a:endParaRPr>
              </a:p>
            </p:txBody>
          </p:sp>
          <p:sp>
            <p:nvSpPr>
              <p:cNvPr id="1178" name="Freeform 13"/>
              <p:cNvSpPr>
                <a:spLocks/>
              </p:cNvSpPr>
              <p:nvPr userDrawn="1"/>
            </p:nvSpPr>
            <p:spPr bwMode="hidden">
              <a:xfrm>
                <a:off x="2914" y="3476"/>
                <a:ext cx="2848" cy="788"/>
              </a:xfrm>
              <a:custGeom>
                <a:avLst/>
                <a:gdLst>
                  <a:gd name="T0" fmla="*/ 2838 w 2848"/>
                  <a:gd name="T1" fmla="*/ 16 h 788"/>
                  <a:gd name="T2" fmla="*/ 2493 w 2848"/>
                  <a:gd name="T3" fmla="*/ 0 h 788"/>
                  <a:gd name="T4" fmla="*/ 2278 w 2848"/>
                  <a:gd name="T5" fmla="*/ 81 h 788"/>
                  <a:gd name="T6" fmla="*/ 1936 w 2848"/>
                  <a:gd name="T7" fmla="*/ 44 h 788"/>
                  <a:gd name="T8" fmla="*/ 1739 w 2848"/>
                  <a:gd name="T9" fmla="*/ 354 h 788"/>
                  <a:gd name="T10" fmla="*/ 1600 w 2848"/>
                  <a:gd name="T11" fmla="*/ 212 h 788"/>
                  <a:gd name="T12" fmla="*/ 1352 w 2848"/>
                  <a:gd name="T13" fmla="*/ 308 h 788"/>
                  <a:gd name="T14" fmla="*/ 1445 w 2848"/>
                  <a:gd name="T15" fmla="*/ 515 h 788"/>
                  <a:gd name="T16" fmla="*/ 1072 w 2848"/>
                  <a:gd name="T17" fmla="*/ 412 h 788"/>
                  <a:gd name="T18" fmla="*/ 888 w 2848"/>
                  <a:gd name="T19" fmla="*/ 540 h 788"/>
                  <a:gd name="T20" fmla="*/ 0 w 2848"/>
                  <a:gd name="T21" fmla="*/ 660 h 788"/>
                  <a:gd name="T22" fmla="*/ 288 w 2848"/>
                  <a:gd name="T23" fmla="*/ 788 h 788"/>
                  <a:gd name="T24" fmla="*/ 1040 w 2848"/>
                  <a:gd name="T25" fmla="*/ 676 h 788"/>
                  <a:gd name="T26" fmla="*/ 1272 w 2848"/>
                  <a:gd name="T27" fmla="*/ 748 h 788"/>
                  <a:gd name="T28" fmla="*/ 2096 w 2848"/>
                  <a:gd name="T29" fmla="*/ 691 h 788"/>
                  <a:gd name="T30" fmla="*/ 2320 w 2848"/>
                  <a:gd name="T31" fmla="*/ 748 h 788"/>
                  <a:gd name="T32" fmla="*/ 2456 w 2848"/>
                  <a:gd name="T33" fmla="*/ 596 h 788"/>
                  <a:gd name="T34" fmla="*/ 2712 w 2848"/>
                  <a:gd name="T35" fmla="*/ 716 h 788"/>
                  <a:gd name="T36" fmla="*/ 2716 w 2848"/>
                  <a:gd name="T37" fmla="*/ 339 h 788"/>
                  <a:gd name="T38" fmla="*/ 2848 w 2848"/>
                  <a:gd name="T39" fmla="*/ 258 h 78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2848" h="788">
                    <a:moveTo>
                      <a:pt x="2838" y="16"/>
                    </a:moveTo>
                    <a:lnTo>
                      <a:pt x="2493" y="0"/>
                    </a:lnTo>
                    <a:lnTo>
                      <a:pt x="2278" y="81"/>
                    </a:lnTo>
                    <a:lnTo>
                      <a:pt x="1936" y="44"/>
                    </a:lnTo>
                    <a:lnTo>
                      <a:pt x="1739" y="354"/>
                    </a:lnTo>
                    <a:lnTo>
                      <a:pt x="1600" y="212"/>
                    </a:lnTo>
                    <a:lnTo>
                      <a:pt x="1352" y="308"/>
                    </a:lnTo>
                    <a:lnTo>
                      <a:pt x="1445" y="515"/>
                    </a:lnTo>
                    <a:lnTo>
                      <a:pt x="1072" y="412"/>
                    </a:lnTo>
                    <a:lnTo>
                      <a:pt x="888" y="540"/>
                    </a:lnTo>
                    <a:lnTo>
                      <a:pt x="0" y="660"/>
                    </a:lnTo>
                    <a:lnTo>
                      <a:pt x="288" y="788"/>
                    </a:lnTo>
                    <a:lnTo>
                      <a:pt x="1040" y="676"/>
                    </a:lnTo>
                    <a:lnTo>
                      <a:pt x="1272" y="748"/>
                    </a:lnTo>
                    <a:lnTo>
                      <a:pt x="2096" y="691"/>
                    </a:lnTo>
                    <a:lnTo>
                      <a:pt x="2320" y="748"/>
                    </a:lnTo>
                    <a:lnTo>
                      <a:pt x="2456" y="596"/>
                    </a:lnTo>
                    <a:lnTo>
                      <a:pt x="2712" y="716"/>
                    </a:lnTo>
                    <a:lnTo>
                      <a:pt x="2716" y="339"/>
                    </a:lnTo>
                    <a:lnTo>
                      <a:pt x="2848" y="258"/>
                    </a:lnTo>
                  </a:path>
                </a:pathLst>
              </a:custGeom>
              <a:noFill/>
              <a:ln w="17780" cap="flat" cmpd="sng">
                <a:solidFill>
                  <a:schemeClr val="bg2"/>
                </a:solidFill>
                <a:prstDash val="solid"/>
                <a:round/>
                <a:headEnd type="none" w="med" len="med"/>
                <a:tailEnd type="none" w="med" len="med"/>
              </a:ln>
              <a:extLst>
                <a:ext uri="{909E8E84-426E-40dd-AFC4-6F175D3DCCD1}">
                  <a14:hiddenFill xmlns:a14="http://schemas.microsoft.com/office/drawing/2010/main" xmlns="">
                    <a:solidFill>
                      <a:srgbClr val="FFFFFF"/>
                    </a:solidFill>
                  </a14:hiddenFill>
                </a:ext>
              </a:extLst>
            </p:spPr>
            <p:txBody>
              <a:bodyPr/>
              <a:lstStyle/>
              <a:p>
                <a:pPr eaLnBrk="0" fontAlgn="base" hangingPunct="0">
                  <a:spcBef>
                    <a:spcPct val="0"/>
                  </a:spcBef>
                  <a:spcAft>
                    <a:spcPct val="0"/>
                  </a:spcAft>
                </a:pPr>
                <a:endParaRPr lang="en-US" sz="4400">
                  <a:solidFill>
                    <a:srgbClr val="FFFFCC"/>
                  </a:solidFill>
                  <a:latin typeface="Arial" panose="020B0604020202020204" pitchFamily="34" charset="0"/>
                </a:endParaRPr>
              </a:p>
            </p:txBody>
          </p:sp>
          <p:sp>
            <p:nvSpPr>
              <p:cNvPr id="1179" name="Freeform 14"/>
              <p:cNvSpPr>
                <a:spLocks/>
              </p:cNvSpPr>
              <p:nvPr userDrawn="1"/>
            </p:nvSpPr>
            <p:spPr bwMode="hidden">
              <a:xfrm>
                <a:off x="5443" y="922"/>
                <a:ext cx="319" cy="854"/>
              </a:xfrm>
              <a:custGeom>
                <a:avLst/>
                <a:gdLst>
                  <a:gd name="T0" fmla="*/ 0 w 319"/>
                  <a:gd name="T1" fmla="*/ 0 h 854"/>
                  <a:gd name="T2" fmla="*/ 106 w 319"/>
                  <a:gd name="T3" fmla="*/ 313 h 854"/>
                  <a:gd name="T4" fmla="*/ 106 w 319"/>
                  <a:gd name="T5" fmla="*/ 634 h 854"/>
                  <a:gd name="T6" fmla="*/ 268 w 319"/>
                  <a:gd name="T7" fmla="*/ 854 h 854"/>
                  <a:gd name="T8" fmla="*/ 278 w 319"/>
                  <a:gd name="T9" fmla="*/ 577 h 854"/>
                  <a:gd name="T10" fmla="*/ 238 w 319"/>
                  <a:gd name="T11" fmla="*/ 400 h 854"/>
                  <a:gd name="T12" fmla="*/ 319 w 319"/>
                  <a:gd name="T13" fmla="*/ 240 h 85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19" h="854">
                    <a:moveTo>
                      <a:pt x="0" y="0"/>
                    </a:moveTo>
                    <a:lnTo>
                      <a:pt x="106" y="313"/>
                    </a:lnTo>
                    <a:lnTo>
                      <a:pt x="106" y="634"/>
                    </a:lnTo>
                    <a:lnTo>
                      <a:pt x="268" y="854"/>
                    </a:lnTo>
                    <a:lnTo>
                      <a:pt x="278" y="577"/>
                    </a:lnTo>
                    <a:lnTo>
                      <a:pt x="238" y="400"/>
                    </a:lnTo>
                    <a:lnTo>
                      <a:pt x="319" y="240"/>
                    </a:lnTo>
                  </a:path>
                </a:pathLst>
              </a:custGeom>
              <a:noFill/>
              <a:ln w="17780" cap="flat" cmpd="sng">
                <a:solidFill>
                  <a:schemeClr val="bg2"/>
                </a:solidFill>
                <a:prstDash val="solid"/>
                <a:round/>
                <a:headEnd type="none" w="med" len="med"/>
                <a:tailEnd type="none" w="med" len="med"/>
              </a:ln>
              <a:extLst>
                <a:ext uri="{909E8E84-426E-40dd-AFC4-6F175D3DCCD1}">
                  <a14:hiddenFill xmlns:a14="http://schemas.microsoft.com/office/drawing/2010/main" xmlns="">
                    <a:solidFill>
                      <a:srgbClr val="FFFFFF"/>
                    </a:solidFill>
                  </a14:hiddenFill>
                </a:ext>
              </a:extLst>
            </p:spPr>
            <p:txBody>
              <a:bodyPr/>
              <a:lstStyle/>
              <a:p>
                <a:pPr eaLnBrk="0" fontAlgn="base" hangingPunct="0">
                  <a:spcBef>
                    <a:spcPct val="0"/>
                  </a:spcBef>
                  <a:spcAft>
                    <a:spcPct val="0"/>
                  </a:spcAft>
                </a:pPr>
                <a:endParaRPr lang="en-US" sz="4400">
                  <a:solidFill>
                    <a:srgbClr val="FFFFCC"/>
                  </a:solidFill>
                  <a:latin typeface="Arial" panose="020B0604020202020204" pitchFamily="34" charset="0"/>
                </a:endParaRPr>
              </a:p>
            </p:txBody>
          </p:sp>
          <p:sp>
            <p:nvSpPr>
              <p:cNvPr id="1180" name="Freeform 15"/>
              <p:cNvSpPr>
                <a:spLocks/>
              </p:cNvSpPr>
              <p:nvPr userDrawn="1"/>
            </p:nvSpPr>
            <p:spPr bwMode="hidden">
              <a:xfrm>
                <a:off x="4954" y="3568"/>
                <a:ext cx="646" cy="392"/>
              </a:xfrm>
              <a:custGeom>
                <a:avLst/>
                <a:gdLst>
                  <a:gd name="T0" fmla="*/ 504 w 646"/>
                  <a:gd name="T1" fmla="*/ 0 h 392"/>
                  <a:gd name="T2" fmla="*/ 320 w 646"/>
                  <a:gd name="T3" fmla="*/ 61 h 392"/>
                  <a:gd name="T4" fmla="*/ 238 w 646"/>
                  <a:gd name="T5" fmla="*/ 109 h 392"/>
                  <a:gd name="T6" fmla="*/ 144 w 646"/>
                  <a:gd name="T7" fmla="*/ 216 h 392"/>
                  <a:gd name="T8" fmla="*/ 0 w 646"/>
                  <a:gd name="T9" fmla="*/ 392 h 392"/>
                  <a:gd name="T10" fmla="*/ 360 w 646"/>
                  <a:gd name="T11" fmla="*/ 263 h 392"/>
                  <a:gd name="T12" fmla="*/ 432 w 646"/>
                  <a:gd name="T13" fmla="*/ 182 h 392"/>
                  <a:gd name="T14" fmla="*/ 646 w 646"/>
                  <a:gd name="T15" fmla="*/ 142 h 392"/>
                  <a:gd name="T16" fmla="*/ 504 w 646"/>
                  <a:gd name="T17" fmla="*/ 0 h 39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46" h="392">
                    <a:moveTo>
                      <a:pt x="504" y="0"/>
                    </a:moveTo>
                    <a:lnTo>
                      <a:pt x="320" y="61"/>
                    </a:lnTo>
                    <a:lnTo>
                      <a:pt x="238" y="109"/>
                    </a:lnTo>
                    <a:lnTo>
                      <a:pt x="144" y="216"/>
                    </a:lnTo>
                    <a:lnTo>
                      <a:pt x="0" y="392"/>
                    </a:lnTo>
                    <a:lnTo>
                      <a:pt x="360" y="263"/>
                    </a:lnTo>
                    <a:lnTo>
                      <a:pt x="432" y="182"/>
                    </a:lnTo>
                    <a:lnTo>
                      <a:pt x="646" y="142"/>
                    </a:lnTo>
                    <a:lnTo>
                      <a:pt x="504" y="0"/>
                    </a:lnTo>
                    <a:close/>
                  </a:path>
                </a:pathLst>
              </a:custGeom>
              <a:noFill/>
              <a:ln w="17780" cap="flat" cmpd="sng">
                <a:solidFill>
                  <a:schemeClr val="bg2"/>
                </a:solidFill>
                <a:prstDash val="solid"/>
                <a:round/>
                <a:headEnd type="none" w="med" len="med"/>
                <a:tailEnd type="none" w="med" len="med"/>
              </a:ln>
              <a:extLst>
                <a:ext uri="{909E8E84-426E-40dd-AFC4-6F175D3DCCD1}">
                  <a14:hiddenFill xmlns:a14="http://schemas.microsoft.com/office/drawing/2010/main" xmlns="">
                    <a:solidFill>
                      <a:srgbClr val="FFFFFF"/>
                    </a:solidFill>
                  </a14:hiddenFill>
                </a:ext>
              </a:extLst>
            </p:spPr>
            <p:txBody>
              <a:bodyPr/>
              <a:lstStyle/>
              <a:p>
                <a:pPr eaLnBrk="0" fontAlgn="base" hangingPunct="0">
                  <a:spcBef>
                    <a:spcPct val="0"/>
                  </a:spcBef>
                  <a:spcAft>
                    <a:spcPct val="0"/>
                  </a:spcAft>
                </a:pPr>
                <a:endParaRPr lang="en-US" sz="4400">
                  <a:solidFill>
                    <a:srgbClr val="FFFFCC"/>
                  </a:solidFill>
                  <a:latin typeface="Arial" panose="020B0604020202020204" pitchFamily="34" charset="0"/>
                </a:endParaRPr>
              </a:p>
            </p:txBody>
          </p:sp>
          <p:sp>
            <p:nvSpPr>
              <p:cNvPr id="1181" name="Freeform 16"/>
              <p:cNvSpPr>
                <a:spLocks/>
              </p:cNvSpPr>
              <p:nvPr userDrawn="1"/>
            </p:nvSpPr>
            <p:spPr bwMode="hidden">
              <a:xfrm>
                <a:off x="50" y="2400"/>
                <a:ext cx="2736" cy="1920"/>
              </a:xfrm>
              <a:custGeom>
                <a:avLst/>
                <a:gdLst>
                  <a:gd name="T0" fmla="*/ 0 w 2736"/>
                  <a:gd name="T1" fmla="*/ 0 h 1920"/>
                  <a:gd name="T2" fmla="*/ 96 w 2736"/>
                  <a:gd name="T3" fmla="*/ 336 h 1920"/>
                  <a:gd name="T4" fmla="*/ 384 w 2736"/>
                  <a:gd name="T5" fmla="*/ 384 h 1920"/>
                  <a:gd name="T6" fmla="*/ 576 w 2736"/>
                  <a:gd name="T7" fmla="*/ 720 h 1920"/>
                  <a:gd name="T8" fmla="*/ 528 w 2736"/>
                  <a:gd name="T9" fmla="*/ 960 h 1920"/>
                  <a:gd name="T10" fmla="*/ 672 w 2736"/>
                  <a:gd name="T11" fmla="*/ 1104 h 1920"/>
                  <a:gd name="T12" fmla="*/ 576 w 2736"/>
                  <a:gd name="T13" fmla="*/ 1392 h 1920"/>
                  <a:gd name="T14" fmla="*/ 624 w 2736"/>
                  <a:gd name="T15" fmla="*/ 1632 h 1920"/>
                  <a:gd name="T16" fmla="*/ 1488 w 2736"/>
                  <a:gd name="T17" fmla="*/ 1872 h 1920"/>
                  <a:gd name="T18" fmla="*/ 1680 w 2736"/>
                  <a:gd name="T19" fmla="*/ 1728 h 1920"/>
                  <a:gd name="T20" fmla="*/ 2208 w 2736"/>
                  <a:gd name="T21" fmla="*/ 1728 h 1920"/>
                  <a:gd name="T22" fmla="*/ 2304 w 2736"/>
                  <a:gd name="T23" fmla="*/ 1632 h 1920"/>
                  <a:gd name="T24" fmla="*/ 2736 w 2736"/>
                  <a:gd name="T25" fmla="*/ 1872 h 1920"/>
                  <a:gd name="T26" fmla="*/ 2640 w 2736"/>
                  <a:gd name="T27" fmla="*/ 1920 h 1920"/>
                  <a:gd name="T28" fmla="*/ 2304 w 2736"/>
                  <a:gd name="T29" fmla="*/ 1824 h 1920"/>
                  <a:gd name="T30" fmla="*/ 2160 w 2736"/>
                  <a:gd name="T31" fmla="*/ 1872 h 1920"/>
                  <a:gd name="T32" fmla="*/ 1632 w 2736"/>
                  <a:gd name="T33" fmla="*/ 1920 h 1920"/>
                  <a:gd name="T34" fmla="*/ 1440 w 2736"/>
                  <a:gd name="T35" fmla="*/ 1920 h 1920"/>
                  <a:gd name="T36" fmla="*/ 480 w 2736"/>
                  <a:gd name="T37" fmla="*/ 1824 h 1920"/>
                  <a:gd name="T38" fmla="*/ 192 w 2736"/>
                  <a:gd name="T39" fmla="*/ 1872 h 1920"/>
                  <a:gd name="T40" fmla="*/ 96 w 2736"/>
                  <a:gd name="T41" fmla="*/ 1680 h 1920"/>
                  <a:gd name="T42" fmla="*/ 288 w 2736"/>
                  <a:gd name="T43" fmla="*/ 1440 h 1920"/>
                  <a:gd name="T44" fmla="*/ 336 w 2736"/>
                  <a:gd name="T45" fmla="*/ 1104 h 1920"/>
                  <a:gd name="T46" fmla="*/ 144 w 2736"/>
                  <a:gd name="T47" fmla="*/ 864 h 1920"/>
                  <a:gd name="T48" fmla="*/ 240 w 2736"/>
                  <a:gd name="T49" fmla="*/ 624 h 1920"/>
                  <a:gd name="T50" fmla="*/ 48 w 2736"/>
                  <a:gd name="T51" fmla="*/ 528 h 1920"/>
                  <a:gd name="T52" fmla="*/ 0 w 2736"/>
                  <a:gd name="T53" fmla="*/ 0 h 1920"/>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2736" h="1920">
                    <a:moveTo>
                      <a:pt x="0" y="0"/>
                    </a:moveTo>
                    <a:lnTo>
                      <a:pt x="96" y="336"/>
                    </a:lnTo>
                    <a:lnTo>
                      <a:pt x="384" y="384"/>
                    </a:lnTo>
                    <a:lnTo>
                      <a:pt x="576" y="720"/>
                    </a:lnTo>
                    <a:lnTo>
                      <a:pt x="528" y="960"/>
                    </a:lnTo>
                    <a:lnTo>
                      <a:pt x="672" y="1104"/>
                    </a:lnTo>
                    <a:lnTo>
                      <a:pt x="576" y="1392"/>
                    </a:lnTo>
                    <a:lnTo>
                      <a:pt x="624" y="1632"/>
                    </a:lnTo>
                    <a:lnTo>
                      <a:pt x="1488" y="1872"/>
                    </a:lnTo>
                    <a:lnTo>
                      <a:pt x="1680" y="1728"/>
                    </a:lnTo>
                    <a:lnTo>
                      <a:pt x="2208" y="1728"/>
                    </a:lnTo>
                    <a:lnTo>
                      <a:pt x="2304" y="1632"/>
                    </a:lnTo>
                    <a:lnTo>
                      <a:pt x="2736" y="1872"/>
                    </a:lnTo>
                    <a:lnTo>
                      <a:pt x="2640" y="1920"/>
                    </a:lnTo>
                    <a:lnTo>
                      <a:pt x="2304" y="1824"/>
                    </a:lnTo>
                    <a:lnTo>
                      <a:pt x="2160" y="1872"/>
                    </a:lnTo>
                    <a:lnTo>
                      <a:pt x="1632" y="1920"/>
                    </a:lnTo>
                    <a:lnTo>
                      <a:pt x="1440" y="1920"/>
                    </a:lnTo>
                    <a:lnTo>
                      <a:pt x="480" y="1824"/>
                    </a:lnTo>
                    <a:lnTo>
                      <a:pt x="192" y="1872"/>
                    </a:lnTo>
                    <a:lnTo>
                      <a:pt x="96" y="1680"/>
                    </a:lnTo>
                    <a:lnTo>
                      <a:pt x="288" y="1440"/>
                    </a:lnTo>
                    <a:lnTo>
                      <a:pt x="336" y="1104"/>
                    </a:lnTo>
                    <a:lnTo>
                      <a:pt x="144" y="864"/>
                    </a:lnTo>
                    <a:lnTo>
                      <a:pt x="240" y="624"/>
                    </a:lnTo>
                    <a:lnTo>
                      <a:pt x="48" y="528"/>
                    </a:lnTo>
                    <a:lnTo>
                      <a:pt x="0" y="0"/>
                    </a:lnTo>
                    <a:close/>
                  </a:path>
                </a:pathLst>
              </a:custGeom>
              <a:noFill/>
              <a:ln w="9525" cap="flat" cmpd="sng">
                <a:solidFill>
                  <a:schemeClr val="bg2"/>
                </a:solidFill>
                <a:prstDash val="solid"/>
                <a:round/>
                <a:headEnd type="none" w="med" len="med"/>
                <a:tailEnd type="none" w="med" len="med"/>
              </a:ln>
              <a:extLst>
                <a:ext uri="{909E8E84-426E-40dd-AFC4-6F175D3DCCD1}">
                  <a14:hiddenFill xmlns:a14="http://schemas.microsoft.com/office/drawing/2010/main" xmlns="">
                    <a:solidFill>
                      <a:srgbClr val="FFFFFF"/>
                    </a:solidFill>
                  </a14:hiddenFill>
                </a:ext>
              </a:extLst>
            </p:spPr>
            <p:txBody>
              <a:bodyPr/>
              <a:lstStyle/>
              <a:p>
                <a:pPr eaLnBrk="0" fontAlgn="base" hangingPunct="0">
                  <a:spcBef>
                    <a:spcPct val="0"/>
                  </a:spcBef>
                  <a:spcAft>
                    <a:spcPct val="0"/>
                  </a:spcAft>
                </a:pPr>
                <a:endParaRPr lang="en-US" sz="4400">
                  <a:solidFill>
                    <a:srgbClr val="FFFFCC"/>
                  </a:solidFill>
                  <a:latin typeface="Arial" panose="020B0604020202020204" pitchFamily="34" charset="0"/>
                </a:endParaRPr>
              </a:p>
            </p:txBody>
          </p:sp>
        </p:grpSp>
        <p:grpSp>
          <p:nvGrpSpPr>
            <p:cNvPr id="1033" name="Group 17"/>
            <p:cNvGrpSpPr>
              <a:grpSpLocks/>
            </p:cNvGrpSpPr>
            <p:nvPr userDrawn="1"/>
          </p:nvGrpSpPr>
          <p:grpSpPr bwMode="auto">
            <a:xfrm>
              <a:off x="0" y="2291"/>
              <a:ext cx="1385" cy="1702"/>
              <a:chOff x="0" y="2291"/>
              <a:chExt cx="1385" cy="1702"/>
            </a:xfrm>
          </p:grpSpPr>
          <p:sp>
            <p:nvSpPr>
              <p:cNvPr id="1034" name="Rectangle 18"/>
              <p:cNvSpPr>
                <a:spLocks noChangeArrowheads="1"/>
              </p:cNvSpPr>
              <p:nvPr userDrawn="1"/>
            </p:nvSpPr>
            <p:spPr bwMode="ltGray">
              <a:xfrm rot="6798887">
                <a:off x="63" y="3882"/>
                <a:ext cx="75"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035" name="Rectangle 19"/>
              <p:cNvSpPr>
                <a:spLocks noChangeArrowheads="1"/>
              </p:cNvSpPr>
              <p:nvPr userDrawn="1"/>
            </p:nvSpPr>
            <p:spPr bwMode="ltGray">
              <a:xfrm rot="6798887">
                <a:off x="33" y="3880"/>
                <a:ext cx="75"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036" name="Rectangle 20"/>
              <p:cNvSpPr>
                <a:spLocks noChangeArrowheads="1"/>
              </p:cNvSpPr>
              <p:nvPr userDrawn="1"/>
            </p:nvSpPr>
            <p:spPr bwMode="ltGray">
              <a:xfrm rot="6798887">
                <a:off x="7" y="3874"/>
                <a:ext cx="75"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037" name="Rectangle 21"/>
              <p:cNvSpPr>
                <a:spLocks noChangeArrowheads="1"/>
              </p:cNvSpPr>
              <p:nvPr userDrawn="1"/>
            </p:nvSpPr>
            <p:spPr bwMode="ltGray">
              <a:xfrm rot="5999912">
                <a:off x="209" y="3884"/>
                <a:ext cx="69"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038" name="Rectangle 22"/>
              <p:cNvSpPr>
                <a:spLocks noChangeArrowheads="1"/>
              </p:cNvSpPr>
              <p:nvPr userDrawn="1"/>
            </p:nvSpPr>
            <p:spPr bwMode="ltGray">
              <a:xfrm rot="5999912">
                <a:off x="183" y="3888"/>
                <a:ext cx="69"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039" name="Rectangle 23"/>
              <p:cNvSpPr>
                <a:spLocks noChangeArrowheads="1"/>
              </p:cNvSpPr>
              <p:nvPr userDrawn="1"/>
            </p:nvSpPr>
            <p:spPr bwMode="ltGray">
              <a:xfrm rot="6250138">
                <a:off x="153" y="3888"/>
                <a:ext cx="69"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040" name="Rectangle 24"/>
              <p:cNvSpPr>
                <a:spLocks noChangeArrowheads="1"/>
              </p:cNvSpPr>
              <p:nvPr userDrawn="1"/>
            </p:nvSpPr>
            <p:spPr bwMode="ltGray">
              <a:xfrm rot="6238076">
                <a:off x="123" y="3886"/>
                <a:ext cx="69"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041" name="Rectangle 25"/>
              <p:cNvSpPr>
                <a:spLocks noChangeArrowheads="1"/>
              </p:cNvSpPr>
              <p:nvPr userDrawn="1"/>
            </p:nvSpPr>
            <p:spPr bwMode="ltGray">
              <a:xfrm rot="5380717">
                <a:off x="363" y="3868"/>
                <a:ext cx="69"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042" name="Rectangle 26"/>
              <p:cNvSpPr>
                <a:spLocks noChangeArrowheads="1"/>
              </p:cNvSpPr>
              <p:nvPr userDrawn="1"/>
            </p:nvSpPr>
            <p:spPr bwMode="ltGray">
              <a:xfrm rot="5380717">
                <a:off x="333" y="3872"/>
                <a:ext cx="69"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043" name="Rectangle 27"/>
              <p:cNvSpPr>
                <a:spLocks noChangeArrowheads="1"/>
              </p:cNvSpPr>
              <p:nvPr userDrawn="1"/>
            </p:nvSpPr>
            <p:spPr bwMode="ltGray">
              <a:xfrm rot="5583200">
                <a:off x="303" y="3876"/>
                <a:ext cx="69"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044" name="Rectangle 28"/>
              <p:cNvSpPr>
                <a:spLocks noChangeArrowheads="1"/>
              </p:cNvSpPr>
              <p:nvPr userDrawn="1"/>
            </p:nvSpPr>
            <p:spPr bwMode="ltGray">
              <a:xfrm rot="5737625">
                <a:off x="271" y="3882"/>
                <a:ext cx="69"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045" name="Rectangle 29"/>
              <p:cNvSpPr>
                <a:spLocks noChangeArrowheads="1"/>
              </p:cNvSpPr>
              <p:nvPr userDrawn="1"/>
            </p:nvSpPr>
            <p:spPr bwMode="ltGray">
              <a:xfrm rot="4715477">
                <a:off x="517" y="3828"/>
                <a:ext cx="63"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046" name="Rectangle 30"/>
              <p:cNvSpPr>
                <a:spLocks noChangeArrowheads="1"/>
              </p:cNvSpPr>
              <p:nvPr userDrawn="1"/>
            </p:nvSpPr>
            <p:spPr bwMode="ltGray">
              <a:xfrm rot="4924949">
                <a:off x="486" y="3834"/>
                <a:ext cx="63"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047" name="Rectangle 31"/>
              <p:cNvSpPr>
                <a:spLocks noChangeArrowheads="1"/>
              </p:cNvSpPr>
              <p:nvPr userDrawn="1"/>
            </p:nvSpPr>
            <p:spPr bwMode="ltGray">
              <a:xfrm rot="4924949">
                <a:off x="456" y="3848"/>
                <a:ext cx="63"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048" name="Rectangle 32"/>
              <p:cNvSpPr>
                <a:spLocks noChangeArrowheads="1"/>
              </p:cNvSpPr>
              <p:nvPr userDrawn="1"/>
            </p:nvSpPr>
            <p:spPr bwMode="ltGray">
              <a:xfrm rot="5041352">
                <a:off x="427" y="3850"/>
                <a:ext cx="63"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049" name="Rectangle 33"/>
              <p:cNvSpPr>
                <a:spLocks noChangeArrowheads="1"/>
              </p:cNvSpPr>
              <p:nvPr userDrawn="1"/>
            </p:nvSpPr>
            <p:spPr bwMode="ltGray">
              <a:xfrm rot="3816889">
                <a:off x="664" y="3762"/>
                <a:ext cx="63"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050" name="Rectangle 34"/>
              <p:cNvSpPr>
                <a:spLocks noChangeArrowheads="1"/>
              </p:cNvSpPr>
              <p:nvPr userDrawn="1"/>
            </p:nvSpPr>
            <p:spPr bwMode="ltGray">
              <a:xfrm rot="3816889">
                <a:off x="634" y="3780"/>
                <a:ext cx="63"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051" name="Rectangle 35"/>
              <p:cNvSpPr>
                <a:spLocks noChangeArrowheads="1"/>
              </p:cNvSpPr>
              <p:nvPr userDrawn="1"/>
            </p:nvSpPr>
            <p:spPr bwMode="ltGray">
              <a:xfrm rot="4104184">
                <a:off x="606" y="3790"/>
                <a:ext cx="63"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052" name="Rectangle 36"/>
              <p:cNvSpPr>
                <a:spLocks noChangeArrowheads="1"/>
              </p:cNvSpPr>
              <p:nvPr userDrawn="1"/>
            </p:nvSpPr>
            <p:spPr bwMode="ltGray">
              <a:xfrm rot="4325343">
                <a:off x="575" y="3804"/>
                <a:ext cx="63"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053" name="Rectangle 37"/>
              <p:cNvSpPr>
                <a:spLocks noChangeArrowheads="1"/>
              </p:cNvSpPr>
              <p:nvPr userDrawn="1"/>
            </p:nvSpPr>
            <p:spPr bwMode="ltGray">
              <a:xfrm rot="3368036">
                <a:off x="800" y="3682"/>
                <a:ext cx="63"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054" name="Rectangle 38"/>
              <p:cNvSpPr>
                <a:spLocks noChangeArrowheads="1"/>
              </p:cNvSpPr>
              <p:nvPr userDrawn="1"/>
            </p:nvSpPr>
            <p:spPr bwMode="ltGray">
              <a:xfrm rot="3368036">
                <a:off x="772" y="3698"/>
                <a:ext cx="63"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055" name="Rectangle 39"/>
              <p:cNvSpPr>
                <a:spLocks noChangeArrowheads="1"/>
              </p:cNvSpPr>
              <p:nvPr userDrawn="1"/>
            </p:nvSpPr>
            <p:spPr bwMode="ltGray">
              <a:xfrm rot="3368036">
                <a:off x="746" y="3716"/>
                <a:ext cx="63"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056" name="Rectangle 40"/>
              <p:cNvSpPr>
                <a:spLocks noChangeArrowheads="1"/>
              </p:cNvSpPr>
              <p:nvPr userDrawn="1"/>
            </p:nvSpPr>
            <p:spPr bwMode="ltGray">
              <a:xfrm rot="3816889">
                <a:off x="717" y="3734"/>
                <a:ext cx="63"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057" name="Rectangle 41"/>
              <p:cNvSpPr>
                <a:spLocks noChangeArrowheads="1"/>
              </p:cNvSpPr>
              <p:nvPr userDrawn="1"/>
            </p:nvSpPr>
            <p:spPr bwMode="ltGray">
              <a:xfrm rot="2302266">
                <a:off x="923" y="3587"/>
                <a:ext cx="69"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058" name="Rectangle 42"/>
              <p:cNvSpPr>
                <a:spLocks noChangeArrowheads="1"/>
              </p:cNvSpPr>
              <p:nvPr userDrawn="1"/>
            </p:nvSpPr>
            <p:spPr bwMode="ltGray">
              <a:xfrm rot="2302266">
                <a:off x="899" y="3606"/>
                <a:ext cx="69"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059" name="Rectangle 43"/>
              <p:cNvSpPr>
                <a:spLocks noChangeArrowheads="1"/>
              </p:cNvSpPr>
              <p:nvPr userDrawn="1"/>
            </p:nvSpPr>
            <p:spPr bwMode="ltGray">
              <a:xfrm rot="2707562">
                <a:off x="876" y="3626"/>
                <a:ext cx="69"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060" name="Rectangle 44"/>
              <p:cNvSpPr>
                <a:spLocks noChangeArrowheads="1"/>
              </p:cNvSpPr>
              <p:nvPr userDrawn="1"/>
            </p:nvSpPr>
            <p:spPr bwMode="ltGray">
              <a:xfrm rot="2707562">
                <a:off x="850" y="3644"/>
                <a:ext cx="63"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061" name="Rectangle 45"/>
              <p:cNvSpPr>
                <a:spLocks noChangeArrowheads="1"/>
              </p:cNvSpPr>
              <p:nvPr userDrawn="1"/>
            </p:nvSpPr>
            <p:spPr bwMode="ltGray">
              <a:xfrm rot="1525830">
                <a:off x="1027" y="3473"/>
                <a:ext cx="69"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062" name="Rectangle 46"/>
              <p:cNvSpPr>
                <a:spLocks noChangeArrowheads="1"/>
              </p:cNvSpPr>
              <p:nvPr userDrawn="1"/>
            </p:nvSpPr>
            <p:spPr bwMode="ltGray">
              <a:xfrm rot="1525830">
                <a:off x="1009" y="3497"/>
                <a:ext cx="69"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063" name="Rectangle 47"/>
              <p:cNvSpPr>
                <a:spLocks noChangeArrowheads="1"/>
              </p:cNvSpPr>
              <p:nvPr userDrawn="1"/>
            </p:nvSpPr>
            <p:spPr bwMode="ltGray">
              <a:xfrm rot="1788117">
                <a:off x="990" y="3519"/>
                <a:ext cx="69"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064" name="Rectangle 48"/>
              <p:cNvSpPr>
                <a:spLocks noChangeArrowheads="1"/>
              </p:cNvSpPr>
              <p:nvPr userDrawn="1"/>
            </p:nvSpPr>
            <p:spPr bwMode="ltGray">
              <a:xfrm rot="1788117">
                <a:off x="969" y="3544"/>
                <a:ext cx="69"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065" name="Rectangle 49"/>
              <p:cNvSpPr>
                <a:spLocks noChangeArrowheads="1"/>
              </p:cNvSpPr>
              <p:nvPr userDrawn="1"/>
            </p:nvSpPr>
            <p:spPr bwMode="ltGray">
              <a:xfrm rot="841630">
                <a:off x="1113" y="3355"/>
                <a:ext cx="75"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066" name="Rectangle 50"/>
              <p:cNvSpPr>
                <a:spLocks noChangeArrowheads="1"/>
              </p:cNvSpPr>
              <p:nvPr userDrawn="1"/>
            </p:nvSpPr>
            <p:spPr bwMode="ltGray">
              <a:xfrm rot="841630">
                <a:off x="1100" y="3378"/>
                <a:ext cx="69"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067" name="Rectangle 51"/>
              <p:cNvSpPr>
                <a:spLocks noChangeArrowheads="1"/>
              </p:cNvSpPr>
              <p:nvPr userDrawn="1"/>
            </p:nvSpPr>
            <p:spPr bwMode="ltGray">
              <a:xfrm rot="1308689">
                <a:off x="1086" y="3404"/>
                <a:ext cx="69"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068" name="Rectangle 52"/>
              <p:cNvSpPr>
                <a:spLocks noChangeArrowheads="1"/>
              </p:cNvSpPr>
              <p:nvPr userDrawn="1"/>
            </p:nvSpPr>
            <p:spPr bwMode="ltGray">
              <a:xfrm rot="1308689">
                <a:off x="1064" y="3425"/>
                <a:ext cx="69"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069" name="Rectangle 53"/>
              <p:cNvSpPr>
                <a:spLocks noChangeArrowheads="1"/>
              </p:cNvSpPr>
              <p:nvPr userDrawn="1"/>
            </p:nvSpPr>
            <p:spPr bwMode="ltGray">
              <a:xfrm rot="469913">
                <a:off x="1172" y="3225"/>
                <a:ext cx="81"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070" name="Rectangle 54"/>
              <p:cNvSpPr>
                <a:spLocks noChangeArrowheads="1"/>
              </p:cNvSpPr>
              <p:nvPr userDrawn="1"/>
            </p:nvSpPr>
            <p:spPr bwMode="ltGray">
              <a:xfrm rot="559869">
                <a:off x="1162" y="3250"/>
                <a:ext cx="81"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071" name="Rectangle 55"/>
              <p:cNvSpPr>
                <a:spLocks noChangeArrowheads="1"/>
              </p:cNvSpPr>
              <p:nvPr userDrawn="1"/>
            </p:nvSpPr>
            <p:spPr bwMode="ltGray">
              <a:xfrm rot="734079">
                <a:off x="1154" y="3276"/>
                <a:ext cx="81"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072" name="Rectangle 56"/>
              <p:cNvSpPr>
                <a:spLocks noChangeArrowheads="1"/>
              </p:cNvSpPr>
              <p:nvPr userDrawn="1"/>
            </p:nvSpPr>
            <p:spPr bwMode="ltGray">
              <a:xfrm rot="734079">
                <a:off x="1141" y="3304"/>
                <a:ext cx="75"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073" name="Rectangle 57"/>
              <p:cNvSpPr>
                <a:spLocks noChangeArrowheads="1"/>
              </p:cNvSpPr>
              <p:nvPr userDrawn="1"/>
            </p:nvSpPr>
            <p:spPr bwMode="ltGray">
              <a:xfrm rot="-293905">
                <a:off x="1211" y="3096"/>
                <a:ext cx="81"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074" name="Rectangle 58"/>
              <p:cNvSpPr>
                <a:spLocks noChangeArrowheads="1"/>
              </p:cNvSpPr>
              <p:nvPr userDrawn="1"/>
            </p:nvSpPr>
            <p:spPr bwMode="ltGray">
              <a:xfrm rot="-8">
                <a:off x="1201" y="3122"/>
                <a:ext cx="81"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075" name="Rectangle 59"/>
              <p:cNvSpPr>
                <a:spLocks noChangeArrowheads="1"/>
              </p:cNvSpPr>
              <p:nvPr userDrawn="1"/>
            </p:nvSpPr>
            <p:spPr bwMode="ltGray">
              <a:xfrm rot="-8">
                <a:off x="1200" y="3147"/>
                <a:ext cx="81"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076" name="Rectangle 60"/>
              <p:cNvSpPr>
                <a:spLocks noChangeArrowheads="1"/>
              </p:cNvSpPr>
              <p:nvPr userDrawn="1"/>
            </p:nvSpPr>
            <p:spPr bwMode="ltGray">
              <a:xfrm rot="214188">
                <a:off x="1189" y="3173"/>
                <a:ext cx="81"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077" name="Rectangle 61"/>
              <p:cNvSpPr>
                <a:spLocks noChangeArrowheads="1"/>
              </p:cNvSpPr>
              <p:nvPr userDrawn="1"/>
            </p:nvSpPr>
            <p:spPr bwMode="ltGray">
              <a:xfrm rot="-682388">
                <a:off x="1219" y="2965"/>
                <a:ext cx="86"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078" name="Rectangle 62"/>
              <p:cNvSpPr>
                <a:spLocks noChangeArrowheads="1"/>
              </p:cNvSpPr>
              <p:nvPr userDrawn="1"/>
            </p:nvSpPr>
            <p:spPr bwMode="ltGray">
              <a:xfrm rot="-480400">
                <a:off x="1220" y="2991"/>
                <a:ext cx="86"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079" name="Rectangle 63"/>
              <p:cNvSpPr>
                <a:spLocks noChangeArrowheads="1"/>
              </p:cNvSpPr>
              <p:nvPr userDrawn="1"/>
            </p:nvSpPr>
            <p:spPr bwMode="ltGray">
              <a:xfrm rot="-480400">
                <a:off x="1220" y="3015"/>
                <a:ext cx="86"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080" name="Rectangle 64"/>
              <p:cNvSpPr>
                <a:spLocks noChangeArrowheads="1"/>
              </p:cNvSpPr>
              <p:nvPr userDrawn="1"/>
            </p:nvSpPr>
            <p:spPr bwMode="ltGray">
              <a:xfrm rot="-270546">
                <a:off x="1219" y="3041"/>
                <a:ext cx="81"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081" name="Rectangle 65"/>
              <p:cNvSpPr>
                <a:spLocks noChangeArrowheads="1"/>
              </p:cNvSpPr>
              <p:nvPr userDrawn="1"/>
            </p:nvSpPr>
            <p:spPr bwMode="ltGray">
              <a:xfrm rot="-1132286">
                <a:off x="1207" y="2843"/>
                <a:ext cx="86"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082" name="Rectangle 66"/>
              <p:cNvSpPr>
                <a:spLocks noChangeArrowheads="1"/>
              </p:cNvSpPr>
              <p:nvPr userDrawn="1"/>
            </p:nvSpPr>
            <p:spPr bwMode="ltGray">
              <a:xfrm rot="-969272">
                <a:off x="1213" y="2864"/>
                <a:ext cx="86"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083" name="Rectangle 67"/>
              <p:cNvSpPr>
                <a:spLocks noChangeArrowheads="1"/>
              </p:cNvSpPr>
              <p:nvPr userDrawn="1"/>
            </p:nvSpPr>
            <p:spPr bwMode="ltGray">
              <a:xfrm rot="-969272">
                <a:off x="1216" y="2888"/>
                <a:ext cx="86"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084" name="Rectangle 68"/>
              <p:cNvSpPr>
                <a:spLocks noChangeArrowheads="1"/>
              </p:cNvSpPr>
              <p:nvPr userDrawn="1"/>
            </p:nvSpPr>
            <p:spPr bwMode="ltGray">
              <a:xfrm rot="-806259">
                <a:off x="1219" y="2915"/>
                <a:ext cx="86"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085" name="Rectangle 69"/>
              <p:cNvSpPr>
                <a:spLocks noChangeArrowheads="1"/>
              </p:cNvSpPr>
              <p:nvPr userDrawn="1"/>
            </p:nvSpPr>
            <p:spPr bwMode="ltGray">
              <a:xfrm rot="-1543941">
                <a:off x="1165" y="2727"/>
                <a:ext cx="86"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086" name="Rectangle 70"/>
              <p:cNvSpPr>
                <a:spLocks noChangeArrowheads="1"/>
              </p:cNvSpPr>
              <p:nvPr userDrawn="1"/>
            </p:nvSpPr>
            <p:spPr bwMode="ltGray">
              <a:xfrm rot="-1341953">
                <a:off x="1176" y="2752"/>
                <a:ext cx="86"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087" name="Rectangle 71"/>
              <p:cNvSpPr>
                <a:spLocks noChangeArrowheads="1"/>
              </p:cNvSpPr>
              <p:nvPr userDrawn="1"/>
            </p:nvSpPr>
            <p:spPr bwMode="ltGray">
              <a:xfrm rot="-1341953">
                <a:off x="1184" y="2775"/>
                <a:ext cx="86"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088" name="Rectangle 72"/>
              <p:cNvSpPr>
                <a:spLocks noChangeArrowheads="1"/>
              </p:cNvSpPr>
              <p:nvPr userDrawn="1"/>
            </p:nvSpPr>
            <p:spPr bwMode="ltGray">
              <a:xfrm rot="-1341953">
                <a:off x="1194" y="2795"/>
                <a:ext cx="86"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089" name="Rectangle 73"/>
              <p:cNvSpPr>
                <a:spLocks noChangeArrowheads="1"/>
              </p:cNvSpPr>
              <p:nvPr userDrawn="1"/>
            </p:nvSpPr>
            <p:spPr bwMode="ltGray">
              <a:xfrm rot="-1928746">
                <a:off x="1101" y="2628"/>
                <a:ext cx="86"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090" name="Rectangle 74"/>
              <p:cNvSpPr>
                <a:spLocks noChangeArrowheads="1"/>
              </p:cNvSpPr>
              <p:nvPr userDrawn="1"/>
            </p:nvSpPr>
            <p:spPr bwMode="ltGray">
              <a:xfrm rot="-1844175">
                <a:off x="1114" y="2645"/>
                <a:ext cx="86"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091" name="Rectangle 75"/>
              <p:cNvSpPr>
                <a:spLocks noChangeArrowheads="1"/>
              </p:cNvSpPr>
              <p:nvPr userDrawn="1"/>
            </p:nvSpPr>
            <p:spPr bwMode="ltGray">
              <a:xfrm rot="-1752383">
                <a:off x="1129" y="2667"/>
                <a:ext cx="86"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092" name="Rectangle 76"/>
              <p:cNvSpPr>
                <a:spLocks noChangeArrowheads="1"/>
              </p:cNvSpPr>
              <p:nvPr userDrawn="1"/>
            </p:nvSpPr>
            <p:spPr bwMode="ltGray">
              <a:xfrm rot="-1752383">
                <a:off x="1142" y="2684"/>
                <a:ext cx="86"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093" name="Rectangle 77"/>
              <p:cNvSpPr>
                <a:spLocks noChangeArrowheads="1"/>
              </p:cNvSpPr>
              <p:nvPr userDrawn="1"/>
            </p:nvSpPr>
            <p:spPr bwMode="ltGray">
              <a:xfrm rot="-2466736">
                <a:off x="1014" y="2538"/>
                <a:ext cx="86"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094" name="Rectangle 78"/>
              <p:cNvSpPr>
                <a:spLocks noChangeArrowheads="1"/>
              </p:cNvSpPr>
              <p:nvPr userDrawn="1"/>
            </p:nvSpPr>
            <p:spPr bwMode="ltGray">
              <a:xfrm rot="-2466736">
                <a:off x="1035" y="2557"/>
                <a:ext cx="86"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095" name="Rectangle 79"/>
              <p:cNvSpPr>
                <a:spLocks noChangeArrowheads="1"/>
              </p:cNvSpPr>
              <p:nvPr userDrawn="1"/>
            </p:nvSpPr>
            <p:spPr bwMode="ltGray">
              <a:xfrm rot="-2466736">
                <a:off x="1050" y="2574"/>
                <a:ext cx="86"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096" name="Rectangle 80"/>
              <p:cNvSpPr>
                <a:spLocks noChangeArrowheads="1"/>
              </p:cNvSpPr>
              <p:nvPr userDrawn="1"/>
            </p:nvSpPr>
            <p:spPr bwMode="ltGray">
              <a:xfrm rot="-2342866">
                <a:off x="1068" y="2590"/>
                <a:ext cx="86"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097" name="Freeform 81"/>
              <p:cNvSpPr>
                <a:spLocks/>
              </p:cNvSpPr>
              <p:nvPr userDrawn="1"/>
            </p:nvSpPr>
            <p:spPr bwMode="ltGray">
              <a:xfrm>
                <a:off x="486" y="2563"/>
                <a:ext cx="180" cy="151"/>
              </a:xfrm>
              <a:custGeom>
                <a:avLst/>
                <a:gdLst>
                  <a:gd name="T0" fmla="*/ 0 w 180"/>
                  <a:gd name="T1" fmla="*/ 144 h 151"/>
                  <a:gd name="T2" fmla="*/ 28 w 180"/>
                  <a:gd name="T3" fmla="*/ 147 h 151"/>
                  <a:gd name="T4" fmla="*/ 64 w 180"/>
                  <a:gd name="T5" fmla="*/ 46 h 151"/>
                  <a:gd name="T6" fmla="*/ 94 w 180"/>
                  <a:gd name="T7" fmla="*/ 151 h 151"/>
                  <a:gd name="T8" fmla="*/ 129 w 180"/>
                  <a:gd name="T9" fmla="*/ 151 h 151"/>
                  <a:gd name="T10" fmla="*/ 180 w 180"/>
                  <a:gd name="T11" fmla="*/ 9 h 151"/>
                  <a:gd name="T12" fmla="*/ 148 w 180"/>
                  <a:gd name="T13" fmla="*/ 10 h 151"/>
                  <a:gd name="T14" fmla="*/ 112 w 180"/>
                  <a:gd name="T15" fmla="*/ 112 h 151"/>
                  <a:gd name="T16" fmla="*/ 79 w 180"/>
                  <a:gd name="T17" fmla="*/ 0 h 151"/>
                  <a:gd name="T18" fmla="*/ 48 w 180"/>
                  <a:gd name="T19" fmla="*/ 0 h 151"/>
                  <a:gd name="T20" fmla="*/ 0 w 180"/>
                  <a:gd name="T21" fmla="*/ 144 h 15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80" h="151">
                    <a:moveTo>
                      <a:pt x="0" y="144"/>
                    </a:moveTo>
                    <a:lnTo>
                      <a:pt x="28" y="147"/>
                    </a:lnTo>
                    <a:lnTo>
                      <a:pt x="64" y="46"/>
                    </a:lnTo>
                    <a:lnTo>
                      <a:pt x="94" y="151"/>
                    </a:lnTo>
                    <a:lnTo>
                      <a:pt x="129" y="151"/>
                    </a:lnTo>
                    <a:lnTo>
                      <a:pt x="180" y="9"/>
                    </a:lnTo>
                    <a:lnTo>
                      <a:pt x="148" y="10"/>
                    </a:lnTo>
                    <a:lnTo>
                      <a:pt x="112" y="112"/>
                    </a:lnTo>
                    <a:lnTo>
                      <a:pt x="79" y="0"/>
                    </a:lnTo>
                    <a:lnTo>
                      <a:pt x="48" y="0"/>
                    </a:lnTo>
                    <a:lnTo>
                      <a:pt x="0" y="144"/>
                    </a:lnTo>
                    <a:close/>
                  </a:path>
                </a:pathLst>
              </a:custGeom>
              <a:solidFill>
                <a:schemeClr val="bg2"/>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eaLnBrk="0" fontAlgn="base" hangingPunct="0">
                  <a:spcBef>
                    <a:spcPct val="0"/>
                  </a:spcBef>
                  <a:spcAft>
                    <a:spcPct val="0"/>
                  </a:spcAft>
                </a:pPr>
                <a:endParaRPr lang="en-US" sz="4400">
                  <a:solidFill>
                    <a:srgbClr val="FFFFCC"/>
                  </a:solidFill>
                  <a:latin typeface="Arial" panose="020B0604020202020204" pitchFamily="34" charset="0"/>
                </a:endParaRPr>
              </a:p>
            </p:txBody>
          </p:sp>
          <p:sp>
            <p:nvSpPr>
              <p:cNvPr id="1098" name="Rectangle 82"/>
              <p:cNvSpPr>
                <a:spLocks noChangeArrowheads="1"/>
              </p:cNvSpPr>
              <p:nvPr userDrawn="1"/>
            </p:nvSpPr>
            <p:spPr bwMode="ltGray">
              <a:xfrm rot="6575641">
                <a:off x="-217" y="3138"/>
                <a:ext cx="1226"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099" name="Rectangle 83"/>
              <p:cNvSpPr>
                <a:spLocks noChangeArrowheads="1"/>
              </p:cNvSpPr>
              <p:nvPr userDrawn="1"/>
            </p:nvSpPr>
            <p:spPr bwMode="ltGray">
              <a:xfrm rot="238799">
                <a:off x="4" y="3146"/>
                <a:ext cx="1031"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100" name="Rectangle 84"/>
              <p:cNvSpPr>
                <a:spLocks noChangeArrowheads="1"/>
              </p:cNvSpPr>
              <p:nvPr userDrawn="1"/>
            </p:nvSpPr>
            <p:spPr bwMode="ltGray">
              <a:xfrm rot="-2957028">
                <a:off x="907" y="2472"/>
                <a:ext cx="81"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101" name="Rectangle 85"/>
              <p:cNvSpPr>
                <a:spLocks noChangeArrowheads="1"/>
              </p:cNvSpPr>
              <p:nvPr userDrawn="1"/>
            </p:nvSpPr>
            <p:spPr bwMode="ltGray">
              <a:xfrm rot="-2957028">
                <a:off x="930" y="2486"/>
                <a:ext cx="81"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102" name="Rectangle 86"/>
              <p:cNvSpPr>
                <a:spLocks noChangeArrowheads="1"/>
              </p:cNvSpPr>
              <p:nvPr userDrawn="1"/>
            </p:nvSpPr>
            <p:spPr bwMode="ltGray">
              <a:xfrm rot="-2957028">
                <a:off x="954" y="2497"/>
                <a:ext cx="86"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103" name="Rectangle 87"/>
              <p:cNvSpPr>
                <a:spLocks noChangeArrowheads="1"/>
              </p:cNvSpPr>
              <p:nvPr userDrawn="1"/>
            </p:nvSpPr>
            <p:spPr bwMode="ltGray">
              <a:xfrm rot="-2661033">
                <a:off x="974" y="2509"/>
                <a:ext cx="86"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104" name="Rectangle 88"/>
              <p:cNvSpPr>
                <a:spLocks noChangeArrowheads="1"/>
              </p:cNvSpPr>
              <p:nvPr userDrawn="1"/>
            </p:nvSpPr>
            <p:spPr bwMode="ltGray">
              <a:xfrm rot="-3638503">
                <a:off x="788" y="2426"/>
                <a:ext cx="75"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105" name="Rectangle 89"/>
              <p:cNvSpPr>
                <a:spLocks noChangeArrowheads="1"/>
              </p:cNvSpPr>
              <p:nvPr userDrawn="1"/>
            </p:nvSpPr>
            <p:spPr bwMode="ltGray">
              <a:xfrm rot="-3638503">
                <a:off x="815" y="2434"/>
                <a:ext cx="75"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106" name="Rectangle 90"/>
              <p:cNvSpPr>
                <a:spLocks noChangeArrowheads="1"/>
              </p:cNvSpPr>
              <p:nvPr userDrawn="1"/>
            </p:nvSpPr>
            <p:spPr bwMode="ltGray">
              <a:xfrm rot="-3514633">
                <a:off x="837" y="2440"/>
                <a:ext cx="81"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107" name="Rectangle 91"/>
              <p:cNvSpPr>
                <a:spLocks noChangeArrowheads="1"/>
              </p:cNvSpPr>
              <p:nvPr userDrawn="1"/>
            </p:nvSpPr>
            <p:spPr bwMode="ltGray">
              <a:xfrm rot="-3220799">
                <a:off x="862" y="2452"/>
                <a:ext cx="81"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108" name="Rectangle 92"/>
              <p:cNvSpPr>
                <a:spLocks noChangeArrowheads="1"/>
              </p:cNvSpPr>
              <p:nvPr userDrawn="1"/>
            </p:nvSpPr>
            <p:spPr bwMode="ltGray">
              <a:xfrm rot="-4338250">
                <a:off x="649" y="2396"/>
                <a:ext cx="75"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109" name="Rectangle 93"/>
              <p:cNvSpPr>
                <a:spLocks noChangeArrowheads="1"/>
              </p:cNvSpPr>
              <p:nvPr userDrawn="1"/>
            </p:nvSpPr>
            <p:spPr bwMode="ltGray">
              <a:xfrm rot="-4250359">
                <a:off x="677" y="2402"/>
                <a:ext cx="75"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110" name="Rectangle 94"/>
              <p:cNvSpPr>
                <a:spLocks noChangeArrowheads="1"/>
              </p:cNvSpPr>
              <p:nvPr userDrawn="1"/>
            </p:nvSpPr>
            <p:spPr bwMode="ltGray">
              <a:xfrm rot="-4250359">
                <a:off x="708" y="2406"/>
                <a:ext cx="75"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111" name="Rectangle 95"/>
              <p:cNvSpPr>
                <a:spLocks noChangeArrowheads="1"/>
              </p:cNvSpPr>
              <p:nvPr userDrawn="1"/>
            </p:nvSpPr>
            <p:spPr bwMode="ltGray">
              <a:xfrm rot="-3989246">
                <a:off x="738" y="2410"/>
                <a:ext cx="75"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112" name="Rectangle 96"/>
              <p:cNvSpPr>
                <a:spLocks noChangeArrowheads="1"/>
              </p:cNvSpPr>
              <p:nvPr userDrawn="1"/>
            </p:nvSpPr>
            <p:spPr bwMode="ltGray">
              <a:xfrm rot="-4862215">
                <a:off x="503" y="2394"/>
                <a:ext cx="69"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113" name="Rectangle 97"/>
              <p:cNvSpPr>
                <a:spLocks noChangeArrowheads="1"/>
              </p:cNvSpPr>
              <p:nvPr userDrawn="1"/>
            </p:nvSpPr>
            <p:spPr bwMode="ltGray">
              <a:xfrm rot="-4673370">
                <a:off x="534" y="2392"/>
                <a:ext cx="75"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114" name="Rectangle 98"/>
              <p:cNvSpPr>
                <a:spLocks noChangeArrowheads="1"/>
              </p:cNvSpPr>
              <p:nvPr userDrawn="1"/>
            </p:nvSpPr>
            <p:spPr bwMode="ltGray">
              <a:xfrm rot="-4646721">
                <a:off x="563" y="2390"/>
                <a:ext cx="75"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115" name="Rectangle 99"/>
              <p:cNvSpPr>
                <a:spLocks noChangeArrowheads="1"/>
              </p:cNvSpPr>
              <p:nvPr userDrawn="1"/>
            </p:nvSpPr>
            <p:spPr bwMode="ltGray">
              <a:xfrm rot="-4580623">
                <a:off x="595" y="2390"/>
                <a:ext cx="75"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116" name="Rectangle 100"/>
              <p:cNvSpPr>
                <a:spLocks noChangeArrowheads="1"/>
              </p:cNvSpPr>
              <p:nvPr userDrawn="1"/>
            </p:nvSpPr>
            <p:spPr bwMode="ltGray">
              <a:xfrm rot="-5195129">
                <a:off x="355" y="2414"/>
                <a:ext cx="69"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117" name="Rectangle 101"/>
              <p:cNvSpPr>
                <a:spLocks noChangeArrowheads="1"/>
              </p:cNvSpPr>
              <p:nvPr userDrawn="1"/>
            </p:nvSpPr>
            <p:spPr bwMode="ltGray">
              <a:xfrm rot="-5360484">
                <a:off x="385" y="2408"/>
                <a:ext cx="69"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118" name="Rectangle 102"/>
              <p:cNvSpPr>
                <a:spLocks noChangeArrowheads="1"/>
              </p:cNvSpPr>
              <p:nvPr userDrawn="1"/>
            </p:nvSpPr>
            <p:spPr bwMode="ltGray">
              <a:xfrm rot="-5288939">
                <a:off x="419" y="2404"/>
                <a:ext cx="69"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119" name="Rectangle 103"/>
              <p:cNvSpPr>
                <a:spLocks noChangeArrowheads="1"/>
              </p:cNvSpPr>
              <p:nvPr userDrawn="1"/>
            </p:nvSpPr>
            <p:spPr bwMode="ltGray">
              <a:xfrm rot="-5164854">
                <a:off x="449" y="2400"/>
                <a:ext cx="69"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120" name="Rectangle 104"/>
              <p:cNvSpPr>
                <a:spLocks noChangeArrowheads="1"/>
              </p:cNvSpPr>
              <p:nvPr userDrawn="1"/>
            </p:nvSpPr>
            <p:spPr bwMode="ltGray">
              <a:xfrm rot="-6132163">
                <a:off x="206" y="2458"/>
                <a:ext cx="63"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121" name="Rectangle 105"/>
              <p:cNvSpPr>
                <a:spLocks noChangeArrowheads="1"/>
              </p:cNvSpPr>
              <p:nvPr userDrawn="1"/>
            </p:nvSpPr>
            <p:spPr bwMode="ltGray">
              <a:xfrm rot="-6220433">
                <a:off x="237" y="2448"/>
                <a:ext cx="63"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122" name="Rectangle 106"/>
              <p:cNvSpPr>
                <a:spLocks noChangeArrowheads="1"/>
              </p:cNvSpPr>
              <p:nvPr userDrawn="1"/>
            </p:nvSpPr>
            <p:spPr bwMode="ltGray">
              <a:xfrm rot="-6110943">
                <a:off x="266" y="2438"/>
                <a:ext cx="63"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123" name="Rectangle 107"/>
              <p:cNvSpPr>
                <a:spLocks noChangeArrowheads="1"/>
              </p:cNvSpPr>
              <p:nvPr userDrawn="1"/>
            </p:nvSpPr>
            <p:spPr bwMode="ltGray">
              <a:xfrm rot="-5919570">
                <a:off x="293" y="2426"/>
                <a:ext cx="69"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124" name="Rectangle 108"/>
              <p:cNvSpPr>
                <a:spLocks noChangeArrowheads="1"/>
              </p:cNvSpPr>
              <p:nvPr userDrawn="1"/>
            </p:nvSpPr>
            <p:spPr bwMode="ltGray">
              <a:xfrm rot="-7376291">
                <a:off x="6" y="2548"/>
                <a:ext cx="63"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125" name="Rectangle 109"/>
              <p:cNvSpPr>
                <a:spLocks noChangeArrowheads="1"/>
              </p:cNvSpPr>
              <p:nvPr userDrawn="1"/>
            </p:nvSpPr>
            <p:spPr bwMode="ltGray">
              <a:xfrm rot="-7168347">
                <a:off x="65" y="2516"/>
                <a:ext cx="63"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126" name="Rectangle 110"/>
              <p:cNvSpPr>
                <a:spLocks noChangeArrowheads="1"/>
              </p:cNvSpPr>
              <p:nvPr userDrawn="1"/>
            </p:nvSpPr>
            <p:spPr bwMode="ltGray">
              <a:xfrm rot="-6802416">
                <a:off x="92" y="2502"/>
                <a:ext cx="63"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127" name="Rectangle 111"/>
              <p:cNvSpPr>
                <a:spLocks noChangeArrowheads="1"/>
              </p:cNvSpPr>
              <p:nvPr userDrawn="1"/>
            </p:nvSpPr>
            <p:spPr bwMode="ltGray">
              <a:xfrm rot="-6802416">
                <a:off x="119" y="2492"/>
                <a:ext cx="63"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128" name="Rectangle 112"/>
              <p:cNvSpPr>
                <a:spLocks noChangeArrowheads="1"/>
              </p:cNvSpPr>
              <p:nvPr userDrawn="1"/>
            </p:nvSpPr>
            <p:spPr bwMode="ltGray">
              <a:xfrm rot="-6457704">
                <a:off x="150" y="2478"/>
                <a:ext cx="63"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129" name="Rectangle 113"/>
              <p:cNvSpPr>
                <a:spLocks noChangeArrowheads="1"/>
              </p:cNvSpPr>
              <p:nvPr userDrawn="1"/>
            </p:nvSpPr>
            <p:spPr bwMode="ltGray">
              <a:xfrm rot="-1876771">
                <a:off x="0" y="3363"/>
                <a:ext cx="75"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130" name="Rectangle 114"/>
              <p:cNvSpPr>
                <a:spLocks noChangeArrowheads="1"/>
              </p:cNvSpPr>
              <p:nvPr userDrawn="1"/>
            </p:nvSpPr>
            <p:spPr bwMode="ltGray">
              <a:xfrm rot="3283992">
                <a:off x="511" y="3478"/>
                <a:ext cx="242"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131" name="Rectangle 115"/>
              <p:cNvSpPr>
                <a:spLocks noChangeArrowheads="1"/>
              </p:cNvSpPr>
              <p:nvPr userDrawn="1"/>
            </p:nvSpPr>
            <p:spPr bwMode="ltGray">
              <a:xfrm rot="3283992">
                <a:off x="35" y="2798"/>
                <a:ext cx="242"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132" name="Rectangle 116"/>
              <p:cNvSpPr>
                <a:spLocks noChangeArrowheads="1"/>
              </p:cNvSpPr>
              <p:nvPr userDrawn="1"/>
            </p:nvSpPr>
            <p:spPr bwMode="ltGray">
              <a:xfrm rot="-1876771">
                <a:off x="700" y="2851"/>
                <a:ext cx="317"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133" name="Rectangle 117"/>
              <p:cNvSpPr>
                <a:spLocks noChangeArrowheads="1"/>
              </p:cNvSpPr>
              <p:nvPr userDrawn="1"/>
            </p:nvSpPr>
            <p:spPr bwMode="ltGray">
              <a:xfrm rot="5908516">
                <a:off x="200" y="3915"/>
                <a:ext cx="138"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134" name="Rectangle 118"/>
              <p:cNvSpPr>
                <a:spLocks noChangeArrowheads="1"/>
              </p:cNvSpPr>
              <p:nvPr userDrawn="1"/>
            </p:nvSpPr>
            <p:spPr bwMode="ltGray">
              <a:xfrm rot="6683973">
                <a:off x="45" y="3915"/>
                <a:ext cx="144"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135" name="Rectangle 119"/>
              <p:cNvSpPr>
                <a:spLocks noChangeArrowheads="1"/>
              </p:cNvSpPr>
              <p:nvPr userDrawn="1"/>
            </p:nvSpPr>
            <p:spPr bwMode="ltGray">
              <a:xfrm rot="5245609">
                <a:off x="361" y="3893"/>
                <a:ext cx="132"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136" name="Rectangle 120"/>
              <p:cNvSpPr>
                <a:spLocks noChangeArrowheads="1"/>
              </p:cNvSpPr>
              <p:nvPr userDrawn="1"/>
            </p:nvSpPr>
            <p:spPr bwMode="ltGray">
              <a:xfrm rot="4500520">
                <a:off x="522" y="3847"/>
                <a:ext cx="132"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137" name="Rectangle 121"/>
              <p:cNvSpPr>
                <a:spLocks noChangeArrowheads="1"/>
              </p:cNvSpPr>
              <p:nvPr userDrawn="1"/>
            </p:nvSpPr>
            <p:spPr bwMode="ltGray">
              <a:xfrm rot="3805227">
                <a:off x="670" y="3778"/>
                <a:ext cx="132"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138" name="Rectangle 122"/>
              <p:cNvSpPr>
                <a:spLocks noChangeArrowheads="1"/>
              </p:cNvSpPr>
              <p:nvPr userDrawn="1"/>
            </p:nvSpPr>
            <p:spPr bwMode="ltGray">
              <a:xfrm rot="3060138">
                <a:off x="813" y="3688"/>
                <a:ext cx="132"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139" name="Rectangle 123"/>
              <p:cNvSpPr>
                <a:spLocks noChangeArrowheads="1"/>
              </p:cNvSpPr>
              <p:nvPr userDrawn="1"/>
            </p:nvSpPr>
            <p:spPr bwMode="ltGray">
              <a:xfrm rot="2090281">
                <a:off x="938" y="3582"/>
                <a:ext cx="132"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140" name="Rectangle 124"/>
              <p:cNvSpPr>
                <a:spLocks noChangeArrowheads="1"/>
              </p:cNvSpPr>
              <p:nvPr userDrawn="1"/>
            </p:nvSpPr>
            <p:spPr bwMode="ltGray">
              <a:xfrm rot="-7168347">
                <a:off x="-18" y="2506"/>
                <a:ext cx="132"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141" name="Rectangle 125"/>
              <p:cNvSpPr>
                <a:spLocks noChangeArrowheads="1"/>
              </p:cNvSpPr>
              <p:nvPr userDrawn="1"/>
            </p:nvSpPr>
            <p:spPr bwMode="ltGray">
              <a:xfrm rot="-6406501">
                <a:off x="136" y="2433"/>
                <a:ext cx="132"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142" name="Rectangle 126"/>
              <p:cNvSpPr>
                <a:spLocks noChangeArrowheads="1"/>
              </p:cNvSpPr>
              <p:nvPr userDrawn="1"/>
            </p:nvSpPr>
            <p:spPr bwMode="ltGray">
              <a:xfrm rot="-4970620">
                <a:off x="447" y="2364"/>
                <a:ext cx="138"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143" name="Rectangle 127"/>
              <p:cNvSpPr>
                <a:spLocks noChangeArrowheads="1"/>
              </p:cNvSpPr>
              <p:nvPr userDrawn="1"/>
            </p:nvSpPr>
            <p:spPr bwMode="ltGray">
              <a:xfrm rot="-4298502">
                <a:off x="597" y="2360"/>
                <a:ext cx="150"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144" name="Rectangle 128"/>
              <p:cNvSpPr>
                <a:spLocks noChangeArrowheads="1"/>
              </p:cNvSpPr>
              <p:nvPr userDrawn="1"/>
            </p:nvSpPr>
            <p:spPr bwMode="ltGray">
              <a:xfrm rot="-3676305">
                <a:off x="739" y="2386"/>
                <a:ext cx="155"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145" name="Rectangle 129"/>
              <p:cNvSpPr>
                <a:spLocks noChangeArrowheads="1"/>
              </p:cNvSpPr>
              <p:nvPr userDrawn="1"/>
            </p:nvSpPr>
            <p:spPr bwMode="ltGray">
              <a:xfrm rot="-3188616">
                <a:off x="869" y="2430"/>
                <a:ext cx="167"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146" name="Rectangle 130"/>
              <p:cNvSpPr>
                <a:spLocks noChangeArrowheads="1"/>
              </p:cNvSpPr>
              <p:nvPr userDrawn="1"/>
            </p:nvSpPr>
            <p:spPr bwMode="ltGray">
              <a:xfrm rot="-2610246">
                <a:off x="984" y="2497"/>
                <a:ext cx="167"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147" name="Rectangle 131"/>
              <p:cNvSpPr>
                <a:spLocks noChangeArrowheads="1"/>
              </p:cNvSpPr>
              <p:nvPr userDrawn="1"/>
            </p:nvSpPr>
            <p:spPr bwMode="ltGray">
              <a:xfrm rot="-2190008">
                <a:off x="1075" y="2585"/>
                <a:ext cx="173"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148" name="Rectangle 132"/>
              <p:cNvSpPr>
                <a:spLocks noChangeArrowheads="1"/>
              </p:cNvSpPr>
              <p:nvPr userDrawn="1"/>
            </p:nvSpPr>
            <p:spPr bwMode="ltGray">
              <a:xfrm rot="-1728558">
                <a:off x="1147" y="2688"/>
                <a:ext cx="167"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149" name="Rectangle 133"/>
              <p:cNvSpPr>
                <a:spLocks noChangeArrowheads="1"/>
              </p:cNvSpPr>
              <p:nvPr userDrawn="1"/>
            </p:nvSpPr>
            <p:spPr bwMode="ltGray">
              <a:xfrm rot="-1172118">
                <a:off x="1198" y="2805"/>
                <a:ext cx="167"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150" name="Rectangle 134"/>
              <p:cNvSpPr>
                <a:spLocks noChangeArrowheads="1"/>
              </p:cNvSpPr>
              <p:nvPr userDrawn="1"/>
            </p:nvSpPr>
            <p:spPr bwMode="ltGray">
              <a:xfrm rot="-753845">
                <a:off x="1218" y="2930"/>
                <a:ext cx="167"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151" name="Rectangle 135"/>
              <p:cNvSpPr>
                <a:spLocks noChangeArrowheads="1"/>
              </p:cNvSpPr>
              <p:nvPr userDrawn="1"/>
            </p:nvSpPr>
            <p:spPr bwMode="ltGray">
              <a:xfrm rot="-287823">
                <a:off x="1213" y="3066"/>
                <a:ext cx="167"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152" name="Rectangle 136"/>
              <p:cNvSpPr>
                <a:spLocks noChangeArrowheads="1"/>
              </p:cNvSpPr>
              <p:nvPr userDrawn="1"/>
            </p:nvSpPr>
            <p:spPr bwMode="ltGray">
              <a:xfrm rot="696741">
                <a:off x="1126" y="3337"/>
                <a:ext cx="150"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153" name="Rectangle 137"/>
              <p:cNvSpPr>
                <a:spLocks noChangeArrowheads="1"/>
              </p:cNvSpPr>
              <p:nvPr userDrawn="1"/>
            </p:nvSpPr>
            <p:spPr bwMode="ltGray">
              <a:xfrm rot="1529990">
                <a:off x="1041" y="3465"/>
                <a:ext cx="140"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154" name="Freeform 138"/>
              <p:cNvSpPr>
                <a:spLocks/>
              </p:cNvSpPr>
              <p:nvPr userDrawn="1"/>
            </p:nvSpPr>
            <p:spPr bwMode="ltGray">
              <a:xfrm>
                <a:off x="850" y="3136"/>
                <a:ext cx="204" cy="120"/>
              </a:xfrm>
              <a:custGeom>
                <a:avLst/>
                <a:gdLst>
                  <a:gd name="T0" fmla="*/ 168 w 204"/>
                  <a:gd name="T1" fmla="*/ 120 h 120"/>
                  <a:gd name="T2" fmla="*/ 204 w 204"/>
                  <a:gd name="T3" fmla="*/ 12 h 120"/>
                  <a:gd name="T4" fmla="*/ 42 w 204"/>
                  <a:gd name="T5" fmla="*/ 0 h 120"/>
                  <a:gd name="T6" fmla="*/ 0 w 204"/>
                  <a:gd name="T7" fmla="*/ 108 h 120"/>
                  <a:gd name="T8" fmla="*/ 30 w 204"/>
                  <a:gd name="T9" fmla="*/ 114 h 120"/>
                  <a:gd name="T10" fmla="*/ 60 w 204"/>
                  <a:gd name="T11" fmla="*/ 30 h 120"/>
                  <a:gd name="T12" fmla="*/ 102 w 204"/>
                  <a:gd name="T13" fmla="*/ 36 h 120"/>
                  <a:gd name="T14" fmla="*/ 78 w 204"/>
                  <a:gd name="T15" fmla="*/ 108 h 120"/>
                  <a:gd name="T16" fmla="*/ 102 w 204"/>
                  <a:gd name="T17" fmla="*/ 108 h 120"/>
                  <a:gd name="T18" fmla="*/ 132 w 204"/>
                  <a:gd name="T19" fmla="*/ 36 h 120"/>
                  <a:gd name="T20" fmla="*/ 162 w 204"/>
                  <a:gd name="T21" fmla="*/ 36 h 120"/>
                  <a:gd name="T22" fmla="*/ 138 w 204"/>
                  <a:gd name="T23" fmla="*/ 114 h 120"/>
                  <a:gd name="T24" fmla="*/ 168 w 204"/>
                  <a:gd name="T25" fmla="*/ 120 h 12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04" h="120">
                    <a:moveTo>
                      <a:pt x="168" y="120"/>
                    </a:moveTo>
                    <a:lnTo>
                      <a:pt x="204" y="12"/>
                    </a:lnTo>
                    <a:lnTo>
                      <a:pt x="42" y="0"/>
                    </a:lnTo>
                    <a:lnTo>
                      <a:pt x="0" y="108"/>
                    </a:lnTo>
                    <a:lnTo>
                      <a:pt x="30" y="114"/>
                    </a:lnTo>
                    <a:lnTo>
                      <a:pt x="60" y="30"/>
                    </a:lnTo>
                    <a:lnTo>
                      <a:pt x="102" y="36"/>
                    </a:lnTo>
                    <a:lnTo>
                      <a:pt x="78" y="108"/>
                    </a:lnTo>
                    <a:lnTo>
                      <a:pt x="102" y="108"/>
                    </a:lnTo>
                    <a:lnTo>
                      <a:pt x="132" y="36"/>
                    </a:lnTo>
                    <a:lnTo>
                      <a:pt x="162" y="36"/>
                    </a:lnTo>
                    <a:lnTo>
                      <a:pt x="138" y="114"/>
                    </a:lnTo>
                    <a:lnTo>
                      <a:pt x="168" y="120"/>
                    </a:lnTo>
                    <a:close/>
                  </a:path>
                </a:pathLst>
              </a:custGeom>
              <a:solidFill>
                <a:schemeClr val="bg2"/>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eaLnBrk="0" fontAlgn="base" hangingPunct="0">
                  <a:spcBef>
                    <a:spcPct val="0"/>
                  </a:spcBef>
                  <a:spcAft>
                    <a:spcPct val="0"/>
                  </a:spcAft>
                </a:pPr>
                <a:endParaRPr lang="en-US" sz="4400">
                  <a:solidFill>
                    <a:srgbClr val="FFFFCC"/>
                  </a:solidFill>
                  <a:latin typeface="Arial" panose="020B0604020202020204" pitchFamily="34" charset="0"/>
                </a:endParaRPr>
              </a:p>
            </p:txBody>
          </p:sp>
          <p:sp>
            <p:nvSpPr>
              <p:cNvPr id="1155" name="Freeform 139"/>
              <p:cNvSpPr>
                <a:spLocks/>
              </p:cNvSpPr>
              <p:nvPr userDrawn="1"/>
            </p:nvSpPr>
            <p:spPr bwMode="ltGray">
              <a:xfrm>
                <a:off x="19" y="2722"/>
                <a:ext cx="90" cy="78"/>
              </a:xfrm>
              <a:custGeom>
                <a:avLst/>
                <a:gdLst>
                  <a:gd name="T0" fmla="*/ 66 w 90"/>
                  <a:gd name="T1" fmla="*/ 36 h 78"/>
                  <a:gd name="T2" fmla="*/ 66 w 90"/>
                  <a:gd name="T3" fmla="*/ 36 h 78"/>
                  <a:gd name="T4" fmla="*/ 18 w 90"/>
                  <a:gd name="T5" fmla="*/ 24 h 78"/>
                  <a:gd name="T6" fmla="*/ 0 w 90"/>
                  <a:gd name="T7" fmla="*/ 30 h 78"/>
                  <a:gd name="T8" fmla="*/ 36 w 90"/>
                  <a:gd name="T9" fmla="*/ 78 h 78"/>
                  <a:gd name="T10" fmla="*/ 48 w 90"/>
                  <a:gd name="T11" fmla="*/ 72 h 78"/>
                  <a:gd name="T12" fmla="*/ 24 w 90"/>
                  <a:gd name="T13" fmla="*/ 36 h 78"/>
                  <a:gd name="T14" fmla="*/ 24 w 90"/>
                  <a:gd name="T15" fmla="*/ 36 h 78"/>
                  <a:gd name="T16" fmla="*/ 72 w 90"/>
                  <a:gd name="T17" fmla="*/ 54 h 78"/>
                  <a:gd name="T18" fmla="*/ 90 w 90"/>
                  <a:gd name="T19" fmla="*/ 42 h 78"/>
                  <a:gd name="T20" fmla="*/ 54 w 90"/>
                  <a:gd name="T21" fmla="*/ 0 h 78"/>
                  <a:gd name="T22" fmla="*/ 42 w 90"/>
                  <a:gd name="T23" fmla="*/ 6 h 78"/>
                  <a:gd name="T24" fmla="*/ 66 w 90"/>
                  <a:gd name="T25" fmla="*/ 36 h 7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90" h="78">
                    <a:moveTo>
                      <a:pt x="66" y="36"/>
                    </a:moveTo>
                    <a:lnTo>
                      <a:pt x="66" y="36"/>
                    </a:lnTo>
                    <a:lnTo>
                      <a:pt x="18" y="24"/>
                    </a:lnTo>
                    <a:lnTo>
                      <a:pt x="0" y="30"/>
                    </a:lnTo>
                    <a:lnTo>
                      <a:pt x="36" y="78"/>
                    </a:lnTo>
                    <a:lnTo>
                      <a:pt x="48" y="72"/>
                    </a:lnTo>
                    <a:lnTo>
                      <a:pt x="24" y="36"/>
                    </a:lnTo>
                    <a:lnTo>
                      <a:pt x="72" y="54"/>
                    </a:lnTo>
                    <a:lnTo>
                      <a:pt x="90" y="42"/>
                    </a:lnTo>
                    <a:lnTo>
                      <a:pt x="54" y="0"/>
                    </a:lnTo>
                    <a:lnTo>
                      <a:pt x="42" y="6"/>
                    </a:lnTo>
                    <a:lnTo>
                      <a:pt x="66" y="36"/>
                    </a:lnTo>
                    <a:close/>
                  </a:path>
                </a:pathLst>
              </a:custGeom>
              <a:solidFill>
                <a:schemeClr val="bg2"/>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eaLnBrk="0" fontAlgn="base" hangingPunct="0">
                  <a:spcBef>
                    <a:spcPct val="0"/>
                  </a:spcBef>
                  <a:spcAft>
                    <a:spcPct val="0"/>
                  </a:spcAft>
                </a:pPr>
                <a:endParaRPr lang="en-US" sz="4400">
                  <a:solidFill>
                    <a:srgbClr val="FFFFCC"/>
                  </a:solidFill>
                  <a:latin typeface="Arial" panose="020B0604020202020204" pitchFamily="34" charset="0"/>
                </a:endParaRPr>
              </a:p>
            </p:txBody>
          </p:sp>
          <p:sp>
            <p:nvSpPr>
              <p:cNvPr id="1156" name="Freeform 140"/>
              <p:cNvSpPr>
                <a:spLocks/>
              </p:cNvSpPr>
              <p:nvPr userDrawn="1"/>
            </p:nvSpPr>
            <p:spPr bwMode="ltGray">
              <a:xfrm>
                <a:off x="97" y="2651"/>
                <a:ext cx="101" cy="89"/>
              </a:xfrm>
              <a:custGeom>
                <a:avLst/>
                <a:gdLst>
                  <a:gd name="T0" fmla="*/ 54 w 101"/>
                  <a:gd name="T1" fmla="*/ 89 h 89"/>
                  <a:gd name="T2" fmla="*/ 65 w 101"/>
                  <a:gd name="T3" fmla="*/ 83 h 89"/>
                  <a:gd name="T4" fmla="*/ 48 w 101"/>
                  <a:gd name="T5" fmla="*/ 35 h 89"/>
                  <a:gd name="T6" fmla="*/ 89 w 101"/>
                  <a:gd name="T7" fmla="*/ 65 h 89"/>
                  <a:gd name="T8" fmla="*/ 101 w 101"/>
                  <a:gd name="T9" fmla="*/ 59 h 89"/>
                  <a:gd name="T10" fmla="*/ 83 w 101"/>
                  <a:gd name="T11" fmla="*/ 0 h 89"/>
                  <a:gd name="T12" fmla="*/ 71 w 101"/>
                  <a:gd name="T13" fmla="*/ 12 h 89"/>
                  <a:gd name="T14" fmla="*/ 83 w 101"/>
                  <a:gd name="T15" fmla="*/ 41 h 89"/>
                  <a:gd name="T16" fmla="*/ 48 w 101"/>
                  <a:gd name="T17" fmla="*/ 23 h 89"/>
                  <a:gd name="T18" fmla="*/ 36 w 101"/>
                  <a:gd name="T19" fmla="*/ 29 h 89"/>
                  <a:gd name="T20" fmla="*/ 45 w 101"/>
                  <a:gd name="T21" fmla="*/ 68 h 89"/>
                  <a:gd name="T22" fmla="*/ 18 w 101"/>
                  <a:gd name="T23" fmla="*/ 41 h 89"/>
                  <a:gd name="T24" fmla="*/ 0 w 101"/>
                  <a:gd name="T25" fmla="*/ 53 h 89"/>
                  <a:gd name="T26" fmla="*/ 54 w 101"/>
                  <a:gd name="T27" fmla="*/ 89 h 8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01" h="89">
                    <a:moveTo>
                      <a:pt x="54" y="89"/>
                    </a:moveTo>
                    <a:lnTo>
                      <a:pt x="65" y="83"/>
                    </a:lnTo>
                    <a:lnTo>
                      <a:pt x="48" y="35"/>
                    </a:lnTo>
                    <a:lnTo>
                      <a:pt x="89" y="65"/>
                    </a:lnTo>
                    <a:lnTo>
                      <a:pt x="101" y="59"/>
                    </a:lnTo>
                    <a:lnTo>
                      <a:pt x="83" y="0"/>
                    </a:lnTo>
                    <a:lnTo>
                      <a:pt x="71" y="12"/>
                    </a:lnTo>
                    <a:lnTo>
                      <a:pt x="83" y="41"/>
                    </a:lnTo>
                    <a:lnTo>
                      <a:pt x="48" y="23"/>
                    </a:lnTo>
                    <a:lnTo>
                      <a:pt x="36" y="29"/>
                    </a:lnTo>
                    <a:lnTo>
                      <a:pt x="45" y="68"/>
                    </a:lnTo>
                    <a:lnTo>
                      <a:pt x="18" y="41"/>
                    </a:lnTo>
                    <a:lnTo>
                      <a:pt x="0" y="53"/>
                    </a:lnTo>
                    <a:lnTo>
                      <a:pt x="54" y="89"/>
                    </a:lnTo>
                    <a:close/>
                  </a:path>
                </a:pathLst>
              </a:custGeom>
              <a:solidFill>
                <a:schemeClr val="bg2"/>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eaLnBrk="0" fontAlgn="base" hangingPunct="0">
                  <a:spcBef>
                    <a:spcPct val="0"/>
                  </a:spcBef>
                  <a:spcAft>
                    <a:spcPct val="0"/>
                  </a:spcAft>
                </a:pPr>
                <a:endParaRPr lang="en-US" sz="4400">
                  <a:solidFill>
                    <a:srgbClr val="FFFFCC"/>
                  </a:solidFill>
                  <a:latin typeface="Arial" panose="020B0604020202020204" pitchFamily="34" charset="0"/>
                </a:endParaRPr>
              </a:p>
            </p:txBody>
          </p:sp>
          <p:sp>
            <p:nvSpPr>
              <p:cNvPr id="1157" name="Freeform 141"/>
              <p:cNvSpPr>
                <a:spLocks/>
              </p:cNvSpPr>
              <p:nvPr userDrawn="1"/>
            </p:nvSpPr>
            <p:spPr bwMode="ltGray">
              <a:xfrm>
                <a:off x="677" y="3502"/>
                <a:ext cx="83" cy="78"/>
              </a:xfrm>
              <a:custGeom>
                <a:avLst/>
                <a:gdLst>
                  <a:gd name="T0" fmla="*/ 36 w 83"/>
                  <a:gd name="T1" fmla="*/ 78 h 78"/>
                  <a:gd name="T2" fmla="*/ 83 w 83"/>
                  <a:gd name="T3" fmla="*/ 48 h 78"/>
                  <a:gd name="T4" fmla="*/ 54 w 83"/>
                  <a:gd name="T5" fmla="*/ 0 h 78"/>
                  <a:gd name="T6" fmla="*/ 0 w 83"/>
                  <a:gd name="T7" fmla="*/ 30 h 78"/>
                  <a:gd name="T8" fmla="*/ 6 w 83"/>
                  <a:gd name="T9" fmla="*/ 36 h 78"/>
                  <a:gd name="T10" fmla="*/ 42 w 83"/>
                  <a:gd name="T11" fmla="*/ 18 h 78"/>
                  <a:gd name="T12" fmla="*/ 54 w 83"/>
                  <a:gd name="T13" fmla="*/ 30 h 78"/>
                  <a:gd name="T14" fmla="*/ 24 w 83"/>
                  <a:gd name="T15" fmla="*/ 48 h 78"/>
                  <a:gd name="T16" fmla="*/ 30 w 83"/>
                  <a:gd name="T17" fmla="*/ 54 h 78"/>
                  <a:gd name="T18" fmla="*/ 60 w 83"/>
                  <a:gd name="T19" fmla="*/ 36 h 78"/>
                  <a:gd name="T20" fmla="*/ 66 w 83"/>
                  <a:gd name="T21" fmla="*/ 48 h 78"/>
                  <a:gd name="T22" fmla="*/ 30 w 83"/>
                  <a:gd name="T23" fmla="*/ 66 h 78"/>
                  <a:gd name="T24" fmla="*/ 36 w 83"/>
                  <a:gd name="T25" fmla="*/ 78 h 7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3" h="78">
                    <a:moveTo>
                      <a:pt x="36" y="78"/>
                    </a:moveTo>
                    <a:lnTo>
                      <a:pt x="83" y="48"/>
                    </a:lnTo>
                    <a:lnTo>
                      <a:pt x="54" y="0"/>
                    </a:lnTo>
                    <a:lnTo>
                      <a:pt x="0" y="30"/>
                    </a:lnTo>
                    <a:lnTo>
                      <a:pt x="6" y="36"/>
                    </a:lnTo>
                    <a:lnTo>
                      <a:pt x="42" y="18"/>
                    </a:lnTo>
                    <a:lnTo>
                      <a:pt x="54" y="30"/>
                    </a:lnTo>
                    <a:lnTo>
                      <a:pt x="24" y="48"/>
                    </a:lnTo>
                    <a:lnTo>
                      <a:pt x="30" y="54"/>
                    </a:lnTo>
                    <a:lnTo>
                      <a:pt x="60" y="36"/>
                    </a:lnTo>
                    <a:lnTo>
                      <a:pt x="66" y="48"/>
                    </a:lnTo>
                    <a:lnTo>
                      <a:pt x="30" y="66"/>
                    </a:lnTo>
                    <a:lnTo>
                      <a:pt x="36" y="78"/>
                    </a:lnTo>
                    <a:close/>
                  </a:path>
                </a:pathLst>
              </a:custGeom>
              <a:solidFill>
                <a:schemeClr val="bg2"/>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eaLnBrk="0" fontAlgn="base" hangingPunct="0">
                  <a:spcBef>
                    <a:spcPct val="0"/>
                  </a:spcBef>
                  <a:spcAft>
                    <a:spcPct val="0"/>
                  </a:spcAft>
                </a:pPr>
                <a:endParaRPr lang="en-US" sz="4400">
                  <a:solidFill>
                    <a:srgbClr val="FFFFCC"/>
                  </a:solidFill>
                  <a:latin typeface="Arial" panose="020B0604020202020204" pitchFamily="34" charset="0"/>
                </a:endParaRPr>
              </a:p>
            </p:txBody>
          </p:sp>
          <p:sp>
            <p:nvSpPr>
              <p:cNvPr id="1158" name="Freeform 142"/>
              <p:cNvSpPr>
                <a:spLocks/>
              </p:cNvSpPr>
              <p:nvPr userDrawn="1"/>
            </p:nvSpPr>
            <p:spPr bwMode="ltGray">
              <a:xfrm>
                <a:off x="940" y="2782"/>
                <a:ext cx="90" cy="72"/>
              </a:xfrm>
              <a:custGeom>
                <a:avLst/>
                <a:gdLst>
                  <a:gd name="T0" fmla="*/ 90 w 90"/>
                  <a:gd name="T1" fmla="*/ 30 h 72"/>
                  <a:gd name="T2" fmla="*/ 66 w 90"/>
                  <a:gd name="T3" fmla="*/ 0 h 72"/>
                  <a:gd name="T4" fmla="*/ 0 w 90"/>
                  <a:gd name="T5" fmla="*/ 36 h 72"/>
                  <a:gd name="T6" fmla="*/ 24 w 90"/>
                  <a:gd name="T7" fmla="*/ 72 h 72"/>
                  <a:gd name="T8" fmla="*/ 36 w 90"/>
                  <a:gd name="T9" fmla="*/ 66 h 72"/>
                  <a:gd name="T10" fmla="*/ 18 w 90"/>
                  <a:gd name="T11" fmla="*/ 42 h 72"/>
                  <a:gd name="T12" fmla="*/ 36 w 90"/>
                  <a:gd name="T13" fmla="*/ 30 h 72"/>
                  <a:gd name="T14" fmla="*/ 54 w 90"/>
                  <a:gd name="T15" fmla="*/ 54 h 72"/>
                  <a:gd name="T16" fmla="*/ 60 w 90"/>
                  <a:gd name="T17" fmla="*/ 48 h 72"/>
                  <a:gd name="T18" fmla="*/ 48 w 90"/>
                  <a:gd name="T19" fmla="*/ 24 h 72"/>
                  <a:gd name="T20" fmla="*/ 60 w 90"/>
                  <a:gd name="T21" fmla="*/ 12 h 72"/>
                  <a:gd name="T22" fmla="*/ 78 w 90"/>
                  <a:gd name="T23" fmla="*/ 42 h 72"/>
                  <a:gd name="T24" fmla="*/ 90 w 90"/>
                  <a:gd name="T25" fmla="*/ 30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90" h="72">
                    <a:moveTo>
                      <a:pt x="90" y="30"/>
                    </a:moveTo>
                    <a:lnTo>
                      <a:pt x="66" y="0"/>
                    </a:lnTo>
                    <a:lnTo>
                      <a:pt x="0" y="36"/>
                    </a:lnTo>
                    <a:lnTo>
                      <a:pt x="24" y="72"/>
                    </a:lnTo>
                    <a:lnTo>
                      <a:pt x="36" y="66"/>
                    </a:lnTo>
                    <a:lnTo>
                      <a:pt x="18" y="42"/>
                    </a:lnTo>
                    <a:lnTo>
                      <a:pt x="36" y="30"/>
                    </a:lnTo>
                    <a:lnTo>
                      <a:pt x="54" y="54"/>
                    </a:lnTo>
                    <a:lnTo>
                      <a:pt x="60" y="48"/>
                    </a:lnTo>
                    <a:lnTo>
                      <a:pt x="48" y="24"/>
                    </a:lnTo>
                    <a:lnTo>
                      <a:pt x="60" y="12"/>
                    </a:lnTo>
                    <a:lnTo>
                      <a:pt x="78" y="42"/>
                    </a:lnTo>
                    <a:lnTo>
                      <a:pt x="90" y="30"/>
                    </a:lnTo>
                    <a:close/>
                  </a:path>
                </a:pathLst>
              </a:custGeom>
              <a:solidFill>
                <a:schemeClr val="bg2"/>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eaLnBrk="0" fontAlgn="base" hangingPunct="0">
                  <a:spcBef>
                    <a:spcPct val="0"/>
                  </a:spcBef>
                  <a:spcAft>
                    <a:spcPct val="0"/>
                  </a:spcAft>
                </a:pPr>
                <a:endParaRPr lang="en-US" sz="4400">
                  <a:solidFill>
                    <a:srgbClr val="FFFFCC"/>
                  </a:solidFill>
                  <a:latin typeface="Arial" panose="020B0604020202020204" pitchFamily="34" charset="0"/>
                </a:endParaRPr>
              </a:p>
            </p:txBody>
          </p:sp>
          <p:sp>
            <p:nvSpPr>
              <p:cNvPr id="1159" name="Freeform 143"/>
              <p:cNvSpPr>
                <a:spLocks/>
              </p:cNvSpPr>
              <p:nvPr userDrawn="1"/>
            </p:nvSpPr>
            <p:spPr bwMode="ltGray">
              <a:xfrm>
                <a:off x="898" y="2716"/>
                <a:ext cx="90" cy="84"/>
              </a:xfrm>
              <a:custGeom>
                <a:avLst/>
                <a:gdLst>
                  <a:gd name="T0" fmla="*/ 42 w 90"/>
                  <a:gd name="T1" fmla="*/ 60 h 84"/>
                  <a:gd name="T2" fmla="*/ 42 w 90"/>
                  <a:gd name="T3" fmla="*/ 60 h 84"/>
                  <a:gd name="T4" fmla="*/ 72 w 90"/>
                  <a:gd name="T5" fmla="*/ 12 h 84"/>
                  <a:gd name="T6" fmla="*/ 66 w 90"/>
                  <a:gd name="T7" fmla="*/ 0 h 84"/>
                  <a:gd name="T8" fmla="*/ 0 w 90"/>
                  <a:gd name="T9" fmla="*/ 42 h 84"/>
                  <a:gd name="T10" fmla="*/ 6 w 90"/>
                  <a:gd name="T11" fmla="*/ 54 h 84"/>
                  <a:gd name="T12" fmla="*/ 54 w 90"/>
                  <a:gd name="T13" fmla="*/ 24 h 84"/>
                  <a:gd name="T14" fmla="*/ 54 w 90"/>
                  <a:gd name="T15" fmla="*/ 24 h 84"/>
                  <a:gd name="T16" fmla="*/ 18 w 90"/>
                  <a:gd name="T17" fmla="*/ 72 h 84"/>
                  <a:gd name="T18" fmla="*/ 24 w 90"/>
                  <a:gd name="T19" fmla="*/ 84 h 84"/>
                  <a:gd name="T20" fmla="*/ 90 w 90"/>
                  <a:gd name="T21" fmla="*/ 42 h 84"/>
                  <a:gd name="T22" fmla="*/ 84 w 90"/>
                  <a:gd name="T23" fmla="*/ 30 h 84"/>
                  <a:gd name="T24" fmla="*/ 42 w 90"/>
                  <a:gd name="T25" fmla="*/ 60 h 8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90" h="84">
                    <a:moveTo>
                      <a:pt x="42" y="60"/>
                    </a:moveTo>
                    <a:lnTo>
                      <a:pt x="42" y="60"/>
                    </a:lnTo>
                    <a:lnTo>
                      <a:pt x="72" y="12"/>
                    </a:lnTo>
                    <a:lnTo>
                      <a:pt x="66" y="0"/>
                    </a:lnTo>
                    <a:lnTo>
                      <a:pt x="0" y="42"/>
                    </a:lnTo>
                    <a:lnTo>
                      <a:pt x="6" y="54"/>
                    </a:lnTo>
                    <a:lnTo>
                      <a:pt x="54" y="24"/>
                    </a:lnTo>
                    <a:lnTo>
                      <a:pt x="18" y="72"/>
                    </a:lnTo>
                    <a:lnTo>
                      <a:pt x="24" y="84"/>
                    </a:lnTo>
                    <a:lnTo>
                      <a:pt x="90" y="42"/>
                    </a:lnTo>
                    <a:lnTo>
                      <a:pt x="84" y="30"/>
                    </a:lnTo>
                    <a:lnTo>
                      <a:pt x="42" y="60"/>
                    </a:lnTo>
                    <a:close/>
                  </a:path>
                </a:pathLst>
              </a:custGeom>
              <a:solidFill>
                <a:schemeClr val="bg2"/>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eaLnBrk="0" fontAlgn="base" hangingPunct="0">
                  <a:spcBef>
                    <a:spcPct val="0"/>
                  </a:spcBef>
                  <a:spcAft>
                    <a:spcPct val="0"/>
                  </a:spcAft>
                </a:pPr>
                <a:endParaRPr lang="en-US" sz="4400">
                  <a:solidFill>
                    <a:srgbClr val="FFFFCC"/>
                  </a:solidFill>
                  <a:latin typeface="Arial" panose="020B0604020202020204" pitchFamily="34" charset="0"/>
                </a:endParaRPr>
              </a:p>
            </p:txBody>
          </p:sp>
          <p:sp>
            <p:nvSpPr>
              <p:cNvPr id="1160" name="Freeform 144"/>
              <p:cNvSpPr>
                <a:spLocks/>
              </p:cNvSpPr>
              <p:nvPr userDrawn="1"/>
            </p:nvSpPr>
            <p:spPr bwMode="ltGray">
              <a:xfrm>
                <a:off x="7" y="3837"/>
                <a:ext cx="6" cy="12"/>
              </a:xfrm>
              <a:custGeom>
                <a:avLst/>
                <a:gdLst>
                  <a:gd name="T0" fmla="*/ 6 w 6"/>
                  <a:gd name="T1" fmla="*/ 0 h 12"/>
                  <a:gd name="T2" fmla="*/ 6 w 6"/>
                  <a:gd name="T3" fmla="*/ 0 h 12"/>
                  <a:gd name="T4" fmla="*/ 0 w 6"/>
                  <a:gd name="T5" fmla="*/ 0 h 12"/>
                  <a:gd name="T6" fmla="*/ 0 w 6"/>
                  <a:gd name="T7" fmla="*/ 0 h 12"/>
                  <a:gd name="T8" fmla="*/ 0 w 6"/>
                  <a:gd name="T9" fmla="*/ 12 h 12"/>
                  <a:gd name="T10" fmla="*/ 6 w 6"/>
                  <a:gd name="T11" fmla="*/ 0 h 12"/>
                  <a:gd name="T12" fmla="*/ 6 w 6"/>
                  <a:gd name="T13" fmla="*/ 0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 h="12">
                    <a:moveTo>
                      <a:pt x="6" y="0"/>
                    </a:moveTo>
                    <a:lnTo>
                      <a:pt x="6" y="0"/>
                    </a:lnTo>
                    <a:lnTo>
                      <a:pt x="0" y="0"/>
                    </a:lnTo>
                    <a:lnTo>
                      <a:pt x="0" y="12"/>
                    </a:lnTo>
                    <a:lnTo>
                      <a:pt x="6" y="0"/>
                    </a:lnTo>
                    <a:close/>
                  </a:path>
                </a:pathLst>
              </a:custGeom>
              <a:solidFill>
                <a:schemeClr val="bg2"/>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eaLnBrk="0" fontAlgn="base" hangingPunct="0">
                  <a:spcBef>
                    <a:spcPct val="0"/>
                  </a:spcBef>
                  <a:spcAft>
                    <a:spcPct val="0"/>
                  </a:spcAft>
                </a:pPr>
                <a:endParaRPr lang="en-US" sz="4400">
                  <a:solidFill>
                    <a:srgbClr val="FFFFCC"/>
                  </a:solidFill>
                  <a:latin typeface="Arial" panose="020B0604020202020204" pitchFamily="34" charset="0"/>
                </a:endParaRPr>
              </a:p>
            </p:txBody>
          </p:sp>
          <p:sp>
            <p:nvSpPr>
              <p:cNvPr id="1161" name="Freeform 145"/>
              <p:cNvSpPr>
                <a:spLocks/>
              </p:cNvSpPr>
              <p:nvPr userDrawn="1"/>
            </p:nvSpPr>
            <p:spPr bwMode="ltGray">
              <a:xfrm>
                <a:off x="7" y="2555"/>
                <a:ext cx="30" cy="48"/>
              </a:xfrm>
              <a:custGeom>
                <a:avLst/>
                <a:gdLst>
                  <a:gd name="T0" fmla="*/ 18 w 30"/>
                  <a:gd name="T1" fmla="*/ 48 h 48"/>
                  <a:gd name="T2" fmla="*/ 18 w 30"/>
                  <a:gd name="T3" fmla="*/ 48 h 48"/>
                  <a:gd name="T4" fmla="*/ 30 w 30"/>
                  <a:gd name="T5" fmla="*/ 42 h 48"/>
                  <a:gd name="T6" fmla="*/ 0 w 30"/>
                  <a:gd name="T7" fmla="*/ 0 h 48"/>
                  <a:gd name="T8" fmla="*/ 0 w 30"/>
                  <a:gd name="T9" fmla="*/ 24 h 48"/>
                  <a:gd name="T10" fmla="*/ 18 w 30"/>
                  <a:gd name="T11" fmla="*/ 48 h 48"/>
                  <a:gd name="T12" fmla="*/ 18 w 30"/>
                  <a:gd name="T13" fmla="*/ 48 h 4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8">
                    <a:moveTo>
                      <a:pt x="18" y="48"/>
                    </a:moveTo>
                    <a:lnTo>
                      <a:pt x="18" y="48"/>
                    </a:lnTo>
                    <a:lnTo>
                      <a:pt x="30" y="42"/>
                    </a:lnTo>
                    <a:lnTo>
                      <a:pt x="0" y="0"/>
                    </a:lnTo>
                    <a:lnTo>
                      <a:pt x="0" y="24"/>
                    </a:lnTo>
                    <a:lnTo>
                      <a:pt x="18" y="48"/>
                    </a:lnTo>
                    <a:close/>
                  </a:path>
                </a:pathLst>
              </a:custGeom>
              <a:solidFill>
                <a:schemeClr val="bg2"/>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eaLnBrk="0" fontAlgn="base" hangingPunct="0">
                  <a:spcBef>
                    <a:spcPct val="0"/>
                  </a:spcBef>
                  <a:spcAft>
                    <a:spcPct val="0"/>
                  </a:spcAft>
                </a:pPr>
                <a:endParaRPr lang="en-US" sz="4400">
                  <a:solidFill>
                    <a:srgbClr val="FFFFCC"/>
                  </a:solidFill>
                  <a:latin typeface="Arial" panose="020B0604020202020204" pitchFamily="34" charset="0"/>
                </a:endParaRPr>
              </a:p>
            </p:txBody>
          </p:sp>
          <p:sp>
            <p:nvSpPr>
              <p:cNvPr id="1162" name="Freeform 146"/>
              <p:cNvSpPr>
                <a:spLocks/>
              </p:cNvSpPr>
              <p:nvPr userDrawn="1"/>
            </p:nvSpPr>
            <p:spPr bwMode="ltGray">
              <a:xfrm>
                <a:off x="7" y="3843"/>
                <a:ext cx="36" cy="66"/>
              </a:xfrm>
              <a:custGeom>
                <a:avLst/>
                <a:gdLst>
                  <a:gd name="T0" fmla="*/ 36 w 36"/>
                  <a:gd name="T1" fmla="*/ 0 h 66"/>
                  <a:gd name="T2" fmla="*/ 24 w 36"/>
                  <a:gd name="T3" fmla="*/ 0 h 66"/>
                  <a:gd name="T4" fmla="*/ 24 w 36"/>
                  <a:gd name="T5" fmla="*/ 0 h 66"/>
                  <a:gd name="T6" fmla="*/ 0 w 36"/>
                  <a:gd name="T7" fmla="*/ 36 h 66"/>
                  <a:gd name="T8" fmla="*/ 0 w 36"/>
                  <a:gd name="T9" fmla="*/ 66 h 66"/>
                  <a:gd name="T10" fmla="*/ 36 w 36"/>
                  <a:gd name="T11" fmla="*/ 0 h 66"/>
                  <a:gd name="T12" fmla="*/ 36 w 36"/>
                  <a:gd name="T13" fmla="*/ 0 h 6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6" h="66">
                    <a:moveTo>
                      <a:pt x="36" y="0"/>
                    </a:moveTo>
                    <a:lnTo>
                      <a:pt x="24" y="0"/>
                    </a:lnTo>
                    <a:lnTo>
                      <a:pt x="0" y="36"/>
                    </a:lnTo>
                    <a:lnTo>
                      <a:pt x="0" y="66"/>
                    </a:lnTo>
                    <a:lnTo>
                      <a:pt x="36" y="0"/>
                    </a:lnTo>
                    <a:close/>
                  </a:path>
                </a:pathLst>
              </a:custGeom>
              <a:solidFill>
                <a:schemeClr val="bg2"/>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eaLnBrk="0" fontAlgn="base" hangingPunct="0">
                  <a:spcBef>
                    <a:spcPct val="0"/>
                  </a:spcBef>
                  <a:spcAft>
                    <a:spcPct val="0"/>
                  </a:spcAft>
                </a:pPr>
                <a:endParaRPr lang="en-US" sz="4400">
                  <a:solidFill>
                    <a:srgbClr val="FFFFCC"/>
                  </a:solidFill>
                  <a:latin typeface="Arial" panose="020B0604020202020204" pitchFamily="34" charset="0"/>
                </a:endParaRPr>
              </a:p>
            </p:txBody>
          </p:sp>
          <p:sp>
            <p:nvSpPr>
              <p:cNvPr id="1163" name="Rectangle 147"/>
              <p:cNvSpPr>
                <a:spLocks noChangeArrowheads="1"/>
              </p:cNvSpPr>
              <p:nvPr userDrawn="1"/>
            </p:nvSpPr>
            <p:spPr bwMode="ltGray">
              <a:xfrm rot="244926">
                <a:off x="1177" y="3201"/>
                <a:ext cx="161"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164" name="Rectangle 148"/>
              <p:cNvSpPr>
                <a:spLocks noChangeArrowheads="1"/>
              </p:cNvSpPr>
              <p:nvPr userDrawn="1"/>
            </p:nvSpPr>
            <p:spPr bwMode="ltGray">
              <a:xfrm rot="-5598588">
                <a:off x="290" y="2386"/>
                <a:ext cx="138" cy="12"/>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defRPr>
                </a:lvl1pPr>
                <a:lvl2pPr marL="742950" indent="-285750">
                  <a:defRPr sz="4400">
                    <a:solidFill>
                      <a:schemeClr val="tx2"/>
                    </a:solidFill>
                    <a:latin typeface="Arial" panose="020B0604020202020204" pitchFamily="34" charset="0"/>
                  </a:defRPr>
                </a:lvl2pPr>
                <a:lvl3pPr marL="1143000" indent="-228600">
                  <a:defRPr sz="4400">
                    <a:solidFill>
                      <a:schemeClr val="tx2"/>
                    </a:solidFill>
                    <a:latin typeface="Arial" panose="020B0604020202020204" pitchFamily="34" charset="0"/>
                  </a:defRPr>
                </a:lvl3pPr>
                <a:lvl4pPr marL="1600200" indent="-228600">
                  <a:defRPr sz="4400">
                    <a:solidFill>
                      <a:schemeClr val="tx2"/>
                    </a:solidFill>
                    <a:latin typeface="Arial" panose="020B0604020202020204" pitchFamily="34" charset="0"/>
                  </a:defRPr>
                </a:lvl4pPr>
                <a:lvl5pPr marL="2057400" indent="-228600">
                  <a:defRPr sz="4400">
                    <a:solidFill>
                      <a:schemeClr val="tx2"/>
                    </a:solidFill>
                    <a:latin typeface="Arial" panose="020B0604020202020204" pitchFamily="34" charset="0"/>
                  </a:defRPr>
                </a:lvl5pPr>
                <a:lvl6pPr marL="2514600" indent="-228600" algn="ctr" eaLnBrk="0" fontAlgn="base" hangingPunct="0">
                  <a:spcBef>
                    <a:spcPct val="0"/>
                  </a:spcBef>
                  <a:spcAft>
                    <a:spcPct val="0"/>
                  </a:spcAft>
                  <a:defRPr sz="4400">
                    <a:solidFill>
                      <a:schemeClr val="tx2"/>
                    </a:solidFill>
                    <a:latin typeface="Arial" panose="020B0604020202020204" pitchFamily="34" charset="0"/>
                  </a:defRPr>
                </a:lvl6pPr>
                <a:lvl7pPr marL="2971800" indent="-228600" algn="ctr" eaLnBrk="0" fontAlgn="base" hangingPunct="0">
                  <a:spcBef>
                    <a:spcPct val="0"/>
                  </a:spcBef>
                  <a:spcAft>
                    <a:spcPct val="0"/>
                  </a:spcAft>
                  <a:defRPr sz="4400">
                    <a:solidFill>
                      <a:schemeClr val="tx2"/>
                    </a:solidFill>
                    <a:latin typeface="Arial" panose="020B0604020202020204" pitchFamily="34" charset="0"/>
                  </a:defRPr>
                </a:lvl7pPr>
                <a:lvl8pPr marL="3429000" indent="-228600" algn="ctr" eaLnBrk="0" fontAlgn="base" hangingPunct="0">
                  <a:spcBef>
                    <a:spcPct val="0"/>
                  </a:spcBef>
                  <a:spcAft>
                    <a:spcPct val="0"/>
                  </a:spcAft>
                  <a:defRPr sz="4400">
                    <a:solidFill>
                      <a:schemeClr val="tx2"/>
                    </a:solidFill>
                    <a:latin typeface="Arial" panose="020B0604020202020204" pitchFamily="34" charset="0"/>
                  </a:defRPr>
                </a:lvl8pPr>
                <a:lvl9pPr marL="3886200" indent="-228600" algn="ctr" eaLnBrk="0" fontAlgn="base" hangingPunct="0">
                  <a:spcBef>
                    <a:spcPct val="0"/>
                  </a:spcBef>
                  <a:spcAft>
                    <a:spcPct val="0"/>
                  </a:spcAft>
                  <a:defRPr sz="4400">
                    <a:solidFill>
                      <a:schemeClr val="tx2"/>
                    </a:solidFill>
                    <a:latin typeface="Arial" panose="020B0604020202020204" pitchFamily="34" charset="0"/>
                  </a:defRPr>
                </a:lvl9pPr>
              </a:lstStyle>
              <a:p>
                <a:pPr fontAlgn="base">
                  <a:spcBef>
                    <a:spcPct val="0"/>
                  </a:spcBef>
                  <a:spcAft>
                    <a:spcPct val="0"/>
                  </a:spcAft>
                  <a:defRPr/>
                </a:pPr>
                <a:endParaRPr lang="tr-TR" sz="1800">
                  <a:solidFill>
                    <a:srgbClr val="FFFFFF"/>
                  </a:solidFill>
                  <a:latin typeface="Tahoma" panose="020B0604030504040204" pitchFamily="34" charset="0"/>
                </a:endParaRPr>
              </a:p>
            </p:txBody>
          </p:sp>
          <p:sp>
            <p:nvSpPr>
              <p:cNvPr id="1165" name="Freeform 149"/>
              <p:cNvSpPr>
                <a:spLocks/>
              </p:cNvSpPr>
              <p:nvPr userDrawn="1"/>
            </p:nvSpPr>
            <p:spPr bwMode="ltGray">
              <a:xfrm>
                <a:off x="139" y="3573"/>
                <a:ext cx="144" cy="154"/>
              </a:xfrm>
              <a:custGeom>
                <a:avLst/>
                <a:gdLst>
                  <a:gd name="T0" fmla="*/ 0 w 144"/>
                  <a:gd name="T1" fmla="*/ 102 h 154"/>
                  <a:gd name="T2" fmla="*/ 59 w 144"/>
                  <a:gd name="T3" fmla="*/ 154 h 154"/>
                  <a:gd name="T4" fmla="*/ 117 w 144"/>
                  <a:gd name="T5" fmla="*/ 120 h 154"/>
                  <a:gd name="T6" fmla="*/ 62 w 144"/>
                  <a:gd name="T7" fmla="*/ 55 h 154"/>
                  <a:gd name="T8" fmla="*/ 104 w 144"/>
                  <a:gd name="T9" fmla="*/ 34 h 154"/>
                  <a:gd name="T10" fmla="*/ 117 w 144"/>
                  <a:gd name="T11" fmla="*/ 53 h 154"/>
                  <a:gd name="T12" fmla="*/ 141 w 144"/>
                  <a:gd name="T13" fmla="*/ 47 h 154"/>
                  <a:gd name="T14" fmla="*/ 97 w 144"/>
                  <a:gd name="T15" fmla="*/ 2 h 154"/>
                  <a:gd name="T16" fmla="*/ 36 w 144"/>
                  <a:gd name="T17" fmla="*/ 33 h 154"/>
                  <a:gd name="T18" fmla="*/ 90 w 144"/>
                  <a:gd name="T19" fmla="*/ 107 h 154"/>
                  <a:gd name="T20" fmla="*/ 28 w 144"/>
                  <a:gd name="T21" fmla="*/ 101 h 154"/>
                  <a:gd name="T22" fmla="*/ 0 w 144"/>
                  <a:gd name="T23" fmla="*/ 102 h 15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44" h="154">
                    <a:moveTo>
                      <a:pt x="0" y="102"/>
                    </a:moveTo>
                    <a:cubicBezTo>
                      <a:pt x="6" y="140"/>
                      <a:pt x="25" y="154"/>
                      <a:pt x="59" y="154"/>
                    </a:cubicBezTo>
                    <a:cubicBezTo>
                      <a:pt x="111" y="152"/>
                      <a:pt x="106" y="130"/>
                      <a:pt x="117" y="120"/>
                    </a:cubicBezTo>
                    <a:cubicBezTo>
                      <a:pt x="119" y="61"/>
                      <a:pt x="84" y="84"/>
                      <a:pt x="62" y="55"/>
                    </a:cubicBezTo>
                    <a:cubicBezTo>
                      <a:pt x="59" y="42"/>
                      <a:pt x="78" y="11"/>
                      <a:pt x="104" y="34"/>
                    </a:cubicBezTo>
                    <a:cubicBezTo>
                      <a:pt x="108" y="41"/>
                      <a:pt x="111" y="51"/>
                      <a:pt x="117" y="53"/>
                    </a:cubicBezTo>
                    <a:cubicBezTo>
                      <a:pt x="123" y="55"/>
                      <a:pt x="144" y="55"/>
                      <a:pt x="141" y="47"/>
                    </a:cubicBezTo>
                    <a:cubicBezTo>
                      <a:pt x="138" y="39"/>
                      <a:pt x="126" y="5"/>
                      <a:pt x="97" y="2"/>
                    </a:cubicBezTo>
                    <a:cubicBezTo>
                      <a:pt x="77" y="0"/>
                      <a:pt x="48" y="0"/>
                      <a:pt x="36" y="33"/>
                    </a:cubicBezTo>
                    <a:cubicBezTo>
                      <a:pt x="15" y="89"/>
                      <a:pt x="83" y="79"/>
                      <a:pt x="90" y="107"/>
                    </a:cubicBezTo>
                    <a:cubicBezTo>
                      <a:pt x="96" y="130"/>
                      <a:pt x="34" y="147"/>
                      <a:pt x="28" y="101"/>
                    </a:cubicBezTo>
                    <a:cubicBezTo>
                      <a:pt x="12" y="104"/>
                      <a:pt x="15" y="98"/>
                      <a:pt x="0" y="102"/>
                    </a:cubicBezTo>
                    <a:close/>
                  </a:path>
                </a:pathLst>
              </a:custGeom>
              <a:solidFill>
                <a:schemeClr val="bg2"/>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eaLnBrk="0" fontAlgn="base" hangingPunct="0">
                  <a:spcBef>
                    <a:spcPct val="0"/>
                  </a:spcBef>
                  <a:spcAft>
                    <a:spcPct val="0"/>
                  </a:spcAft>
                </a:pPr>
                <a:endParaRPr lang="en-US" sz="4400">
                  <a:solidFill>
                    <a:srgbClr val="FFFFCC"/>
                  </a:solidFill>
                  <a:latin typeface="Arial" panose="020B0604020202020204" pitchFamily="34" charset="0"/>
                </a:endParaRPr>
              </a:p>
            </p:txBody>
          </p:sp>
          <p:sp>
            <p:nvSpPr>
              <p:cNvPr id="1166" name="Freeform 150"/>
              <p:cNvSpPr>
                <a:spLocks/>
              </p:cNvSpPr>
              <p:nvPr userDrawn="1"/>
            </p:nvSpPr>
            <p:spPr bwMode="ltGray">
              <a:xfrm rot="-2857037">
                <a:off x="619" y="3550"/>
                <a:ext cx="68" cy="69"/>
              </a:xfrm>
              <a:custGeom>
                <a:avLst/>
                <a:gdLst>
                  <a:gd name="T0" fmla="*/ 0 w 144"/>
                  <a:gd name="T1" fmla="*/ 1 h 154"/>
                  <a:gd name="T2" fmla="*/ 0 w 144"/>
                  <a:gd name="T3" fmla="*/ 1 h 154"/>
                  <a:gd name="T4" fmla="*/ 1 w 144"/>
                  <a:gd name="T5" fmla="*/ 1 h 154"/>
                  <a:gd name="T6" fmla="*/ 0 w 144"/>
                  <a:gd name="T7" fmla="*/ 0 h 154"/>
                  <a:gd name="T8" fmla="*/ 1 w 144"/>
                  <a:gd name="T9" fmla="*/ 0 h 154"/>
                  <a:gd name="T10" fmla="*/ 1 w 144"/>
                  <a:gd name="T11" fmla="*/ 0 h 154"/>
                  <a:gd name="T12" fmla="*/ 1 w 144"/>
                  <a:gd name="T13" fmla="*/ 0 h 154"/>
                  <a:gd name="T14" fmla="*/ 1 w 144"/>
                  <a:gd name="T15" fmla="*/ 0 h 154"/>
                  <a:gd name="T16" fmla="*/ 0 w 144"/>
                  <a:gd name="T17" fmla="*/ 0 h 154"/>
                  <a:gd name="T18" fmla="*/ 1 w 144"/>
                  <a:gd name="T19" fmla="*/ 1 h 154"/>
                  <a:gd name="T20" fmla="*/ 0 w 144"/>
                  <a:gd name="T21" fmla="*/ 1 h 154"/>
                  <a:gd name="T22" fmla="*/ 0 w 144"/>
                  <a:gd name="T23" fmla="*/ 1 h 15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44" h="154">
                    <a:moveTo>
                      <a:pt x="0" y="102"/>
                    </a:moveTo>
                    <a:cubicBezTo>
                      <a:pt x="6" y="140"/>
                      <a:pt x="25" y="154"/>
                      <a:pt x="59" y="154"/>
                    </a:cubicBezTo>
                    <a:cubicBezTo>
                      <a:pt x="111" y="152"/>
                      <a:pt x="106" y="130"/>
                      <a:pt x="117" y="120"/>
                    </a:cubicBezTo>
                    <a:cubicBezTo>
                      <a:pt x="113" y="47"/>
                      <a:pt x="84" y="84"/>
                      <a:pt x="62" y="55"/>
                    </a:cubicBezTo>
                    <a:cubicBezTo>
                      <a:pt x="59" y="42"/>
                      <a:pt x="78" y="11"/>
                      <a:pt x="104" y="34"/>
                    </a:cubicBezTo>
                    <a:cubicBezTo>
                      <a:pt x="108" y="41"/>
                      <a:pt x="111" y="51"/>
                      <a:pt x="117" y="53"/>
                    </a:cubicBezTo>
                    <a:cubicBezTo>
                      <a:pt x="123" y="55"/>
                      <a:pt x="144" y="55"/>
                      <a:pt x="141" y="47"/>
                    </a:cubicBezTo>
                    <a:cubicBezTo>
                      <a:pt x="138" y="39"/>
                      <a:pt x="126" y="5"/>
                      <a:pt x="97" y="2"/>
                    </a:cubicBezTo>
                    <a:cubicBezTo>
                      <a:pt x="77" y="0"/>
                      <a:pt x="48" y="0"/>
                      <a:pt x="36" y="33"/>
                    </a:cubicBezTo>
                    <a:cubicBezTo>
                      <a:pt x="15" y="89"/>
                      <a:pt x="83" y="79"/>
                      <a:pt x="90" y="107"/>
                    </a:cubicBezTo>
                    <a:cubicBezTo>
                      <a:pt x="96" y="130"/>
                      <a:pt x="34" y="147"/>
                      <a:pt x="28" y="101"/>
                    </a:cubicBezTo>
                    <a:cubicBezTo>
                      <a:pt x="12" y="104"/>
                      <a:pt x="15" y="98"/>
                      <a:pt x="0" y="102"/>
                    </a:cubicBezTo>
                    <a:close/>
                  </a:path>
                </a:pathLst>
              </a:custGeom>
              <a:solidFill>
                <a:schemeClr val="bg2"/>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eaLnBrk="0" fontAlgn="base" hangingPunct="0">
                  <a:spcBef>
                    <a:spcPct val="0"/>
                  </a:spcBef>
                  <a:spcAft>
                    <a:spcPct val="0"/>
                  </a:spcAft>
                </a:pPr>
                <a:endParaRPr lang="en-US" sz="4400">
                  <a:solidFill>
                    <a:srgbClr val="FFFFCC"/>
                  </a:solidFill>
                  <a:latin typeface="Arial" panose="020B0604020202020204" pitchFamily="34" charset="0"/>
                </a:endParaRPr>
              </a:p>
            </p:txBody>
          </p:sp>
          <p:sp>
            <p:nvSpPr>
              <p:cNvPr id="98455" name="Freeform 151"/>
              <p:cNvSpPr>
                <a:spLocks/>
              </p:cNvSpPr>
              <p:nvPr userDrawn="1"/>
            </p:nvSpPr>
            <p:spPr bwMode="ltGray">
              <a:xfrm>
                <a:off x="235" y="2503"/>
                <a:ext cx="348" cy="1272"/>
              </a:xfrm>
              <a:custGeom>
                <a:avLst/>
                <a:gdLst/>
                <a:ahLst/>
                <a:cxnLst>
                  <a:cxn ang="0">
                    <a:pos x="0" y="0"/>
                  </a:cxn>
                  <a:cxn ang="0">
                    <a:pos x="287" y="582"/>
                  </a:cxn>
                  <a:cxn ang="0">
                    <a:pos x="348" y="1272"/>
                  </a:cxn>
                  <a:cxn ang="0">
                    <a:pos x="54" y="676"/>
                  </a:cxn>
                  <a:cxn ang="0">
                    <a:pos x="0" y="0"/>
                  </a:cxn>
                </a:cxnLst>
                <a:rect l="0" t="0" r="r" b="b"/>
                <a:pathLst>
                  <a:path w="348" h="1272">
                    <a:moveTo>
                      <a:pt x="0" y="0"/>
                    </a:moveTo>
                    <a:lnTo>
                      <a:pt x="287" y="582"/>
                    </a:lnTo>
                    <a:lnTo>
                      <a:pt x="348" y="1272"/>
                    </a:lnTo>
                    <a:lnTo>
                      <a:pt x="54" y="676"/>
                    </a:lnTo>
                    <a:lnTo>
                      <a:pt x="0" y="0"/>
                    </a:lnTo>
                    <a:close/>
                  </a:path>
                </a:pathLst>
              </a:custGeom>
              <a:gradFill rotWithShape="0">
                <a:gsLst>
                  <a:gs pos="0">
                    <a:schemeClr val="bg2"/>
                  </a:gs>
                  <a:gs pos="100000">
                    <a:schemeClr val="bg2">
                      <a:gamma/>
                      <a:shade val="96863"/>
                      <a:invGamma/>
                    </a:schemeClr>
                  </a:gs>
                </a:gsLst>
                <a:lin ang="18900000" scaled="1"/>
              </a:gradFill>
              <a:ln w="9525" cap="flat" cmpd="sng">
                <a:noFill/>
                <a:prstDash val="solid"/>
                <a:round/>
                <a:headEnd type="none" w="med" len="med"/>
                <a:tailEnd type="none" w="med" len="med"/>
              </a:ln>
              <a:effectLst/>
            </p:spPr>
            <p:txBody>
              <a:bodyPr/>
              <a:lstStyle/>
              <a:p>
                <a:pPr fontAlgn="base">
                  <a:spcBef>
                    <a:spcPct val="0"/>
                  </a:spcBef>
                  <a:spcAft>
                    <a:spcPct val="0"/>
                  </a:spcAft>
                  <a:defRPr/>
                </a:pPr>
                <a:endParaRPr lang="tr-TR" sz="1800">
                  <a:solidFill>
                    <a:srgbClr val="FFFFFF"/>
                  </a:solidFill>
                  <a:latin typeface="Tahoma" pitchFamily="34" charset="0"/>
                </a:endParaRPr>
              </a:p>
            </p:txBody>
          </p:sp>
          <p:sp>
            <p:nvSpPr>
              <p:cNvPr id="98456" name="Oval 152"/>
              <p:cNvSpPr>
                <a:spLocks noChangeArrowheads="1"/>
              </p:cNvSpPr>
              <p:nvPr userDrawn="1"/>
            </p:nvSpPr>
            <p:spPr bwMode="ltGray">
              <a:xfrm rot="-1684349">
                <a:off x="296" y="3047"/>
                <a:ext cx="221" cy="174"/>
              </a:xfrm>
              <a:prstGeom prst="ellipse">
                <a:avLst/>
              </a:prstGeom>
              <a:gradFill rotWithShape="0">
                <a:gsLst>
                  <a:gs pos="0">
                    <a:schemeClr val="bg2">
                      <a:gamma/>
                      <a:shade val="90980"/>
                      <a:invGamma/>
                    </a:schemeClr>
                  </a:gs>
                  <a:gs pos="50000">
                    <a:schemeClr val="bg2"/>
                  </a:gs>
                  <a:gs pos="100000">
                    <a:schemeClr val="bg2">
                      <a:gamma/>
                      <a:shade val="90980"/>
                      <a:invGamma/>
                    </a:schemeClr>
                  </a:gs>
                </a:gsLst>
                <a:lin ang="18900000" scaled="1"/>
              </a:gradFill>
              <a:ln w="9525">
                <a:noFill/>
                <a:round/>
                <a:headEnd/>
                <a:tailEnd/>
              </a:ln>
              <a:effectLst/>
            </p:spPr>
            <p:txBody>
              <a:bodyPr/>
              <a:lstStyle/>
              <a:p>
                <a:pPr fontAlgn="base">
                  <a:spcBef>
                    <a:spcPct val="0"/>
                  </a:spcBef>
                  <a:spcAft>
                    <a:spcPct val="0"/>
                  </a:spcAft>
                  <a:defRPr/>
                </a:pPr>
                <a:endParaRPr lang="tr-TR" sz="1800">
                  <a:solidFill>
                    <a:srgbClr val="FFFFFF"/>
                  </a:solidFill>
                  <a:latin typeface="Tahoma" pitchFamily="34" charset="0"/>
                </a:endParaRPr>
              </a:p>
            </p:txBody>
          </p:sp>
        </p:grpSp>
      </p:grpSp>
      <p:sp>
        <p:nvSpPr>
          <p:cNvPr id="98457" name="Rectangle 153"/>
          <p:cNvSpPr>
            <a:spLocks noGrp="1" noRot="1" noChangeArrowheads="1"/>
          </p:cNvSpPr>
          <p:nvPr>
            <p:ph type="title"/>
          </p:nvPr>
        </p:nvSpPr>
        <p:spPr bwMode="auto">
          <a:xfrm>
            <a:off x="402167" y="228600"/>
            <a:ext cx="11387667"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tr-TR"/>
              <a:t>Click to edit Master title style</a:t>
            </a:r>
          </a:p>
        </p:txBody>
      </p:sp>
      <p:sp>
        <p:nvSpPr>
          <p:cNvPr id="98458" name="Rectangle 154"/>
          <p:cNvSpPr>
            <a:spLocks noGrp="1" noChangeArrowheads="1"/>
          </p:cNvSpPr>
          <p:nvPr>
            <p:ph type="dt" sz="half" idx="2"/>
          </p:nvPr>
        </p:nvSpPr>
        <p:spPr bwMode="auto">
          <a:xfrm>
            <a:off x="402167" y="6245225"/>
            <a:ext cx="3052233"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000">
                <a:solidFill>
                  <a:schemeClr val="tx1"/>
                </a:solidFill>
                <a:latin typeface="Arial" charset="0"/>
              </a:defRPr>
            </a:lvl1pPr>
          </a:lstStyle>
          <a:p>
            <a:pPr fontAlgn="base">
              <a:spcBef>
                <a:spcPct val="0"/>
              </a:spcBef>
              <a:spcAft>
                <a:spcPct val="0"/>
              </a:spcAft>
              <a:defRPr/>
            </a:pPr>
            <a:fld id="{16CAE498-DD1D-415A-8C1C-35469E870CAF}" type="datetime1">
              <a:rPr lang="tr-TR" smtClean="0">
                <a:solidFill>
                  <a:srgbClr val="FFFFFF"/>
                </a:solidFill>
              </a:rPr>
              <a:t>11.05.2020</a:t>
            </a:fld>
            <a:endParaRPr lang="tr-TR">
              <a:solidFill>
                <a:srgbClr val="FFFFFF"/>
              </a:solidFill>
            </a:endParaRPr>
          </a:p>
        </p:txBody>
      </p:sp>
      <p:sp>
        <p:nvSpPr>
          <p:cNvPr id="98459" name="Rectangle 155"/>
          <p:cNvSpPr>
            <a:spLocks noGrp="1" noChangeArrowheads="1"/>
          </p:cNvSpPr>
          <p:nvPr>
            <p:ph type="ftr" sz="quarter" idx="3"/>
          </p:nvPr>
        </p:nvSpPr>
        <p:spPr bwMode="auto">
          <a:xfrm>
            <a:off x="4165600" y="6245225"/>
            <a:ext cx="3860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000">
                <a:solidFill>
                  <a:schemeClr val="tx1"/>
                </a:solidFill>
                <a:latin typeface="Arial" charset="0"/>
              </a:defRPr>
            </a:lvl1pPr>
          </a:lstStyle>
          <a:p>
            <a:pPr fontAlgn="base">
              <a:spcBef>
                <a:spcPct val="0"/>
              </a:spcBef>
              <a:spcAft>
                <a:spcPct val="0"/>
              </a:spcAft>
              <a:defRPr/>
            </a:pPr>
            <a:endParaRPr lang="tr-TR">
              <a:solidFill>
                <a:srgbClr val="FFFFFF"/>
              </a:solidFill>
            </a:endParaRPr>
          </a:p>
        </p:txBody>
      </p:sp>
      <p:sp>
        <p:nvSpPr>
          <p:cNvPr id="98460" name="Rectangle 156"/>
          <p:cNvSpPr>
            <a:spLocks noGrp="1" noChangeArrowheads="1"/>
          </p:cNvSpPr>
          <p:nvPr>
            <p:ph type="sldNum" sz="quarter" idx="4"/>
          </p:nvPr>
        </p:nvSpPr>
        <p:spPr bwMode="auto">
          <a:xfrm>
            <a:off x="8737601" y="6245225"/>
            <a:ext cx="3052233"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a:solidFill>
                  <a:schemeClr val="tx1"/>
                </a:solidFill>
              </a:defRPr>
            </a:lvl1pPr>
          </a:lstStyle>
          <a:p>
            <a:pPr fontAlgn="base">
              <a:spcBef>
                <a:spcPct val="0"/>
              </a:spcBef>
              <a:spcAft>
                <a:spcPct val="0"/>
              </a:spcAft>
              <a:defRPr/>
            </a:pPr>
            <a:fld id="{7CCE1FA2-129A-4228-AD95-E0E7FC92CB3B}" type="slidenum">
              <a:rPr lang="tr-TR">
                <a:solidFill>
                  <a:srgbClr val="FFFFFF"/>
                </a:solidFill>
                <a:latin typeface="Arial" panose="020B0604020202020204" pitchFamily="34" charset="0"/>
              </a:rPr>
              <a:pPr fontAlgn="base">
                <a:spcBef>
                  <a:spcPct val="0"/>
                </a:spcBef>
                <a:spcAft>
                  <a:spcPct val="0"/>
                </a:spcAft>
                <a:defRPr/>
              </a:pPr>
              <a:t>‹#›</a:t>
            </a:fld>
            <a:endParaRPr lang="tr-TR">
              <a:solidFill>
                <a:srgbClr val="FFFFFF"/>
              </a:solidFill>
              <a:latin typeface="Arial" panose="020B0604020202020204" pitchFamily="34" charset="0"/>
            </a:endParaRPr>
          </a:p>
        </p:txBody>
      </p:sp>
      <p:sp>
        <p:nvSpPr>
          <p:cNvPr id="98461" name="Rectangle 157"/>
          <p:cNvSpPr>
            <a:spLocks noGrp="1" noRot="1" noChangeArrowheads="1"/>
          </p:cNvSpPr>
          <p:nvPr>
            <p:ph type="body" idx="1"/>
          </p:nvPr>
        </p:nvSpPr>
        <p:spPr bwMode="auto">
          <a:xfrm>
            <a:off x="402167" y="1600200"/>
            <a:ext cx="11387667" cy="44989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tr-TR"/>
              <a:t>Click to edit Master text styles</a:t>
            </a:r>
          </a:p>
          <a:p>
            <a:pPr lvl="1"/>
            <a:r>
              <a:rPr lang="tr-TR"/>
              <a:t>Second level</a:t>
            </a:r>
          </a:p>
          <a:p>
            <a:pPr lvl="2"/>
            <a:r>
              <a:rPr lang="tr-TR"/>
              <a:t>Third level</a:t>
            </a:r>
          </a:p>
          <a:p>
            <a:pPr lvl="3"/>
            <a:r>
              <a:rPr lang="tr-TR"/>
              <a:t>Fourth level</a:t>
            </a:r>
          </a:p>
          <a:p>
            <a:pPr lvl="4"/>
            <a:r>
              <a:rPr lang="tr-TR"/>
              <a:t>Fifth level</a:t>
            </a:r>
          </a:p>
        </p:txBody>
      </p:sp>
    </p:spTree>
    <p:extLst>
      <p:ext uri="{BB962C8B-B14F-4D97-AF65-F5344CB8AC3E}">
        <p14:creationId xmlns:p14="http://schemas.microsoft.com/office/powerpoint/2010/main" val="1312484243"/>
      </p:ext>
    </p:extLst>
  </p:cSld>
  <p:clrMap bg1="dk2" tx1="lt1" bg2="dk1"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ransition spd="med" advClick="0" advTm="1000">
    <p:split/>
  </p:transition>
  <p:hf hdr="0" ftr="0"/>
  <p:txStyles>
    <p:title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Calibri" pitchFamily="34"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Calibri" pitchFamily="34"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Calibri" pitchFamily="34"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Calibri" pitchFamily="34"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Tahoma" pitchFamily="34"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Tahoma" pitchFamily="34"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Tahoma" pitchFamily="34"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Tahoma" pitchFamily="34" charset="0"/>
        </a:defRPr>
      </a:lvl9pPr>
    </p:titleStyle>
    <p:bodyStyle>
      <a:lvl1pPr marL="342900" indent="-342900" algn="l" rtl="0" eaLnBrk="0" fontAlgn="base" hangingPunct="0">
        <a:spcBef>
          <a:spcPct val="20000"/>
        </a:spcBef>
        <a:spcAft>
          <a:spcPct val="0"/>
        </a:spcAft>
        <a:buClr>
          <a:schemeClr val="hlink"/>
        </a:buClr>
        <a:buSzPct val="80000"/>
        <a:buFont typeface="Arial" panose="020B0604020202020204" pitchFamily="34" charset="0"/>
        <a:buChar char="►"/>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Font typeface="Wingdings" panose="05000000000000000000" pitchFamily="2" charset="2"/>
        <a:buChar char="§"/>
        <a:defRPr sz="2800">
          <a:solidFill>
            <a:schemeClr val="tx1"/>
          </a:solidFill>
          <a:effectLst>
            <a:outerShdw blurRad="38100" dist="38100" dir="2700000" algn="tl">
              <a:srgbClr val="000000"/>
            </a:outerShdw>
          </a:effectLst>
          <a:latin typeface="+mn-lt"/>
        </a:defRPr>
      </a:lvl2pPr>
      <a:lvl3pPr marL="1143000" indent="-228600" algn="l" rtl="0" eaLnBrk="0" fontAlgn="base" hangingPunct="0">
        <a:spcBef>
          <a:spcPct val="20000"/>
        </a:spcBef>
        <a:spcAft>
          <a:spcPct val="0"/>
        </a:spcAft>
        <a:buClr>
          <a:schemeClr val="hlink"/>
        </a:buClr>
        <a:buSzPct val="80000"/>
        <a:buFont typeface="Arial" panose="020B0604020202020204" pitchFamily="34" charset="0"/>
        <a:buChar char="►"/>
        <a:defRPr sz="2400">
          <a:solidFill>
            <a:schemeClr val="tx1"/>
          </a:solidFill>
          <a:effectLst>
            <a:outerShdw blurRad="38100" dist="38100" dir="2700000" algn="tl">
              <a:srgbClr val="000000"/>
            </a:outerShdw>
          </a:effectLst>
          <a:latin typeface="+mn-lt"/>
        </a:defRPr>
      </a:lvl3pPr>
      <a:lvl4pPr marL="16002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effectLst>
            <a:outerShdw blurRad="38100" dist="38100" dir="2700000" algn="tl">
              <a:srgbClr val="000000"/>
            </a:outerShdw>
          </a:effectLst>
          <a:latin typeface="+mn-lt"/>
        </a:defRPr>
      </a:lvl4pPr>
      <a:lvl5pPr marL="2057400" indent="-228600" algn="l" rtl="0" eaLnBrk="0" fontAlgn="base" hangingPunct="0">
        <a:spcBef>
          <a:spcPct val="20000"/>
        </a:spcBef>
        <a:spcAft>
          <a:spcPct val="0"/>
        </a:spcAft>
        <a:buClr>
          <a:schemeClr val="hlink"/>
        </a:buClr>
        <a:buSzPct val="80000"/>
        <a:buFont typeface="Arial" panose="020B0604020202020204" pitchFamily="34" charset="0"/>
        <a:buChar char="►"/>
        <a:defRPr sz="2000">
          <a:solidFill>
            <a:schemeClr val="tx1"/>
          </a:solidFill>
          <a:effectLst>
            <a:outerShdw blurRad="38100" dist="38100" dir="2700000" algn="tl">
              <a:srgbClr val="000000"/>
            </a:outerShdw>
          </a:effectLst>
          <a:latin typeface="+mn-lt"/>
        </a:defRPr>
      </a:lvl5pPr>
      <a:lvl6pPr marL="2514600" indent="-228600" algn="l" rtl="0" fontAlgn="base">
        <a:spcBef>
          <a:spcPct val="20000"/>
        </a:spcBef>
        <a:spcAft>
          <a:spcPct val="0"/>
        </a:spcAft>
        <a:buClr>
          <a:schemeClr val="hlink"/>
        </a:buClr>
        <a:buSzPct val="80000"/>
        <a:buFont typeface="Arial" charset="0"/>
        <a:buChar char="►"/>
        <a:defRPr sz="2000">
          <a:solidFill>
            <a:schemeClr val="tx1"/>
          </a:solidFill>
          <a:effectLst>
            <a:outerShdw blurRad="38100" dist="38100" dir="2700000" algn="tl">
              <a:srgbClr val="000000"/>
            </a:outerShdw>
          </a:effectLst>
          <a:latin typeface="+mn-lt"/>
        </a:defRPr>
      </a:lvl6pPr>
      <a:lvl7pPr marL="2971800" indent="-228600" algn="l" rtl="0" fontAlgn="base">
        <a:spcBef>
          <a:spcPct val="20000"/>
        </a:spcBef>
        <a:spcAft>
          <a:spcPct val="0"/>
        </a:spcAft>
        <a:buClr>
          <a:schemeClr val="hlink"/>
        </a:buClr>
        <a:buSzPct val="80000"/>
        <a:buFont typeface="Arial" charset="0"/>
        <a:buChar char="►"/>
        <a:defRPr sz="2000">
          <a:solidFill>
            <a:schemeClr val="tx1"/>
          </a:solidFill>
          <a:effectLst>
            <a:outerShdw blurRad="38100" dist="38100" dir="2700000" algn="tl">
              <a:srgbClr val="000000"/>
            </a:outerShdw>
          </a:effectLst>
          <a:latin typeface="+mn-lt"/>
        </a:defRPr>
      </a:lvl7pPr>
      <a:lvl8pPr marL="3429000" indent="-228600" algn="l" rtl="0" fontAlgn="base">
        <a:spcBef>
          <a:spcPct val="20000"/>
        </a:spcBef>
        <a:spcAft>
          <a:spcPct val="0"/>
        </a:spcAft>
        <a:buClr>
          <a:schemeClr val="hlink"/>
        </a:buClr>
        <a:buSzPct val="80000"/>
        <a:buFont typeface="Arial" charset="0"/>
        <a:buChar char="►"/>
        <a:defRPr sz="2000">
          <a:solidFill>
            <a:schemeClr val="tx1"/>
          </a:solidFill>
          <a:effectLst>
            <a:outerShdw blurRad="38100" dist="38100" dir="2700000" algn="tl">
              <a:srgbClr val="000000"/>
            </a:outerShdw>
          </a:effectLst>
          <a:latin typeface="+mn-lt"/>
        </a:defRPr>
      </a:lvl8pPr>
      <a:lvl9pPr marL="3886200" indent="-228600" algn="l" rtl="0" fontAlgn="base">
        <a:spcBef>
          <a:spcPct val="20000"/>
        </a:spcBef>
        <a:spcAft>
          <a:spcPct val="0"/>
        </a:spcAft>
        <a:buClr>
          <a:schemeClr val="hlink"/>
        </a:buClr>
        <a:buSzPct val="80000"/>
        <a:buFont typeface="Arial" charset="0"/>
        <a:buChar char="►"/>
        <a:defRPr sz="2000">
          <a:solidFill>
            <a:schemeClr val="tx1"/>
          </a:solidFill>
          <a:effectLst>
            <a:outerShdw blurRad="38100" dist="38100" dir="2700000" algn="tl">
              <a:srgbClr val="000000"/>
            </a:outerShdw>
          </a:effectLst>
          <a:latin typeface="+mn-lt"/>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youtube.com/watch?v=UI6lqHOVHic"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hyperlink" Target="http://lh5.ggpht.com/_5QKEM59gBEw/Sxt8HmVj8_I/AAAAAAAAALE/lrLaLcELJwI/s1600-h/image11.png" TargetMode="Externa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hyperlink" Target="http://lh4.ggpht.com/_5QKEM59gBEw/Sxt8IuNWZlI/AAAAAAAAALM/7KrGpWLYCdw/s1600-h/image16.png"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hyperlink" Target="http://staruml.io/download" TargetMode="External"/><Relationship Id="rId2" Type="http://schemas.openxmlformats.org/officeDocument/2006/relationships/hyperlink" Target="https://www.lucidchart.com/" TargetMode="Externa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Dikdörtgen"/>
          <p:cNvSpPr/>
          <p:nvPr/>
        </p:nvSpPr>
        <p:spPr>
          <a:xfrm>
            <a:off x="644769" y="2159880"/>
            <a:ext cx="10902462" cy="3194721"/>
          </a:xfrm>
          <a:prstGeom prst="rect">
            <a:avLst/>
          </a:prstGeom>
          <a:noFill/>
        </p:spPr>
        <p:txBody>
          <a:bodyPr wrap="squar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lnSpc>
                <a:spcPct val="90000"/>
              </a:lnSpc>
              <a:spcBef>
                <a:spcPct val="0"/>
              </a:spcBef>
              <a:spcAft>
                <a:spcPct val="0"/>
              </a:spcAft>
              <a:defRPr/>
            </a:pPr>
            <a:r>
              <a:rPr lang="tr-TR" sz="2800" b="1" spc="50" dirty="0">
                <a:ln w="11430"/>
                <a:gradFill>
                  <a:gsLst>
                    <a:gs pos="25000">
                      <a:srgbClr val="9383B3">
                        <a:satMod val="155000"/>
                      </a:srgbClr>
                    </a:gs>
                    <a:gs pos="100000">
                      <a:srgbClr val="9383B3">
                        <a:shade val="45000"/>
                        <a:satMod val="165000"/>
                      </a:srgbClr>
                    </a:gs>
                  </a:gsLst>
                  <a:lin ang="5400000"/>
                </a:gradFill>
                <a:effectLst>
                  <a:outerShdw blurRad="76200" dist="50800" dir="5400000" algn="tl" rotWithShape="0">
                    <a:srgbClr val="000000">
                      <a:alpha val="65000"/>
                    </a:srgbClr>
                  </a:outerShdw>
                </a:effectLst>
                <a:latin typeface="Tahoma" pitchFamily="34" charset="0"/>
              </a:rPr>
              <a:t>Sakarya Üniversitesi</a:t>
            </a:r>
          </a:p>
          <a:p>
            <a:pPr algn="ctr" fontAlgn="base">
              <a:lnSpc>
                <a:spcPct val="90000"/>
              </a:lnSpc>
              <a:spcBef>
                <a:spcPct val="0"/>
              </a:spcBef>
              <a:spcAft>
                <a:spcPct val="0"/>
              </a:spcAft>
              <a:defRPr/>
            </a:pPr>
            <a:r>
              <a:rPr lang="tr-TR" sz="2800" b="1" spc="50" dirty="0">
                <a:ln w="11430"/>
                <a:gradFill>
                  <a:gsLst>
                    <a:gs pos="25000">
                      <a:srgbClr val="9383B3">
                        <a:satMod val="155000"/>
                      </a:srgbClr>
                    </a:gs>
                    <a:gs pos="100000">
                      <a:srgbClr val="9383B3">
                        <a:shade val="45000"/>
                        <a:satMod val="165000"/>
                      </a:srgbClr>
                    </a:gs>
                  </a:gsLst>
                  <a:lin ang="5400000"/>
                </a:gradFill>
                <a:effectLst>
                  <a:outerShdw blurRad="76200" dist="50800" dir="5400000" algn="tl" rotWithShape="0">
                    <a:srgbClr val="000000">
                      <a:alpha val="65000"/>
                    </a:srgbClr>
                  </a:outerShdw>
                </a:effectLst>
                <a:latin typeface="Tahoma" pitchFamily="34" charset="0"/>
              </a:rPr>
              <a:t>Bilgisayar ve Bilişim Bilimleri Fakültesi</a:t>
            </a:r>
          </a:p>
          <a:p>
            <a:pPr algn="ctr" fontAlgn="base">
              <a:lnSpc>
                <a:spcPct val="90000"/>
              </a:lnSpc>
              <a:spcBef>
                <a:spcPct val="0"/>
              </a:spcBef>
              <a:spcAft>
                <a:spcPct val="0"/>
              </a:spcAft>
              <a:defRPr/>
            </a:pPr>
            <a:r>
              <a:rPr lang="tr-TR" sz="2800" b="1" spc="50" dirty="0">
                <a:ln w="11430"/>
                <a:gradFill>
                  <a:gsLst>
                    <a:gs pos="25000">
                      <a:srgbClr val="9383B3">
                        <a:satMod val="155000"/>
                      </a:srgbClr>
                    </a:gs>
                    <a:gs pos="100000">
                      <a:srgbClr val="9383B3">
                        <a:shade val="45000"/>
                        <a:satMod val="165000"/>
                      </a:srgbClr>
                    </a:gs>
                  </a:gsLst>
                  <a:lin ang="5400000"/>
                </a:gradFill>
                <a:effectLst>
                  <a:outerShdw blurRad="76200" dist="50800" dir="5400000" algn="tl" rotWithShape="0">
                    <a:srgbClr val="000000">
                      <a:alpha val="65000"/>
                    </a:srgbClr>
                  </a:outerShdw>
                </a:effectLst>
                <a:latin typeface="Tahoma" pitchFamily="34" charset="0"/>
              </a:rPr>
              <a:t>Bilgisayar Mühendisliği</a:t>
            </a:r>
          </a:p>
          <a:p>
            <a:pPr algn="ctr" fontAlgn="base">
              <a:lnSpc>
                <a:spcPct val="90000"/>
              </a:lnSpc>
              <a:spcBef>
                <a:spcPct val="0"/>
              </a:spcBef>
              <a:spcAft>
                <a:spcPct val="0"/>
              </a:spcAft>
              <a:defRPr/>
            </a:pPr>
            <a:endParaRPr lang="tr-TR" sz="2800" b="1" spc="50" dirty="0">
              <a:ln w="11430"/>
              <a:gradFill>
                <a:gsLst>
                  <a:gs pos="25000">
                    <a:srgbClr val="9383B3">
                      <a:satMod val="155000"/>
                    </a:srgbClr>
                  </a:gs>
                  <a:gs pos="100000">
                    <a:srgbClr val="9383B3">
                      <a:shade val="45000"/>
                      <a:satMod val="165000"/>
                    </a:srgbClr>
                  </a:gs>
                </a:gsLst>
                <a:lin ang="5400000"/>
              </a:gradFill>
              <a:effectLst>
                <a:outerShdw blurRad="76200" dist="50800" dir="5400000" algn="tl" rotWithShape="0">
                  <a:srgbClr val="000000">
                    <a:alpha val="65000"/>
                  </a:srgbClr>
                </a:outerShdw>
              </a:effectLst>
              <a:latin typeface="Tahoma" pitchFamily="34" charset="0"/>
            </a:endParaRPr>
          </a:p>
          <a:p>
            <a:pPr algn="ctr" fontAlgn="base">
              <a:lnSpc>
                <a:spcPct val="90000"/>
              </a:lnSpc>
              <a:spcBef>
                <a:spcPct val="0"/>
              </a:spcBef>
              <a:spcAft>
                <a:spcPct val="0"/>
              </a:spcAft>
              <a:defRPr/>
            </a:pPr>
            <a:r>
              <a:rPr lang="tr-TR" sz="2800" b="1" spc="50" dirty="0">
                <a:ln w="11430"/>
                <a:gradFill>
                  <a:gsLst>
                    <a:gs pos="25000">
                      <a:srgbClr val="9383B3">
                        <a:satMod val="155000"/>
                      </a:srgbClr>
                    </a:gs>
                    <a:gs pos="100000">
                      <a:srgbClr val="9383B3">
                        <a:shade val="45000"/>
                        <a:satMod val="165000"/>
                      </a:srgbClr>
                    </a:gs>
                  </a:gsLst>
                  <a:lin ang="5400000"/>
                </a:gradFill>
                <a:effectLst>
                  <a:outerShdw blurRad="76200" dist="50800" dir="5400000" algn="tl" rotWithShape="0">
                    <a:srgbClr val="000000">
                      <a:alpha val="65000"/>
                    </a:srgbClr>
                  </a:outerShdw>
                </a:effectLst>
                <a:latin typeface="Tahoma" pitchFamily="34" charset="0"/>
              </a:rPr>
              <a:t>Prof. Dr. Ümit Kocabıçak</a:t>
            </a:r>
          </a:p>
          <a:p>
            <a:pPr algn="ctr" fontAlgn="base">
              <a:lnSpc>
                <a:spcPct val="90000"/>
              </a:lnSpc>
              <a:spcBef>
                <a:spcPct val="0"/>
              </a:spcBef>
              <a:spcAft>
                <a:spcPct val="0"/>
              </a:spcAft>
              <a:defRPr/>
            </a:pPr>
            <a:r>
              <a:rPr lang="tr-TR" sz="2800" b="1" spc="50" dirty="0">
                <a:ln w="11430"/>
                <a:gradFill>
                  <a:gsLst>
                    <a:gs pos="25000">
                      <a:srgbClr val="9383B3">
                        <a:satMod val="155000"/>
                      </a:srgbClr>
                    </a:gs>
                    <a:gs pos="100000">
                      <a:srgbClr val="9383B3">
                        <a:shade val="45000"/>
                        <a:satMod val="165000"/>
                      </a:srgbClr>
                    </a:gs>
                  </a:gsLst>
                  <a:lin ang="5400000"/>
                </a:gradFill>
                <a:effectLst>
                  <a:outerShdw blurRad="76200" dist="50800" dir="5400000" algn="tl" rotWithShape="0">
                    <a:srgbClr val="000000">
                      <a:alpha val="65000"/>
                    </a:srgbClr>
                  </a:outerShdw>
                </a:effectLst>
                <a:latin typeface="Tahoma" pitchFamily="34" charset="0"/>
              </a:rPr>
              <a:t>Prof. Dr. Cemil Öz</a:t>
            </a:r>
          </a:p>
          <a:p>
            <a:pPr algn="ctr" fontAlgn="base">
              <a:lnSpc>
                <a:spcPct val="90000"/>
              </a:lnSpc>
              <a:spcBef>
                <a:spcPct val="0"/>
              </a:spcBef>
              <a:spcAft>
                <a:spcPct val="0"/>
              </a:spcAft>
              <a:defRPr/>
            </a:pPr>
            <a:endParaRPr lang="tr-TR" sz="2800" b="1" spc="50" dirty="0">
              <a:ln w="11430"/>
              <a:gradFill>
                <a:gsLst>
                  <a:gs pos="25000">
                    <a:srgbClr val="9383B3">
                      <a:satMod val="155000"/>
                    </a:srgbClr>
                  </a:gs>
                  <a:gs pos="100000">
                    <a:srgbClr val="9383B3">
                      <a:shade val="45000"/>
                      <a:satMod val="165000"/>
                    </a:srgbClr>
                  </a:gs>
                </a:gsLst>
                <a:lin ang="5400000"/>
              </a:gradFill>
              <a:effectLst>
                <a:outerShdw blurRad="76200" dist="50800" dir="5400000" algn="tl" rotWithShape="0">
                  <a:srgbClr val="000000">
                    <a:alpha val="65000"/>
                  </a:srgbClr>
                </a:outerShdw>
              </a:effectLst>
              <a:latin typeface="Tahoma" pitchFamily="34" charset="0"/>
            </a:endParaRPr>
          </a:p>
          <a:p>
            <a:pPr algn="ctr" fontAlgn="base">
              <a:lnSpc>
                <a:spcPct val="90000"/>
              </a:lnSpc>
              <a:spcBef>
                <a:spcPct val="0"/>
              </a:spcBef>
              <a:spcAft>
                <a:spcPct val="0"/>
              </a:spcAft>
              <a:defRPr/>
            </a:pPr>
            <a:r>
              <a:rPr lang="tr-TR" sz="2800" b="1" spc="50" dirty="0">
                <a:ln w="11430"/>
                <a:gradFill>
                  <a:gsLst>
                    <a:gs pos="25000">
                      <a:srgbClr val="9383B3">
                        <a:satMod val="155000"/>
                      </a:srgbClr>
                    </a:gs>
                    <a:gs pos="100000">
                      <a:srgbClr val="9383B3">
                        <a:shade val="45000"/>
                        <a:satMod val="165000"/>
                      </a:srgbClr>
                    </a:gs>
                  </a:gsLst>
                  <a:lin ang="5400000"/>
                </a:gradFill>
                <a:effectLst>
                  <a:outerShdw blurRad="76200" dist="50800" dir="5400000" algn="tl" rotWithShape="0">
                    <a:srgbClr val="000000">
                      <a:alpha val="65000"/>
                    </a:srgbClr>
                  </a:outerShdw>
                </a:effectLst>
                <a:latin typeface="Tahoma" pitchFamily="34" charset="0"/>
              </a:rPr>
              <a:t>11. HAFTA</a:t>
            </a:r>
          </a:p>
        </p:txBody>
      </p:sp>
      <p:sp>
        <p:nvSpPr>
          <p:cNvPr id="10" name="9 Dikdörtgen"/>
          <p:cNvSpPr/>
          <p:nvPr/>
        </p:nvSpPr>
        <p:spPr>
          <a:xfrm>
            <a:off x="1809720" y="335839"/>
            <a:ext cx="8572560" cy="1588127"/>
          </a:xfrm>
          <a:prstGeom prst="rect">
            <a:avLst/>
          </a:prstGeom>
          <a:noFill/>
        </p:spPr>
        <p:txBody>
          <a:bodyPr>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lnSpc>
                <a:spcPct val="90000"/>
              </a:lnSpc>
              <a:spcBef>
                <a:spcPct val="0"/>
              </a:spcBef>
              <a:spcAft>
                <a:spcPct val="0"/>
              </a:spcAft>
              <a:defRPr/>
            </a:pPr>
            <a:r>
              <a:rPr lang="tr-TR" sz="5400" b="1" spc="50" dirty="0">
                <a:ln w="11430"/>
                <a:gradFill>
                  <a:gsLst>
                    <a:gs pos="25000">
                      <a:srgbClr val="9383B3">
                        <a:satMod val="155000"/>
                      </a:srgbClr>
                    </a:gs>
                    <a:gs pos="100000">
                      <a:srgbClr val="9383B3">
                        <a:shade val="45000"/>
                        <a:satMod val="165000"/>
                      </a:srgbClr>
                    </a:gs>
                  </a:gsLst>
                  <a:lin ang="5400000"/>
                </a:gradFill>
                <a:effectLst>
                  <a:outerShdw blurRad="76200" dist="50800" dir="5400000" algn="tl" rotWithShape="0">
                    <a:srgbClr val="000000">
                      <a:alpha val="65000"/>
                    </a:srgbClr>
                  </a:outerShdw>
                </a:effectLst>
                <a:latin typeface="Tahoma" pitchFamily="34" charset="0"/>
              </a:rPr>
              <a:t>Nesneye Dayalı Programlama</a:t>
            </a:r>
          </a:p>
        </p:txBody>
      </p:sp>
      <p:sp>
        <p:nvSpPr>
          <p:cNvPr id="2" name="Dikdörtgen 1">
            <a:extLst>
              <a:ext uri="{FF2B5EF4-FFF2-40B4-BE49-F238E27FC236}">
                <a16:creationId xmlns:a16="http://schemas.microsoft.com/office/drawing/2014/main" id="{6754B1C6-243A-43B4-BDC6-37D8147301FA}"/>
              </a:ext>
            </a:extLst>
          </p:cNvPr>
          <p:cNvSpPr/>
          <p:nvPr/>
        </p:nvSpPr>
        <p:spPr>
          <a:xfrm>
            <a:off x="3516097" y="6152829"/>
            <a:ext cx="4878451" cy="369332"/>
          </a:xfrm>
          <a:prstGeom prst="rect">
            <a:avLst/>
          </a:prstGeom>
        </p:spPr>
        <p:txBody>
          <a:bodyPr wrap="none">
            <a:spAutoFit/>
          </a:bodyPr>
          <a:lstStyle/>
          <a:p>
            <a:r>
              <a:rPr lang="tr-TR" dirty="0">
                <a:hlinkClick r:id="rId3"/>
              </a:rPr>
              <a:t>https://www.youtube.com/watch?v=UI6lqHOVHic</a:t>
            </a:r>
            <a:endParaRPr lang="tr-TR" dirty="0"/>
          </a:p>
        </p:txBody>
      </p:sp>
    </p:spTree>
    <p:extLst>
      <p:ext uri="{BB962C8B-B14F-4D97-AF65-F5344CB8AC3E}">
        <p14:creationId xmlns:p14="http://schemas.microsoft.com/office/powerpoint/2010/main" val="1356132548"/>
      </p:ext>
    </p:extLst>
  </p:cSld>
  <p:clrMapOvr>
    <a:masterClrMapping/>
  </p:clrMapOvr>
  <p:transition spd="med" advClick="0" advTm="1000">
    <p:spli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Rot="1" noChangeArrowheads="1"/>
          </p:cNvSpPr>
          <p:nvPr>
            <p:ph type="title"/>
          </p:nvPr>
        </p:nvSpPr>
        <p:spPr>
          <a:xfrm>
            <a:off x="335905" y="294860"/>
            <a:ext cx="11387667" cy="1143000"/>
          </a:xfrm>
          <a:noFill/>
          <a:extLst>
            <a:ext uri="{909E8E84-426E-40dd-AFC4-6F175D3DCCD1}">
              <a14:hiddenFill xmlns:a14="http://schemas.microsoft.com/office/drawing/2010/main" xmlns="">
                <a:solidFill>
                  <a:srgbClr val="FFFFFF"/>
                </a:solidFill>
              </a14:hiddenFill>
            </a:ext>
          </a:extLst>
        </p:spPr>
        <p:txBody>
          <a:bodyPr/>
          <a:lstStyle/>
          <a:p>
            <a:r>
              <a:rPr lang="tr-TR" altLang="tr-TR" dirty="0">
                <a:effectLst/>
                <a:latin typeface="Arial" panose="020B0604020202020204" pitchFamily="34" charset="0"/>
              </a:rPr>
              <a:t>11. Hafta İçeriği</a:t>
            </a:r>
          </a:p>
        </p:txBody>
      </p:sp>
      <p:sp>
        <p:nvSpPr>
          <p:cNvPr id="34819" name="Rectangle 3"/>
          <p:cNvSpPr>
            <a:spLocks noGrp="1" noRot="1" noChangeArrowheads="1"/>
          </p:cNvSpPr>
          <p:nvPr>
            <p:ph idx="1"/>
          </p:nvPr>
        </p:nvSpPr>
        <p:spPr>
          <a:xfrm>
            <a:off x="556591" y="1616765"/>
            <a:ext cx="9433570" cy="4878164"/>
          </a:xfrm>
          <a:noFill/>
          <a:extLst>
            <a:ext uri="{909E8E84-426E-40dd-AFC4-6F175D3DCCD1}">
              <a14:hiddenFill xmlns:a14="http://schemas.microsoft.com/office/drawing/2010/main" xmlns="">
                <a:solidFill>
                  <a:srgbClr val="FFFFFF"/>
                </a:solidFill>
              </a14:hiddenFill>
            </a:ext>
          </a:extLst>
        </p:spPr>
        <p:txBody>
          <a:bodyPr/>
          <a:lstStyle/>
          <a:p>
            <a:r>
              <a:rPr lang="tr-TR" dirty="0">
                <a:effectLst/>
                <a:latin typeface="American Typewriter"/>
                <a:cs typeface="American Typewriter"/>
              </a:rPr>
              <a:t>Modelleme Nedir?</a:t>
            </a:r>
          </a:p>
          <a:p>
            <a:pPr lvl="1"/>
            <a:r>
              <a:rPr lang="tr-TR" dirty="0">
                <a:effectLst/>
                <a:latin typeface="American Typewriter"/>
                <a:cs typeface="American Typewriter"/>
              </a:rPr>
              <a:t>Avantajları</a:t>
            </a:r>
          </a:p>
          <a:p>
            <a:r>
              <a:rPr lang="tr-TR" dirty="0">
                <a:effectLst/>
                <a:latin typeface="American Typewriter"/>
                <a:cs typeface="American Typewriter"/>
              </a:rPr>
              <a:t>UML </a:t>
            </a:r>
            <a:r>
              <a:rPr lang="tr-TR">
                <a:effectLst/>
                <a:latin typeface="American Typewriter"/>
                <a:cs typeface="American Typewriter"/>
              </a:rPr>
              <a:t>Nedir?</a:t>
            </a:r>
          </a:p>
          <a:p>
            <a:r>
              <a:rPr lang="tr-TR">
                <a:effectLst/>
                <a:latin typeface="American Typewriter"/>
                <a:cs typeface="American Typewriter"/>
              </a:rPr>
              <a:t> </a:t>
            </a:r>
            <a:r>
              <a:rPr lang="tr-TR" altLang="tr-TR" dirty="0">
                <a:effectLst/>
                <a:latin typeface="American Typewriter"/>
                <a:cs typeface="American Typewriter"/>
              </a:rPr>
              <a:t>Sınıf Diyagramları</a:t>
            </a:r>
          </a:p>
          <a:p>
            <a:pPr>
              <a:lnSpc>
                <a:spcPct val="90000"/>
              </a:lnSpc>
            </a:pPr>
            <a:r>
              <a:rPr lang="tr-TR" altLang="tr-TR" dirty="0">
                <a:effectLst/>
                <a:latin typeface="American Typewriter"/>
                <a:cs typeface="American Typewriter"/>
              </a:rPr>
              <a:t>Kullanım Senaryasu Diyagramları (Use Case)</a:t>
            </a:r>
          </a:p>
          <a:p>
            <a:pPr>
              <a:lnSpc>
                <a:spcPct val="90000"/>
              </a:lnSpc>
            </a:pPr>
            <a:endParaRPr lang="tr-TR" altLang="tr-TR" dirty="0">
              <a:effectLst/>
              <a:latin typeface="American Typewriter"/>
              <a:cs typeface="American Typewriter"/>
            </a:endParaRPr>
          </a:p>
        </p:txBody>
      </p:sp>
      <p:sp>
        <p:nvSpPr>
          <p:cNvPr id="2" name="Veri Yer Tutucusu 1"/>
          <p:cNvSpPr>
            <a:spLocks noGrp="1"/>
          </p:cNvSpPr>
          <p:nvPr>
            <p:ph type="dt" sz="half" idx="10"/>
          </p:nvPr>
        </p:nvSpPr>
        <p:spPr/>
        <p:txBody>
          <a:bodyPr/>
          <a:lstStyle/>
          <a:p>
            <a:pPr>
              <a:defRPr/>
            </a:pPr>
            <a:fld id="{5F57676C-642F-4623-98ED-A064C79F1E0D}" type="datetime1">
              <a:rPr lang="tr-TR" smtClean="0">
                <a:solidFill>
                  <a:srgbClr val="FFFFFF"/>
                </a:solidFill>
              </a:rPr>
              <a:t>11.05.2020</a:t>
            </a:fld>
            <a:endParaRPr lang="tr-TR">
              <a:solidFill>
                <a:srgbClr val="FFFFFF"/>
              </a:solidFill>
            </a:endParaRPr>
          </a:p>
        </p:txBody>
      </p:sp>
      <p:sp>
        <p:nvSpPr>
          <p:cNvPr id="3" name="Slayt Numarası Yer Tutucusu 2"/>
          <p:cNvSpPr>
            <a:spLocks noGrp="1"/>
          </p:cNvSpPr>
          <p:nvPr>
            <p:ph type="sldNum" sz="quarter" idx="12"/>
          </p:nvPr>
        </p:nvSpPr>
        <p:spPr/>
        <p:txBody>
          <a:bodyPr/>
          <a:lstStyle/>
          <a:p>
            <a:pPr>
              <a:defRPr/>
            </a:pPr>
            <a:fld id="{B4D9CBB0-09FD-4FB3-A512-12DBE7913E78}" type="slidenum">
              <a:rPr lang="tr-TR" smtClean="0">
                <a:solidFill>
                  <a:srgbClr val="FFFFFF"/>
                </a:solidFill>
              </a:rPr>
              <a:pPr>
                <a:defRPr/>
              </a:pPr>
              <a:t>2</a:t>
            </a:fld>
            <a:endParaRPr lang="tr-TR">
              <a:solidFill>
                <a:srgbClr val="FFFFFF"/>
              </a:solidFill>
            </a:endParaRPr>
          </a:p>
        </p:txBody>
      </p:sp>
    </p:spTree>
    <p:extLst>
      <p:ext uri="{BB962C8B-B14F-4D97-AF65-F5344CB8AC3E}">
        <p14:creationId xmlns:p14="http://schemas.microsoft.com/office/powerpoint/2010/main" val="1283215830"/>
      </p:ext>
    </p:extLst>
  </p:cSld>
  <p:clrMapOvr>
    <a:masterClrMapping/>
  </p:clrMapOvr>
  <p:transition spd="med" advClick="0" advTm="1000">
    <p:spli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ikdörtgen 4"/>
          <p:cNvSpPr/>
          <p:nvPr/>
        </p:nvSpPr>
        <p:spPr>
          <a:xfrm>
            <a:off x="795129" y="1028343"/>
            <a:ext cx="10707757" cy="3600986"/>
          </a:xfrm>
          <a:prstGeom prst="rect">
            <a:avLst/>
          </a:prstGeom>
        </p:spPr>
        <p:txBody>
          <a:bodyPr wrap="square">
            <a:spAutoFit/>
          </a:bodyPr>
          <a:lstStyle/>
          <a:p>
            <a:pPr algn="just"/>
            <a:r>
              <a:rPr lang="tr-TR" sz="2800" b="1" dirty="0"/>
              <a:t>UML</a:t>
            </a:r>
          </a:p>
          <a:p>
            <a:pPr algn="just"/>
            <a:endParaRPr lang="tr-TR" sz="2000" dirty="0"/>
          </a:p>
          <a:p>
            <a:pPr algn="just"/>
            <a:r>
              <a:rPr lang="tr-TR" sz="2000" dirty="0"/>
              <a:t>UML bir </a:t>
            </a:r>
            <a:r>
              <a:rPr lang="tr-TR" sz="2000" dirty="0" err="1"/>
              <a:t>programlamadili</a:t>
            </a:r>
            <a:r>
              <a:rPr lang="tr-TR" sz="2000" dirty="0"/>
              <a:t> değildir.</a:t>
            </a:r>
          </a:p>
          <a:p>
            <a:pPr algn="just"/>
            <a:r>
              <a:rPr lang="tr-TR" sz="2000" dirty="0"/>
              <a:t>UML(</a:t>
            </a:r>
            <a:r>
              <a:rPr lang="tr-TR" sz="2000" dirty="0" err="1"/>
              <a:t>UnifiedModelingLanguage</a:t>
            </a:r>
            <a:r>
              <a:rPr lang="tr-TR" sz="2000" dirty="0"/>
              <a:t>)daha çok Nesneye Dayalı Programlama için kullanabileceğimiz bir modelleme dilidir.</a:t>
            </a:r>
          </a:p>
          <a:p>
            <a:pPr algn="just"/>
            <a:r>
              <a:rPr lang="tr-TR" sz="2000" dirty="0" err="1"/>
              <a:t>GradyBlooch</a:t>
            </a:r>
            <a:r>
              <a:rPr lang="tr-TR" sz="2000" dirty="0"/>
              <a:t>, </a:t>
            </a:r>
            <a:r>
              <a:rPr lang="tr-TR" sz="2000" dirty="0" err="1"/>
              <a:t>JamesRumbaughveIvarJacobsontarafındangeliştirilmiştir</a:t>
            </a:r>
            <a:r>
              <a:rPr lang="tr-TR" sz="2000" dirty="0"/>
              <a:t>.</a:t>
            </a:r>
          </a:p>
          <a:p>
            <a:pPr algn="just"/>
            <a:r>
              <a:rPr lang="tr-TR" sz="2000" dirty="0" err="1"/>
              <a:t>UML'den</a:t>
            </a:r>
            <a:r>
              <a:rPr lang="tr-TR" sz="2000" dirty="0"/>
              <a:t> önce yukarıda adı geçen kişilerin her birinin kendi geliştirdiği metodolojiler vardı.</a:t>
            </a:r>
          </a:p>
          <a:p>
            <a:pPr algn="just"/>
            <a:r>
              <a:rPr lang="tr-TR" sz="2000" dirty="0" err="1"/>
              <a:t>GradyBooch'un"Booch</a:t>
            </a:r>
            <a:r>
              <a:rPr lang="tr-TR" sz="2000" dirty="0"/>
              <a:t> Metodolojisi« ,</a:t>
            </a:r>
            <a:r>
              <a:rPr lang="tr-TR" sz="2000" dirty="0" err="1"/>
              <a:t>JamesRumbaugh'un</a:t>
            </a:r>
            <a:r>
              <a:rPr lang="tr-TR" sz="2000" dirty="0"/>
              <a:t>« OMT(</a:t>
            </a:r>
            <a:r>
              <a:rPr lang="tr-TR" sz="2000" dirty="0" err="1"/>
              <a:t>ObjectModelingTechnique</a:t>
            </a:r>
            <a:r>
              <a:rPr lang="tr-TR" sz="2000" dirty="0"/>
              <a:t>)« </a:t>
            </a:r>
            <a:r>
              <a:rPr lang="tr-TR" sz="2000" dirty="0" err="1"/>
              <a:t>veIvar</a:t>
            </a:r>
            <a:r>
              <a:rPr lang="tr-TR" sz="2000" dirty="0"/>
              <a:t> </a:t>
            </a:r>
            <a:r>
              <a:rPr lang="tr-TR" sz="2000" dirty="0" err="1"/>
              <a:t>Jacobson'un</a:t>
            </a:r>
            <a:r>
              <a:rPr lang="tr-TR" sz="2000" dirty="0"/>
              <a:t>" OOSE(</a:t>
            </a:r>
            <a:r>
              <a:rPr lang="tr-TR" sz="2000" dirty="0" err="1"/>
              <a:t>ObjectOrientedSoftwareEngineering</a:t>
            </a:r>
            <a:r>
              <a:rPr lang="tr-TR" sz="2000" dirty="0"/>
              <a:t>)"</a:t>
            </a:r>
            <a:r>
              <a:rPr lang="tr-TR" sz="2000" dirty="0" err="1"/>
              <a:t>metodolojilerivardı</a:t>
            </a:r>
            <a:r>
              <a:rPr lang="tr-TR" sz="2000" dirty="0"/>
              <a:t>. </a:t>
            </a:r>
            <a:r>
              <a:rPr lang="tr-TR" sz="2000" dirty="0" err="1"/>
              <a:t>Rationalfirması</a:t>
            </a:r>
            <a:r>
              <a:rPr lang="tr-TR" sz="2000" dirty="0"/>
              <a:t> tarafından bu görsel </a:t>
            </a:r>
            <a:r>
              <a:rPr lang="tr-TR" sz="2000" dirty="0" err="1"/>
              <a:t>modellemedilleri</a:t>
            </a:r>
            <a:r>
              <a:rPr lang="tr-TR" sz="2000" dirty="0"/>
              <a:t> birleştirilerek 1995'te UML geliştirilmiş ve 1997 yılında Object Management </a:t>
            </a:r>
            <a:r>
              <a:rPr lang="tr-TR" sz="2000" dirty="0" err="1"/>
              <a:t>Group</a:t>
            </a:r>
            <a:r>
              <a:rPr lang="tr-TR" sz="2000" dirty="0"/>
              <a:t>(OMG) tarafından bir standart olarak kabul edilmiştir.</a:t>
            </a:r>
          </a:p>
        </p:txBody>
      </p:sp>
    </p:spTree>
    <p:extLst>
      <p:ext uri="{BB962C8B-B14F-4D97-AF65-F5344CB8AC3E}">
        <p14:creationId xmlns:p14="http://schemas.microsoft.com/office/powerpoint/2010/main" val="1637889326"/>
      </p:ext>
    </p:extLst>
  </p:cSld>
  <p:clrMapOvr>
    <a:masterClrMapping/>
  </p:clrMapOvr>
  <p:transition spd="med" advClick="0" advTm="1000">
    <p:spli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
          <p:cNvGrpSpPr>
            <a:grpSpLocks/>
          </p:cNvGrpSpPr>
          <p:nvPr/>
        </p:nvGrpSpPr>
        <p:grpSpPr bwMode="auto">
          <a:xfrm>
            <a:off x="2322442" y="652668"/>
            <a:ext cx="6940827" cy="4846983"/>
            <a:chOff x="1344" y="1152"/>
            <a:chExt cx="3468" cy="2681"/>
          </a:xfrm>
          <a:solidFill>
            <a:schemeClr val="tx1">
              <a:lumMod val="95000"/>
            </a:schemeClr>
          </a:solidFill>
        </p:grpSpPr>
        <p:sp>
          <p:nvSpPr>
            <p:cNvPr id="3" name="Text Box 5"/>
            <p:cNvSpPr txBox="1">
              <a:spLocks noChangeArrowheads="1"/>
            </p:cNvSpPr>
            <p:nvPr/>
          </p:nvSpPr>
          <p:spPr bwMode="auto">
            <a:xfrm>
              <a:off x="2160" y="2060"/>
              <a:ext cx="2652" cy="674"/>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zh-CN" sz="1600" b="0" i="0" u="none" strike="noStrike" kern="0" cap="none" spc="0" normalizeH="0" baseline="0" noProof="0" dirty="0">
                  <a:ln>
                    <a:noFill/>
                  </a:ln>
                  <a:solidFill>
                    <a:srgbClr val="000000"/>
                  </a:solidFill>
                  <a:effectLst/>
                  <a:uLnTx/>
                  <a:uFillTx/>
                  <a:latin typeface="Arial" panose="020B0604020202020204" pitchFamily="34" charset="0"/>
                  <a:ea typeface="SimSun" panose="02010600030101010101" pitchFamily="2" charset="-122"/>
                </a:rPr>
                <a:t>1997:    UML 1.0, 1.1</a:t>
              </a:r>
            </a:p>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zh-CN" sz="1600" b="0" i="0" u="none" strike="noStrike" kern="0" cap="none" spc="0" normalizeH="0" baseline="0" noProof="0" dirty="0">
                  <a:ln>
                    <a:noFill/>
                  </a:ln>
                  <a:solidFill>
                    <a:srgbClr val="000000"/>
                  </a:solidFill>
                  <a:effectLst/>
                  <a:uLnTx/>
                  <a:uFillTx/>
                  <a:latin typeface="Arial" panose="020B0604020202020204" pitchFamily="34" charset="0"/>
                  <a:ea typeface="SimSun" panose="02010600030101010101" pitchFamily="2" charset="-122"/>
                </a:rPr>
                <a:t>1996:    UML 0.9 &amp; 0.91</a:t>
              </a:r>
            </a:p>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zh-CN" sz="1600" b="0" i="0" u="none" strike="noStrike" kern="0" cap="none" spc="0" normalizeH="0" baseline="0" noProof="0" dirty="0">
                  <a:ln>
                    <a:noFill/>
                  </a:ln>
                  <a:solidFill>
                    <a:srgbClr val="000000"/>
                  </a:solidFill>
                  <a:effectLst/>
                  <a:uLnTx/>
                  <a:uFillTx/>
                  <a:latin typeface="Arial" panose="020B0604020202020204" pitchFamily="34" charset="0"/>
                  <a:ea typeface="SimSun" panose="02010600030101010101" pitchFamily="2" charset="-122"/>
                </a:rPr>
                <a:t>1995:    Unified Method 0.8</a:t>
              </a:r>
            </a:p>
          </p:txBody>
        </p:sp>
        <p:sp>
          <p:nvSpPr>
            <p:cNvPr id="4" name="Text Box 6"/>
            <p:cNvSpPr txBox="1">
              <a:spLocks noChangeArrowheads="1"/>
            </p:cNvSpPr>
            <p:nvPr/>
          </p:nvSpPr>
          <p:spPr bwMode="auto">
            <a:xfrm>
              <a:off x="1506" y="3285"/>
              <a:ext cx="750" cy="173"/>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zh-CN" sz="1200" b="0" i="0" u="none" strike="noStrike" kern="0" cap="none" spc="0" normalizeH="0" baseline="0" noProof="0">
                  <a:ln>
                    <a:noFill/>
                  </a:ln>
                  <a:solidFill>
                    <a:srgbClr val="000000"/>
                  </a:solidFill>
                  <a:effectLst/>
                  <a:uLnTx/>
                  <a:uFillTx/>
                  <a:latin typeface="Arial" panose="020B0604020202020204" pitchFamily="34" charset="0"/>
                  <a:ea typeface="SimSun" panose="02010600030101010101" pitchFamily="2" charset="-122"/>
                </a:rPr>
                <a:t>Other methods</a:t>
              </a:r>
            </a:p>
          </p:txBody>
        </p:sp>
        <p:sp>
          <p:nvSpPr>
            <p:cNvPr id="5" name="Text Box 7"/>
            <p:cNvSpPr txBox="1">
              <a:spLocks noChangeArrowheads="1"/>
            </p:cNvSpPr>
            <p:nvPr/>
          </p:nvSpPr>
          <p:spPr bwMode="auto">
            <a:xfrm>
              <a:off x="2170" y="3592"/>
              <a:ext cx="720" cy="173"/>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zh-CN" sz="1200" b="0" i="0" u="none" strike="noStrike" kern="0" cap="none" spc="0" normalizeH="0" baseline="0" noProof="0">
                  <a:ln>
                    <a:noFill/>
                  </a:ln>
                  <a:solidFill>
                    <a:srgbClr val="000000"/>
                  </a:solidFill>
                  <a:effectLst/>
                  <a:uLnTx/>
                  <a:uFillTx/>
                  <a:latin typeface="Arial" panose="020B0604020202020204" pitchFamily="34" charset="0"/>
                  <a:ea typeface="SimSun" panose="02010600030101010101" pitchFamily="2" charset="-122"/>
                </a:rPr>
                <a:t>Booch ‘91</a:t>
              </a:r>
            </a:p>
          </p:txBody>
        </p:sp>
        <p:sp>
          <p:nvSpPr>
            <p:cNvPr id="6" name="Text Box 8"/>
            <p:cNvSpPr txBox="1">
              <a:spLocks noChangeArrowheads="1"/>
            </p:cNvSpPr>
            <p:nvPr/>
          </p:nvSpPr>
          <p:spPr bwMode="auto">
            <a:xfrm>
              <a:off x="2562" y="3169"/>
              <a:ext cx="541" cy="173"/>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zh-CN" sz="1200" b="0" i="0" u="none" strike="noStrike" kern="0" cap="none" spc="0" normalizeH="0" baseline="0" noProof="0">
                  <a:ln>
                    <a:noFill/>
                  </a:ln>
                  <a:solidFill>
                    <a:srgbClr val="000000"/>
                  </a:solidFill>
                  <a:effectLst/>
                  <a:uLnTx/>
                  <a:uFillTx/>
                  <a:latin typeface="Arial" panose="020B0604020202020204" pitchFamily="34" charset="0"/>
                  <a:ea typeface="SimSun" panose="02010600030101010101" pitchFamily="2" charset="-122"/>
                </a:rPr>
                <a:t>Booch ‘93</a:t>
              </a:r>
            </a:p>
          </p:txBody>
        </p:sp>
        <p:sp>
          <p:nvSpPr>
            <p:cNvPr id="7" name="Text Box 9"/>
            <p:cNvSpPr txBox="1">
              <a:spLocks noChangeArrowheads="1"/>
            </p:cNvSpPr>
            <p:nvPr/>
          </p:nvSpPr>
          <p:spPr bwMode="auto">
            <a:xfrm>
              <a:off x="3612" y="3132"/>
              <a:ext cx="469" cy="173"/>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zh-CN" sz="1200" b="0" i="0" u="none" strike="noStrike" kern="0" cap="none" spc="0" normalizeH="0" baseline="0" noProof="0">
                  <a:ln>
                    <a:noFill/>
                  </a:ln>
                  <a:solidFill>
                    <a:srgbClr val="000000"/>
                  </a:solidFill>
                  <a:effectLst/>
                  <a:uLnTx/>
                  <a:uFillTx/>
                  <a:latin typeface="Arial" panose="020B0604020202020204" pitchFamily="34" charset="0"/>
                  <a:ea typeface="SimSun" panose="02010600030101010101" pitchFamily="2" charset="-122"/>
                </a:rPr>
                <a:t>OMT - 2</a:t>
              </a:r>
            </a:p>
          </p:txBody>
        </p:sp>
        <p:sp>
          <p:nvSpPr>
            <p:cNvPr id="8" name="Line 10"/>
            <p:cNvSpPr>
              <a:spLocks noChangeShapeType="1"/>
            </p:cNvSpPr>
            <p:nvPr/>
          </p:nvSpPr>
          <p:spPr bwMode="auto">
            <a:xfrm flipV="1">
              <a:off x="1836" y="2748"/>
              <a:ext cx="816" cy="480"/>
            </a:xfrm>
            <a:prstGeom prst="line">
              <a:avLst/>
            </a:prstGeom>
            <a:grpFill/>
            <a:ln w="9525">
              <a:solidFill>
                <a:srgbClr val="000000"/>
              </a:solidFill>
              <a:round/>
              <a:headEnd/>
              <a:tail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tr-TR" sz="18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9" name="Line 11"/>
            <p:cNvSpPr>
              <a:spLocks noChangeShapeType="1"/>
            </p:cNvSpPr>
            <p:nvPr/>
          </p:nvSpPr>
          <p:spPr bwMode="auto">
            <a:xfrm flipV="1">
              <a:off x="2412" y="3324"/>
              <a:ext cx="258" cy="258"/>
            </a:xfrm>
            <a:prstGeom prst="line">
              <a:avLst/>
            </a:prstGeom>
            <a:grpFill/>
            <a:ln w="9525">
              <a:solidFill>
                <a:srgbClr val="000000"/>
              </a:solidFill>
              <a:round/>
              <a:headEnd/>
              <a:tail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tr-TR" sz="18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0" name="Line 12"/>
            <p:cNvSpPr>
              <a:spLocks noChangeShapeType="1"/>
            </p:cNvSpPr>
            <p:nvPr/>
          </p:nvSpPr>
          <p:spPr bwMode="auto">
            <a:xfrm flipV="1">
              <a:off x="2796" y="2796"/>
              <a:ext cx="162" cy="288"/>
            </a:xfrm>
            <a:prstGeom prst="line">
              <a:avLst/>
            </a:prstGeom>
            <a:grpFill/>
            <a:ln w="9525">
              <a:solidFill>
                <a:srgbClr val="000000"/>
              </a:solidFill>
              <a:round/>
              <a:headEnd/>
              <a:tail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tr-TR" sz="18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1" name="Line 13"/>
            <p:cNvSpPr>
              <a:spLocks noChangeShapeType="1"/>
            </p:cNvSpPr>
            <p:nvPr/>
          </p:nvSpPr>
          <p:spPr bwMode="auto">
            <a:xfrm flipH="1" flipV="1">
              <a:off x="3832" y="3316"/>
              <a:ext cx="324" cy="336"/>
            </a:xfrm>
            <a:prstGeom prst="line">
              <a:avLst/>
            </a:prstGeom>
            <a:grpFill/>
            <a:ln w="9525">
              <a:solidFill>
                <a:srgbClr val="000000"/>
              </a:solidFill>
              <a:round/>
              <a:headEnd/>
              <a:tail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tr-TR" sz="18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2" name="Line 14"/>
            <p:cNvSpPr>
              <a:spLocks noChangeShapeType="1"/>
            </p:cNvSpPr>
            <p:nvPr/>
          </p:nvSpPr>
          <p:spPr bwMode="auto">
            <a:xfrm flipH="1" flipV="1">
              <a:off x="3228" y="2796"/>
              <a:ext cx="324" cy="336"/>
            </a:xfrm>
            <a:prstGeom prst="line">
              <a:avLst/>
            </a:prstGeom>
            <a:grpFill/>
            <a:ln w="9525">
              <a:solidFill>
                <a:srgbClr val="000000"/>
              </a:solidFill>
              <a:round/>
              <a:headEnd/>
              <a:tail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tr-TR" sz="18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3" name="Rectangle 15"/>
            <p:cNvSpPr>
              <a:spLocks noChangeArrowheads="1"/>
            </p:cNvSpPr>
            <p:nvPr/>
          </p:nvSpPr>
          <p:spPr bwMode="auto">
            <a:xfrm>
              <a:off x="3948" y="3660"/>
              <a:ext cx="469" cy="173"/>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zh-CN" sz="1200" b="0" i="0" u="none" strike="noStrike" kern="0" cap="none" spc="0" normalizeH="0" baseline="0" noProof="0">
                  <a:ln>
                    <a:noFill/>
                  </a:ln>
                  <a:solidFill>
                    <a:srgbClr val="000000"/>
                  </a:solidFill>
                  <a:effectLst/>
                  <a:uLnTx/>
                  <a:uFillTx/>
                  <a:latin typeface="Arial" panose="020B0604020202020204" pitchFamily="34" charset="0"/>
                  <a:ea typeface="SimSun" panose="02010600030101010101" pitchFamily="2" charset="-122"/>
                </a:rPr>
                <a:t>OMT - 1</a:t>
              </a:r>
            </a:p>
          </p:txBody>
        </p:sp>
        <p:sp>
          <p:nvSpPr>
            <p:cNvPr id="14" name="Text Box 16"/>
            <p:cNvSpPr txBox="1">
              <a:spLocks noChangeArrowheads="1"/>
            </p:cNvSpPr>
            <p:nvPr/>
          </p:nvSpPr>
          <p:spPr bwMode="auto">
            <a:xfrm>
              <a:off x="2112" y="1152"/>
              <a:ext cx="1488" cy="288"/>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zh-CN" altLang="en-US" sz="2400" b="0" i="0" u="none" strike="noStrike" kern="0" cap="none" spc="0" normalizeH="0" baseline="0" noProof="0" dirty="0">
                  <a:ln>
                    <a:noFill/>
                  </a:ln>
                  <a:solidFill>
                    <a:srgbClr val="000000"/>
                  </a:solidFill>
                  <a:effectLst/>
                  <a:uLnTx/>
                  <a:uFillTx/>
                  <a:latin typeface="Times New Roman" panose="02020603050405020304" pitchFamily="18" charset="0"/>
                  <a:ea typeface="SimSun" panose="02010600030101010101" pitchFamily="2" charset="-122"/>
                </a:rPr>
                <a:t> </a:t>
              </a:r>
              <a:r>
                <a:rPr kumimoji="0"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SimSun" panose="02010600030101010101" pitchFamily="2" charset="-122"/>
                </a:rPr>
                <a:t>Year  Version </a:t>
              </a:r>
            </a:p>
          </p:txBody>
        </p:sp>
        <p:sp>
          <p:nvSpPr>
            <p:cNvPr id="15" name="Text Box 17"/>
            <p:cNvSpPr txBox="1">
              <a:spLocks noChangeArrowheads="1"/>
            </p:cNvSpPr>
            <p:nvPr/>
          </p:nvSpPr>
          <p:spPr bwMode="auto">
            <a:xfrm>
              <a:off x="2160" y="1408"/>
              <a:ext cx="1536" cy="674"/>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zh-CN" sz="1600" b="0" i="0" u="none" strike="noStrike" kern="0" cap="none" spc="0" normalizeH="0" baseline="0" noProof="0" dirty="0">
                  <a:ln>
                    <a:noFill/>
                  </a:ln>
                  <a:solidFill>
                    <a:srgbClr val="000000"/>
                  </a:solidFill>
                  <a:effectLst/>
                  <a:uLnTx/>
                  <a:uFillTx/>
                  <a:latin typeface="Arial" panose="020B0604020202020204" pitchFamily="34" charset="0"/>
                  <a:ea typeface="SimSun" panose="02010600030101010101" pitchFamily="2" charset="-122"/>
                </a:rPr>
                <a:t>2003:    UML 2.0</a:t>
              </a:r>
            </a:p>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zh-CN" sz="1600" b="0" i="0" u="none" strike="noStrike" kern="0" cap="none" spc="0" normalizeH="0" baseline="0" noProof="0" dirty="0">
                  <a:ln>
                    <a:noFill/>
                  </a:ln>
                  <a:solidFill>
                    <a:srgbClr val="000000"/>
                  </a:solidFill>
                  <a:effectLst/>
                  <a:uLnTx/>
                  <a:uFillTx/>
                  <a:latin typeface="Arial" panose="020B0604020202020204" pitchFamily="34" charset="0"/>
                  <a:ea typeface="SimSun" panose="02010600030101010101" pitchFamily="2" charset="-122"/>
                </a:rPr>
                <a:t>2001:    UML 1.4</a:t>
              </a:r>
            </a:p>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zh-CN" sz="1600" b="0" i="0" u="none" strike="noStrike" kern="0" cap="none" spc="0" normalizeH="0" baseline="0" noProof="0" dirty="0">
                  <a:ln>
                    <a:noFill/>
                  </a:ln>
                  <a:solidFill>
                    <a:srgbClr val="000000"/>
                  </a:solidFill>
                  <a:effectLst/>
                  <a:uLnTx/>
                  <a:uFillTx/>
                  <a:latin typeface="Arial" panose="020B0604020202020204" pitchFamily="34" charset="0"/>
                  <a:ea typeface="SimSun" panose="02010600030101010101" pitchFamily="2" charset="-122"/>
                </a:rPr>
                <a:t>1999:    UML 1.3</a:t>
              </a:r>
            </a:p>
          </p:txBody>
        </p:sp>
        <p:sp>
          <p:nvSpPr>
            <p:cNvPr id="16" name="Line 18"/>
            <p:cNvSpPr>
              <a:spLocks noChangeShapeType="1"/>
            </p:cNvSpPr>
            <p:nvPr/>
          </p:nvSpPr>
          <p:spPr bwMode="auto">
            <a:xfrm flipV="1">
              <a:off x="1344" y="1440"/>
              <a:ext cx="0" cy="2160"/>
            </a:xfrm>
            <a:prstGeom prst="line">
              <a:avLst/>
            </a:prstGeom>
            <a:grpFill/>
            <a:ln w="9525">
              <a:solidFill>
                <a:srgbClr val="000000"/>
              </a:solidFill>
              <a:miter lim="800000"/>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tr-TR" sz="1800" b="0" i="0" u="none" strike="noStrike" kern="0" cap="none" spc="0" normalizeH="0" baseline="0" noProof="0">
                <a:ln>
                  <a:noFill/>
                </a:ln>
                <a:solidFill>
                  <a:srgbClr val="000000"/>
                </a:solidFill>
                <a:effectLst/>
                <a:uLnTx/>
                <a:uFillTx/>
                <a:latin typeface="Tahoma" panose="020B0604030504040204" pitchFamily="34" charset="0"/>
              </a:endParaRPr>
            </a:p>
          </p:txBody>
        </p:sp>
      </p:grpSp>
    </p:spTree>
    <p:extLst>
      <p:ext uri="{BB962C8B-B14F-4D97-AF65-F5344CB8AC3E}">
        <p14:creationId xmlns:p14="http://schemas.microsoft.com/office/powerpoint/2010/main" val="3648852440"/>
      </p:ext>
    </p:extLst>
  </p:cSld>
  <p:clrMapOvr>
    <a:masterClrMapping/>
  </p:clrMapOvr>
  <p:transition spd="med" advClick="0" advTm="1000">
    <p:spli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Resim 3"/>
          <p:cNvPicPr>
            <a:picLocks noChangeAspect="1"/>
          </p:cNvPicPr>
          <p:nvPr/>
        </p:nvPicPr>
        <p:blipFill>
          <a:blip r:embed="rId2"/>
          <a:stretch>
            <a:fillRect/>
          </a:stretch>
        </p:blipFill>
        <p:spPr>
          <a:xfrm>
            <a:off x="898993" y="1022526"/>
            <a:ext cx="10748851" cy="3328704"/>
          </a:xfrm>
          <a:prstGeom prst="rect">
            <a:avLst/>
          </a:prstGeom>
          <a:solidFill>
            <a:schemeClr val="tx1">
              <a:lumMod val="95000"/>
            </a:schemeClr>
          </a:solidFill>
        </p:spPr>
      </p:pic>
    </p:spTree>
    <p:extLst>
      <p:ext uri="{BB962C8B-B14F-4D97-AF65-F5344CB8AC3E}">
        <p14:creationId xmlns:p14="http://schemas.microsoft.com/office/powerpoint/2010/main" val="3305092650"/>
      </p:ext>
    </p:extLst>
  </p:cSld>
  <p:clrMapOvr>
    <a:masterClrMapping/>
  </p:clrMapOvr>
  <p:transition spd="med" advClick="0" advTm="1000">
    <p:spli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420054" y="192823"/>
            <a:ext cx="11387667" cy="862598"/>
          </a:xfrm>
        </p:spPr>
        <p:txBody>
          <a:bodyPr/>
          <a:lstStyle/>
          <a:p>
            <a:r>
              <a:rPr lang="tr-TR" dirty="0"/>
              <a:t>Modelleme Nedir?</a:t>
            </a:r>
            <a:endParaRPr lang="en-US" dirty="0"/>
          </a:p>
        </p:txBody>
      </p:sp>
      <p:sp>
        <p:nvSpPr>
          <p:cNvPr id="3" name="İçerik Yer Tutucusu 2"/>
          <p:cNvSpPr>
            <a:spLocks noGrp="1"/>
          </p:cNvSpPr>
          <p:nvPr>
            <p:ph idx="1"/>
          </p:nvPr>
        </p:nvSpPr>
        <p:spPr>
          <a:xfrm>
            <a:off x="366309" y="1111909"/>
            <a:ext cx="11387667" cy="5199529"/>
          </a:xfrm>
        </p:spPr>
        <p:txBody>
          <a:bodyPr/>
          <a:lstStyle/>
          <a:p>
            <a:pPr algn="just" eaLnBrk="1" hangingPunct="1"/>
            <a:r>
              <a:rPr lang="tr-TR" altLang="tr-TR" sz="2400" dirty="0">
                <a:latin typeface="Arial" panose="020B0604020202020204" pitchFamily="34" charset="0"/>
                <a:cs typeface="Arial" panose="020B0604020202020204" pitchFamily="34" charset="0"/>
              </a:rPr>
              <a:t>Gerçek hayatta karşılaşılan sistemler genellikle karmaşıktır ve bu sistemlerin kişiler tarafından tüm yönleriyle  bir defada kavranabilmesi için, sistemin parçalar halinde incelenebilmesini ve tasarlanabilmesini sağlayacak  başka yöntemlerin kullanılması gerekir. Modelleme kavramı, insanlığın sistemlerin karmaşıklığı ile baş etmede kullandığı bilinen en eski ve en etkin yöntemdir.</a:t>
            </a:r>
          </a:p>
          <a:p>
            <a:pPr algn="just" eaLnBrk="1" hangingPunct="1"/>
            <a:endParaRPr lang="tr-TR" altLang="tr-TR" sz="2400" dirty="0">
              <a:latin typeface="Arial" panose="020B0604020202020204" pitchFamily="34" charset="0"/>
              <a:cs typeface="Arial" panose="020B0604020202020204" pitchFamily="34" charset="0"/>
            </a:endParaRPr>
          </a:p>
          <a:p>
            <a:pPr algn="just" eaLnBrk="1" hangingPunct="1"/>
            <a:r>
              <a:rPr lang="tr-TR" altLang="tr-TR" sz="2400" dirty="0">
                <a:latin typeface="Arial" panose="020B0604020202020204" pitchFamily="34" charset="0"/>
                <a:cs typeface="Arial" panose="020B0604020202020204" pitchFamily="34" charset="0"/>
              </a:rPr>
              <a:t>Bir sistem modellenirken, sistemin özelliklerinden o an için ilgilenilen kısımlar öne çıkarılırken, diğerlerini arka planda saklayan soyut yapılar kurulur. </a:t>
            </a:r>
          </a:p>
          <a:p>
            <a:pPr algn="just" eaLnBrk="1" hangingPunct="1"/>
            <a:endParaRPr lang="tr-TR" altLang="tr-TR" sz="2400" dirty="0">
              <a:latin typeface="Arial" panose="020B0604020202020204" pitchFamily="34" charset="0"/>
              <a:cs typeface="Arial" panose="020B0604020202020204" pitchFamily="34" charset="0"/>
            </a:endParaRPr>
          </a:p>
          <a:p>
            <a:pPr algn="just" eaLnBrk="1" hangingPunct="1"/>
            <a:r>
              <a:rPr lang="tr-TR" altLang="tr-TR" sz="2400" dirty="0">
                <a:latin typeface="Arial" panose="020B0604020202020204" pitchFamily="34" charset="0"/>
                <a:cs typeface="Arial" panose="020B0604020202020204" pitchFamily="34" charset="0"/>
              </a:rPr>
              <a:t>"Hiçbir model, tanımı gereği, sistemin tüm özelliklerini gerçeğe özdeş biçimde içermez. Her model aslının yalınlaştırılmış bir kopyasıdır ve tüm ayrıntıları içinde barındırması olanaklı değildir."</a:t>
            </a:r>
          </a:p>
          <a:p>
            <a:pPr marL="0" indent="0">
              <a:buNone/>
            </a:pPr>
            <a:endParaRPr lang="tr-TR" sz="2400" dirty="0"/>
          </a:p>
          <a:p>
            <a:endParaRPr lang="tr-TR" sz="2400" dirty="0"/>
          </a:p>
          <a:p>
            <a:endParaRPr lang="tr-TR" sz="2400" dirty="0"/>
          </a:p>
          <a:p>
            <a:endParaRPr lang="tr-TR" sz="2400" dirty="0"/>
          </a:p>
        </p:txBody>
      </p:sp>
      <p:sp>
        <p:nvSpPr>
          <p:cNvPr id="4" name="Veri Yer Tutucusu 3"/>
          <p:cNvSpPr>
            <a:spLocks noGrp="1"/>
          </p:cNvSpPr>
          <p:nvPr>
            <p:ph type="dt" sz="half" idx="10"/>
          </p:nvPr>
        </p:nvSpPr>
        <p:spPr/>
        <p:txBody>
          <a:bodyPr/>
          <a:lstStyle/>
          <a:p>
            <a:pPr>
              <a:defRPr/>
            </a:pPr>
            <a:fld id="{A6FAB1EC-7A00-4607-8BF8-66EE9839B22B}" type="datetime1">
              <a:rPr lang="tr-TR" smtClean="0">
                <a:solidFill>
                  <a:srgbClr val="FFFFFF"/>
                </a:solidFill>
              </a:rPr>
              <a:t>11.05.2020</a:t>
            </a:fld>
            <a:endParaRPr lang="tr-TR">
              <a:solidFill>
                <a:srgbClr val="FFFFFF"/>
              </a:solidFill>
            </a:endParaRPr>
          </a:p>
        </p:txBody>
      </p:sp>
      <p:sp>
        <p:nvSpPr>
          <p:cNvPr id="5" name="Slayt Numarası Yer Tutucusu 4"/>
          <p:cNvSpPr>
            <a:spLocks noGrp="1"/>
          </p:cNvSpPr>
          <p:nvPr>
            <p:ph type="sldNum" sz="quarter" idx="12"/>
          </p:nvPr>
        </p:nvSpPr>
        <p:spPr/>
        <p:txBody>
          <a:bodyPr/>
          <a:lstStyle/>
          <a:p>
            <a:pPr>
              <a:defRPr/>
            </a:pPr>
            <a:fld id="{B4D9CBB0-09FD-4FB3-A512-12DBE7913E78}" type="slidenum">
              <a:rPr lang="tr-TR" smtClean="0">
                <a:solidFill>
                  <a:srgbClr val="FFFFFF"/>
                </a:solidFill>
              </a:rPr>
              <a:pPr>
                <a:defRPr/>
              </a:pPr>
              <a:t>6</a:t>
            </a:fld>
            <a:endParaRPr lang="tr-TR">
              <a:solidFill>
                <a:srgbClr val="FFFFFF"/>
              </a:solidFill>
            </a:endParaRPr>
          </a:p>
        </p:txBody>
      </p:sp>
    </p:spTree>
    <p:extLst>
      <p:ext uri="{BB962C8B-B14F-4D97-AF65-F5344CB8AC3E}">
        <p14:creationId xmlns:p14="http://schemas.microsoft.com/office/powerpoint/2010/main" val="4065618800"/>
      </p:ext>
    </p:extLst>
  </p:cSld>
  <p:clrMapOvr>
    <a:masterClrMapping/>
  </p:clrMapOvr>
  <p:transition spd="med" advClick="0" advTm="1000">
    <p:spli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420054" y="192823"/>
            <a:ext cx="11387667" cy="862598"/>
          </a:xfrm>
        </p:spPr>
        <p:txBody>
          <a:bodyPr/>
          <a:lstStyle/>
          <a:p>
            <a:r>
              <a:rPr lang="tr-TR" dirty="0"/>
              <a:t>Modelleme Nedir?</a:t>
            </a:r>
            <a:endParaRPr lang="en-US" dirty="0"/>
          </a:p>
        </p:txBody>
      </p:sp>
      <p:sp>
        <p:nvSpPr>
          <p:cNvPr id="3" name="İçerik Yer Tutucusu 2"/>
          <p:cNvSpPr>
            <a:spLocks noGrp="1"/>
          </p:cNvSpPr>
          <p:nvPr>
            <p:ph idx="1"/>
          </p:nvPr>
        </p:nvSpPr>
        <p:spPr>
          <a:xfrm>
            <a:off x="366309" y="1111909"/>
            <a:ext cx="11387667" cy="5479960"/>
          </a:xfrm>
        </p:spPr>
        <p:txBody>
          <a:bodyPr/>
          <a:lstStyle/>
          <a:p>
            <a:pPr algn="just" eaLnBrk="1" hangingPunct="1"/>
            <a:r>
              <a:rPr lang="tr-TR" altLang="tr-TR" sz="2400" dirty="0">
                <a:latin typeface="Arial" panose="020B0604020202020204" pitchFamily="34" charset="0"/>
                <a:cs typeface="Arial" panose="020B0604020202020204" pitchFamily="34" charset="0"/>
              </a:rPr>
              <a:t>Yazılımcı tümüyle soyut yapılar üzerinde çalışır. Tasarım ve programla süresince kullandığı listeler, döngüler, nesneler, veritabanı tabloları gibi yapıların hiçbirisi elle tutulabilir somut nesneler değildir. Geliştirdiği sistemin, örneğin mimarların yaptığı gibi, bir maketinin yapılması ve masanın üzerine konarak incelenmesi de mümkün değildir. Bu nedenle yazılımcı soyut yapılarla çalışabilme ve soyut düşünebilme yeteneğini olabildiğince geliştirmek zorundadır. </a:t>
            </a:r>
          </a:p>
          <a:p>
            <a:pPr algn="just" eaLnBrk="1" hangingPunct="1"/>
            <a:endParaRPr lang="tr-TR" altLang="tr-TR" sz="2400" dirty="0">
              <a:latin typeface="Arial" panose="020B0604020202020204" pitchFamily="34" charset="0"/>
              <a:cs typeface="Arial" panose="020B0604020202020204" pitchFamily="34" charset="0"/>
            </a:endParaRPr>
          </a:p>
          <a:p>
            <a:pPr algn="just" eaLnBrk="1" hangingPunct="1"/>
            <a:r>
              <a:rPr lang="tr-TR" altLang="tr-TR" sz="2400" dirty="0">
                <a:latin typeface="Arial" panose="020B0604020202020204" pitchFamily="34" charset="0"/>
                <a:cs typeface="Arial" panose="020B0604020202020204" pitchFamily="34" charset="0"/>
              </a:rPr>
              <a:t>Modeller, sistem karmaşıklığını yönetilir boyutlara indirgemenin yanı sıra, tasarımcılar arasında bir etkileşim biçimi olarak da hizmet veriler. Bir tasarımın temel özelliklerinin açıklanması ve çeşitli seçeneklerin değerlendirilmesi bir model üzerinde daha etkin olarak yapılabilir. Bunun yapılabilmesi için modellemede ortak bir gösterim biçiminin, bir başka deyişle ortak bir modelleme dilinin kullanılması zorunludur.</a:t>
            </a:r>
          </a:p>
          <a:p>
            <a:pPr marL="0" indent="0">
              <a:buNone/>
            </a:pPr>
            <a:endParaRPr lang="tr-TR" sz="2400" dirty="0"/>
          </a:p>
          <a:p>
            <a:endParaRPr lang="tr-TR" sz="2400" dirty="0"/>
          </a:p>
          <a:p>
            <a:endParaRPr lang="tr-TR" sz="2400" dirty="0"/>
          </a:p>
          <a:p>
            <a:endParaRPr lang="tr-TR" sz="2400" dirty="0"/>
          </a:p>
        </p:txBody>
      </p:sp>
      <p:sp>
        <p:nvSpPr>
          <p:cNvPr id="4" name="Veri Yer Tutucusu 3"/>
          <p:cNvSpPr>
            <a:spLocks noGrp="1"/>
          </p:cNvSpPr>
          <p:nvPr>
            <p:ph type="dt" sz="half" idx="10"/>
          </p:nvPr>
        </p:nvSpPr>
        <p:spPr/>
        <p:txBody>
          <a:bodyPr/>
          <a:lstStyle/>
          <a:p>
            <a:pPr>
              <a:defRPr/>
            </a:pPr>
            <a:fld id="{A6FAB1EC-7A00-4607-8BF8-66EE9839B22B}" type="datetime1">
              <a:rPr lang="tr-TR" smtClean="0">
                <a:solidFill>
                  <a:srgbClr val="FFFFFF"/>
                </a:solidFill>
              </a:rPr>
              <a:t>11.05.2020</a:t>
            </a:fld>
            <a:endParaRPr lang="tr-TR">
              <a:solidFill>
                <a:srgbClr val="FFFFFF"/>
              </a:solidFill>
            </a:endParaRPr>
          </a:p>
        </p:txBody>
      </p:sp>
      <p:sp>
        <p:nvSpPr>
          <p:cNvPr id="5" name="Slayt Numarası Yer Tutucusu 4"/>
          <p:cNvSpPr>
            <a:spLocks noGrp="1"/>
          </p:cNvSpPr>
          <p:nvPr>
            <p:ph type="sldNum" sz="quarter" idx="12"/>
          </p:nvPr>
        </p:nvSpPr>
        <p:spPr/>
        <p:txBody>
          <a:bodyPr/>
          <a:lstStyle/>
          <a:p>
            <a:pPr>
              <a:defRPr/>
            </a:pPr>
            <a:fld id="{B4D9CBB0-09FD-4FB3-A512-12DBE7913E78}" type="slidenum">
              <a:rPr lang="tr-TR" smtClean="0">
                <a:solidFill>
                  <a:srgbClr val="FFFFFF"/>
                </a:solidFill>
              </a:rPr>
              <a:pPr>
                <a:defRPr/>
              </a:pPr>
              <a:t>7</a:t>
            </a:fld>
            <a:endParaRPr lang="tr-TR">
              <a:solidFill>
                <a:srgbClr val="FFFFFF"/>
              </a:solidFill>
            </a:endParaRPr>
          </a:p>
        </p:txBody>
      </p:sp>
    </p:spTree>
    <p:extLst>
      <p:ext uri="{BB962C8B-B14F-4D97-AF65-F5344CB8AC3E}">
        <p14:creationId xmlns:p14="http://schemas.microsoft.com/office/powerpoint/2010/main" val="3404624740"/>
      </p:ext>
    </p:extLst>
  </p:cSld>
  <p:clrMapOvr>
    <a:masterClrMapping/>
  </p:clrMapOvr>
  <p:transition spd="med" advClick="0" advTm="1000">
    <p:spli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420054" y="192823"/>
            <a:ext cx="11387667" cy="862598"/>
          </a:xfrm>
        </p:spPr>
        <p:txBody>
          <a:bodyPr/>
          <a:lstStyle/>
          <a:p>
            <a:r>
              <a:rPr lang="tr-TR" dirty="0"/>
              <a:t>UML Nedir?</a:t>
            </a:r>
            <a:endParaRPr lang="en-US" dirty="0"/>
          </a:p>
        </p:txBody>
      </p:sp>
      <p:sp>
        <p:nvSpPr>
          <p:cNvPr id="3" name="İçerik Yer Tutucusu 2"/>
          <p:cNvSpPr>
            <a:spLocks noGrp="1"/>
          </p:cNvSpPr>
          <p:nvPr>
            <p:ph idx="1"/>
          </p:nvPr>
        </p:nvSpPr>
        <p:spPr>
          <a:xfrm>
            <a:off x="366309" y="1111909"/>
            <a:ext cx="11387667" cy="5479960"/>
          </a:xfrm>
        </p:spPr>
        <p:txBody>
          <a:bodyPr/>
          <a:lstStyle/>
          <a:p>
            <a:pPr algn="just" eaLnBrk="1" hangingPunct="1"/>
            <a:r>
              <a:rPr lang="tr-TR" sz="2400" b="1" dirty="0">
                <a:solidFill>
                  <a:srgbClr val="FF0000"/>
                </a:solidFill>
                <a:effectLst/>
              </a:rPr>
              <a:t>UML (Unified Modelling Language) </a:t>
            </a:r>
            <a:r>
              <a:rPr lang="tr-TR" sz="2400" dirty="0">
                <a:effectLst/>
              </a:rPr>
              <a:t>Türkçe olarak "</a:t>
            </a:r>
            <a:r>
              <a:rPr lang="tr-TR" sz="2400" b="1" dirty="0">
                <a:solidFill>
                  <a:srgbClr val="FF0000"/>
                </a:solidFill>
                <a:effectLst/>
              </a:rPr>
              <a:t>Birleşik Modelleme Dili</a:t>
            </a:r>
            <a:r>
              <a:rPr lang="tr-TR" sz="2400" dirty="0">
                <a:effectLst/>
              </a:rPr>
              <a:t>" şeklinde adlandırılabilir. UML bir programlama (ya da yazılım geliştirme) dili olmaktan ziyade iş sistemlerinin nasıl modellenebileceğini belirleyen ve açıklayan yöntemlerin bir araya toplanmış halidir. Daha çok yazılım geliştiriciler tarafından kullanılıyor olsa da UML ile yapılan modellemeler sadece yazılım projelerinde kullanılmak zorunda değildir: </a:t>
            </a:r>
            <a:r>
              <a:rPr lang="tr-TR" dirty="0">
                <a:solidFill>
                  <a:srgbClr val="FF0000"/>
                </a:solidFill>
                <a:effectLst/>
              </a:rPr>
              <a:t>Resmi UML dokumantasyonlarında UML'in yazılımın yanısıra "İş Sistemleri Modellenmesi"nde de kullanılabilir. </a:t>
            </a:r>
          </a:p>
          <a:p>
            <a:endParaRPr lang="tr-TR" sz="2400" dirty="0">
              <a:effectLst/>
            </a:endParaRPr>
          </a:p>
          <a:p>
            <a:r>
              <a:rPr lang="tr-TR" sz="2400" dirty="0">
                <a:effectLst/>
              </a:rPr>
              <a:t>Örneğin bir iş sistemin yapısını sade ve anlaşılır şekilde ortaya çıkarmak için Paket Diyagramı ("Package Diagram") kullanılabilir. Sınıf Diyagramı ("Class Diagram") vasıtası ile Nesnel Yönelimli Programlamada temel teşkil eden sınıflar net şekilde gösterilebilir ve böylece sağlanan ek görsellik ile yazılım tasarlamanın ilerleyen aşamalarında daha yüksek verimlilik sağlanabilir. </a:t>
            </a:r>
          </a:p>
          <a:p>
            <a:endParaRPr lang="tr-TR" sz="2400" dirty="0">
              <a:effectLst/>
            </a:endParaRPr>
          </a:p>
        </p:txBody>
      </p:sp>
      <p:sp>
        <p:nvSpPr>
          <p:cNvPr id="4" name="Veri Yer Tutucusu 3"/>
          <p:cNvSpPr>
            <a:spLocks noGrp="1"/>
          </p:cNvSpPr>
          <p:nvPr>
            <p:ph type="dt" sz="half" idx="10"/>
          </p:nvPr>
        </p:nvSpPr>
        <p:spPr/>
        <p:txBody>
          <a:bodyPr/>
          <a:lstStyle/>
          <a:p>
            <a:pPr>
              <a:defRPr/>
            </a:pPr>
            <a:fld id="{A6FAB1EC-7A00-4607-8BF8-66EE9839B22B}" type="datetime1">
              <a:rPr lang="tr-TR" smtClean="0">
                <a:solidFill>
                  <a:srgbClr val="FFFFFF"/>
                </a:solidFill>
              </a:rPr>
              <a:t>11.05.2020</a:t>
            </a:fld>
            <a:endParaRPr lang="tr-TR">
              <a:solidFill>
                <a:srgbClr val="FFFFFF"/>
              </a:solidFill>
            </a:endParaRPr>
          </a:p>
        </p:txBody>
      </p:sp>
      <p:sp>
        <p:nvSpPr>
          <p:cNvPr id="5" name="Slayt Numarası Yer Tutucusu 4"/>
          <p:cNvSpPr>
            <a:spLocks noGrp="1"/>
          </p:cNvSpPr>
          <p:nvPr>
            <p:ph type="sldNum" sz="quarter" idx="12"/>
          </p:nvPr>
        </p:nvSpPr>
        <p:spPr/>
        <p:txBody>
          <a:bodyPr/>
          <a:lstStyle/>
          <a:p>
            <a:pPr>
              <a:defRPr/>
            </a:pPr>
            <a:fld id="{B4D9CBB0-09FD-4FB3-A512-12DBE7913E78}" type="slidenum">
              <a:rPr lang="tr-TR" smtClean="0">
                <a:solidFill>
                  <a:srgbClr val="FFFFFF"/>
                </a:solidFill>
              </a:rPr>
              <a:pPr>
                <a:defRPr/>
              </a:pPr>
              <a:t>8</a:t>
            </a:fld>
            <a:endParaRPr lang="tr-TR">
              <a:solidFill>
                <a:srgbClr val="FFFFFF"/>
              </a:solidFill>
            </a:endParaRPr>
          </a:p>
        </p:txBody>
      </p:sp>
    </p:spTree>
    <p:extLst>
      <p:ext uri="{BB962C8B-B14F-4D97-AF65-F5344CB8AC3E}">
        <p14:creationId xmlns:p14="http://schemas.microsoft.com/office/powerpoint/2010/main" val="3611851147"/>
      </p:ext>
    </p:extLst>
  </p:cSld>
  <p:clrMapOvr>
    <a:masterClrMapping/>
  </p:clrMapOvr>
  <p:transition spd="med" advClick="0" advTm="1000">
    <p:spli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420054" y="192823"/>
            <a:ext cx="11387667" cy="862598"/>
          </a:xfrm>
        </p:spPr>
        <p:txBody>
          <a:bodyPr/>
          <a:lstStyle/>
          <a:p>
            <a:r>
              <a:rPr lang="tr-TR" dirty="0"/>
              <a:t>UML Diyagramları</a:t>
            </a:r>
            <a:endParaRPr lang="en-US" dirty="0"/>
          </a:p>
        </p:txBody>
      </p:sp>
      <p:sp>
        <p:nvSpPr>
          <p:cNvPr id="3" name="İçerik Yer Tutucusu 2"/>
          <p:cNvSpPr>
            <a:spLocks noGrp="1"/>
          </p:cNvSpPr>
          <p:nvPr>
            <p:ph idx="1"/>
          </p:nvPr>
        </p:nvSpPr>
        <p:spPr>
          <a:xfrm>
            <a:off x="366309" y="1111909"/>
            <a:ext cx="11387667" cy="5479960"/>
          </a:xfrm>
        </p:spPr>
        <p:txBody>
          <a:bodyPr/>
          <a:lstStyle/>
          <a:p>
            <a:pPr algn="just" eaLnBrk="1" hangingPunct="1"/>
            <a:r>
              <a:rPr lang="tr-TR" sz="2400" dirty="0">
                <a:effectLst/>
              </a:rPr>
              <a:t>UML 2.0, 3 ana bölümde 13 çeşit diyagram içerir. Yapısal diyagramlarda modellenen sistemde nelerin var olması gerektiği vurgulanır. Davranış diyagramlarında modellenen sistemde nelerin meydana gelmesi gerektiğini belirtir. Davranış diyagramlarının bir alt kümesi olan Etkileşim diyagramlarında ise modellenen sistemdeki elemanlar arasındaki veri ve komut akışı gösterilir.  UML Diyagramları 3 başlık altında toplanabilir.</a:t>
            </a:r>
          </a:p>
          <a:p>
            <a:pPr marL="0" indent="0" algn="just" eaLnBrk="1" hangingPunct="1">
              <a:buNone/>
            </a:pPr>
            <a:endParaRPr lang="tr-TR" sz="2400" dirty="0">
              <a:effectLst/>
            </a:endParaRPr>
          </a:p>
          <a:p>
            <a:r>
              <a:rPr lang="tr-TR" sz="2400" b="1" dirty="0">
                <a:solidFill>
                  <a:srgbClr val="FF0000"/>
                </a:solidFill>
              </a:rPr>
              <a:t>Yapısal Diyagramlar </a:t>
            </a:r>
          </a:p>
          <a:p>
            <a:pPr marL="400050" lvl="1" indent="0">
              <a:buNone/>
            </a:pPr>
            <a:r>
              <a:rPr lang="tr-TR" sz="2000" b="1" dirty="0">
                <a:solidFill>
                  <a:srgbClr val="FF0000"/>
                </a:solidFill>
              </a:rPr>
              <a:t>1. Sınıf (Class) diyagramı, </a:t>
            </a:r>
            <a:r>
              <a:rPr lang="tr-TR" sz="2000" b="1" dirty="0">
                <a:effectLst/>
              </a:rPr>
              <a:t>sistemin yapısını anlatmak için sistemde var olan sınıfları, sınıfların özelliklerini ve sınıflar arası ilişkileri kullanır. Nesneye yönelik sistemleri modellemede kullanılan en yaygın diyagramdır. </a:t>
            </a:r>
          </a:p>
          <a:p>
            <a:pPr marL="400050" lvl="1" indent="0">
              <a:buNone/>
            </a:pPr>
            <a:r>
              <a:rPr lang="tr-TR" sz="2000" b="1" dirty="0">
                <a:solidFill>
                  <a:srgbClr val="FF0000"/>
                </a:solidFill>
              </a:rPr>
              <a:t>2. Nesne (Object) diyagramı</a:t>
            </a:r>
            <a:r>
              <a:rPr lang="tr-TR" sz="2000" dirty="0">
                <a:effectLst/>
              </a:rPr>
              <a:t>, modellenen sistemin yapısının belirli bir andaki bütün ya da kısmi görünüşü tarif edilir. </a:t>
            </a:r>
            <a:endParaRPr lang="tr-TR" dirty="0">
              <a:effectLst/>
            </a:endParaRPr>
          </a:p>
          <a:p>
            <a:pPr marL="400050" lvl="1" indent="0">
              <a:buNone/>
            </a:pPr>
            <a:r>
              <a:rPr lang="tr-TR" sz="2000" b="1" dirty="0">
                <a:solidFill>
                  <a:srgbClr val="FF0000"/>
                </a:solidFill>
              </a:rPr>
              <a:t>3. Bileşen (Component) diyagramı</a:t>
            </a:r>
            <a:r>
              <a:rPr lang="tr-TR" sz="2000" b="1" dirty="0">
                <a:effectLst/>
              </a:rPr>
              <a:t>, bir yazılım sisteminin hangi tür bileşenlere ayrıldığını ve bu bileşenlerin nasıl birbiriyle ilişkili olduğunu betimler. Bir bileşen genellikle bir veya birden fazla sınıf, arayüz ve iletişime karşılık gelir. </a:t>
            </a:r>
          </a:p>
          <a:p>
            <a:pPr marL="400050" lvl="1" indent="0">
              <a:buNone/>
            </a:pPr>
            <a:endParaRPr lang="tr-TR" sz="2000" b="1" dirty="0">
              <a:effectLst/>
            </a:endParaRPr>
          </a:p>
        </p:txBody>
      </p:sp>
      <p:sp>
        <p:nvSpPr>
          <p:cNvPr id="4" name="Veri Yer Tutucusu 3"/>
          <p:cNvSpPr>
            <a:spLocks noGrp="1"/>
          </p:cNvSpPr>
          <p:nvPr>
            <p:ph type="dt" sz="half" idx="10"/>
          </p:nvPr>
        </p:nvSpPr>
        <p:spPr/>
        <p:txBody>
          <a:bodyPr/>
          <a:lstStyle/>
          <a:p>
            <a:pPr>
              <a:defRPr/>
            </a:pPr>
            <a:fld id="{A6FAB1EC-7A00-4607-8BF8-66EE9839B22B}" type="datetime1">
              <a:rPr lang="tr-TR" smtClean="0">
                <a:solidFill>
                  <a:srgbClr val="FFFFFF"/>
                </a:solidFill>
              </a:rPr>
              <a:t>11.05.2020</a:t>
            </a:fld>
            <a:endParaRPr lang="tr-TR" dirty="0">
              <a:solidFill>
                <a:srgbClr val="FFFFFF"/>
              </a:solidFill>
            </a:endParaRPr>
          </a:p>
        </p:txBody>
      </p:sp>
      <p:sp>
        <p:nvSpPr>
          <p:cNvPr id="5" name="Slayt Numarası Yer Tutucusu 4"/>
          <p:cNvSpPr>
            <a:spLocks noGrp="1"/>
          </p:cNvSpPr>
          <p:nvPr>
            <p:ph type="sldNum" sz="quarter" idx="12"/>
          </p:nvPr>
        </p:nvSpPr>
        <p:spPr/>
        <p:txBody>
          <a:bodyPr/>
          <a:lstStyle/>
          <a:p>
            <a:pPr>
              <a:defRPr/>
            </a:pPr>
            <a:fld id="{B4D9CBB0-09FD-4FB3-A512-12DBE7913E78}" type="slidenum">
              <a:rPr lang="tr-TR" smtClean="0">
                <a:solidFill>
                  <a:srgbClr val="FFFFFF"/>
                </a:solidFill>
              </a:rPr>
              <a:pPr>
                <a:defRPr/>
              </a:pPr>
              <a:t>9</a:t>
            </a:fld>
            <a:endParaRPr lang="tr-TR">
              <a:solidFill>
                <a:srgbClr val="FFFFFF"/>
              </a:solidFill>
            </a:endParaRPr>
          </a:p>
        </p:txBody>
      </p:sp>
    </p:spTree>
    <p:extLst>
      <p:ext uri="{BB962C8B-B14F-4D97-AF65-F5344CB8AC3E}">
        <p14:creationId xmlns:p14="http://schemas.microsoft.com/office/powerpoint/2010/main" val="921865301"/>
      </p:ext>
    </p:extLst>
  </p:cSld>
  <p:clrMapOvr>
    <a:masterClrMapping/>
  </p:clrMapOvr>
  <p:transition spd="med" advClick="0" advTm="1000">
    <p:spli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420054" y="192823"/>
            <a:ext cx="11387667" cy="862598"/>
          </a:xfrm>
        </p:spPr>
        <p:txBody>
          <a:bodyPr/>
          <a:lstStyle/>
          <a:p>
            <a:r>
              <a:rPr lang="tr-TR" dirty="0"/>
              <a:t>UML Diyagramları</a:t>
            </a:r>
            <a:endParaRPr lang="en-US" dirty="0"/>
          </a:p>
        </p:txBody>
      </p:sp>
      <p:sp>
        <p:nvSpPr>
          <p:cNvPr id="3" name="İçerik Yer Tutucusu 2"/>
          <p:cNvSpPr>
            <a:spLocks noGrp="1"/>
          </p:cNvSpPr>
          <p:nvPr>
            <p:ph idx="1"/>
          </p:nvPr>
        </p:nvSpPr>
        <p:spPr>
          <a:xfrm>
            <a:off x="366309" y="1111909"/>
            <a:ext cx="11387667" cy="5479960"/>
          </a:xfrm>
        </p:spPr>
        <p:txBody>
          <a:bodyPr/>
          <a:lstStyle/>
          <a:p>
            <a:pPr marL="400050" lvl="1" indent="0">
              <a:buNone/>
            </a:pPr>
            <a:r>
              <a:rPr lang="tr-TR" sz="2000" b="1" dirty="0">
                <a:solidFill>
                  <a:srgbClr val="FF0000"/>
                </a:solidFill>
              </a:rPr>
              <a:t>4. Paket (Package) diyagramı</a:t>
            </a:r>
            <a:r>
              <a:rPr lang="tr-TR" sz="2000" b="1" dirty="0"/>
              <a:t>, bir sistemin hangi mantıksal gruplara bölündüğünü ve bu gruplar arasındaki bağımlılıkları betimler. </a:t>
            </a:r>
          </a:p>
          <a:p>
            <a:pPr marL="400050" lvl="1" indent="0">
              <a:buNone/>
            </a:pPr>
            <a:r>
              <a:rPr lang="tr-TR" sz="2000" b="1" dirty="0">
                <a:solidFill>
                  <a:srgbClr val="FF0000"/>
                </a:solidFill>
              </a:rPr>
              <a:t>5. Dağılım (Deployment) diyagramı</a:t>
            </a:r>
            <a:r>
              <a:rPr lang="tr-TR" sz="2000" b="1" dirty="0"/>
              <a:t>, sistemde kullanılan donanımları, bu donanımların içinde yer alan bileşenleri ve bu bileşenlerin arasındaki bağlantıları gösterir. </a:t>
            </a:r>
          </a:p>
          <a:p>
            <a:pPr marL="400050" lvl="1" indent="0">
              <a:buNone/>
            </a:pPr>
            <a:r>
              <a:rPr lang="tr-TR" sz="2000" b="1" dirty="0">
                <a:solidFill>
                  <a:srgbClr val="FF0000"/>
                </a:solidFill>
              </a:rPr>
              <a:t>6. Birleşik Yapı (Composite Structure) diyagramı</a:t>
            </a:r>
            <a:r>
              <a:rPr lang="tr-TR" sz="2000" b="1" dirty="0"/>
              <a:t>, bir sınıfın iç yapısını ve bu yapının mümkün kıldığı iletişimleri tarif eder. </a:t>
            </a:r>
          </a:p>
          <a:p>
            <a:pPr marL="0" indent="0">
              <a:buNone/>
            </a:pPr>
            <a:endParaRPr lang="tr-TR" sz="2400" b="1" dirty="0"/>
          </a:p>
          <a:p>
            <a:r>
              <a:rPr lang="tr-TR" sz="2400" b="1" dirty="0">
                <a:solidFill>
                  <a:srgbClr val="FF0000"/>
                </a:solidFill>
              </a:rPr>
              <a:t>Davranış Diyagramları </a:t>
            </a:r>
          </a:p>
          <a:p>
            <a:pPr marL="400050" lvl="1" indent="0">
              <a:buNone/>
            </a:pPr>
            <a:r>
              <a:rPr lang="tr-TR" sz="2000" b="1" dirty="0">
                <a:solidFill>
                  <a:srgbClr val="FF0000"/>
                </a:solidFill>
              </a:rPr>
              <a:t>1. Kullanım Senaryosu (Use-Case) diyagramı</a:t>
            </a:r>
            <a:r>
              <a:rPr lang="tr-TR" sz="2000" b="1" dirty="0"/>
              <a:t>, modellenen sistem tarafından sağlanan işlevselliği sistemde yer alan aktörleri, aktörlerin sahip olduğu kullanım senaryolarını ve bu senaryolar arasındaki bağımlılıkları göstererek açıklar. </a:t>
            </a:r>
          </a:p>
          <a:p>
            <a:pPr marL="400050" lvl="1" indent="0">
              <a:buNone/>
            </a:pPr>
            <a:r>
              <a:rPr lang="tr-TR" sz="2000" b="1" dirty="0">
                <a:solidFill>
                  <a:srgbClr val="FF0000"/>
                </a:solidFill>
              </a:rPr>
              <a:t>2. Durum (Statechart) diyagramı</a:t>
            </a:r>
            <a:r>
              <a:rPr lang="tr-TR" sz="2000" b="1" dirty="0"/>
              <a:t>, bilgisayar programlarından iş süreçlerine kadar birçok sistemi tarif eden standartlaşmış bir gösterimdir. Durumlar, geçişler, olaylar ve faaliyetler gösterilir. </a:t>
            </a:r>
          </a:p>
          <a:p>
            <a:pPr marL="400050" lvl="1" indent="0">
              <a:buNone/>
            </a:pPr>
            <a:r>
              <a:rPr lang="tr-TR" sz="2000" b="1" dirty="0">
                <a:solidFill>
                  <a:srgbClr val="FF0000"/>
                </a:solidFill>
              </a:rPr>
              <a:t>3. Faaliyet (Activity) diyagramı</a:t>
            </a:r>
            <a:r>
              <a:rPr lang="tr-TR" sz="2000" b="1" dirty="0"/>
              <a:t>, modellenen sistemdeki iş akışını adım adım gösterir. Faaliyet diyagramı kapsamlı bir komut akışını tarif eder. Faaliyetler arası akışı gösteren Durum diyagramıdır. </a:t>
            </a:r>
          </a:p>
          <a:p>
            <a:pPr marL="0" indent="0">
              <a:buNone/>
            </a:pPr>
            <a:endParaRPr lang="tr-TR" sz="2400" b="1" dirty="0"/>
          </a:p>
          <a:p>
            <a:pPr marL="400050" lvl="1" indent="0">
              <a:buNone/>
            </a:pPr>
            <a:endParaRPr lang="tr-TR" sz="2000" b="1" dirty="0"/>
          </a:p>
          <a:p>
            <a:pPr marL="400050" lvl="1" indent="0">
              <a:buNone/>
            </a:pPr>
            <a:endParaRPr lang="tr-TR" sz="2000" b="1" dirty="0"/>
          </a:p>
        </p:txBody>
      </p:sp>
      <p:sp>
        <p:nvSpPr>
          <p:cNvPr id="4" name="Veri Yer Tutucusu 3"/>
          <p:cNvSpPr>
            <a:spLocks noGrp="1"/>
          </p:cNvSpPr>
          <p:nvPr>
            <p:ph type="dt" sz="half" idx="10"/>
          </p:nvPr>
        </p:nvSpPr>
        <p:spPr/>
        <p:txBody>
          <a:bodyPr/>
          <a:lstStyle/>
          <a:p>
            <a:pPr>
              <a:defRPr/>
            </a:pPr>
            <a:fld id="{A6FAB1EC-7A00-4607-8BF8-66EE9839B22B}" type="datetime1">
              <a:rPr lang="tr-TR" smtClean="0">
                <a:solidFill>
                  <a:srgbClr val="FFFFFF"/>
                </a:solidFill>
              </a:rPr>
              <a:t>11.05.2020</a:t>
            </a:fld>
            <a:endParaRPr lang="tr-TR">
              <a:solidFill>
                <a:srgbClr val="FFFFFF"/>
              </a:solidFill>
            </a:endParaRPr>
          </a:p>
        </p:txBody>
      </p:sp>
      <p:sp>
        <p:nvSpPr>
          <p:cNvPr id="5" name="Slayt Numarası Yer Tutucusu 4"/>
          <p:cNvSpPr>
            <a:spLocks noGrp="1"/>
          </p:cNvSpPr>
          <p:nvPr>
            <p:ph type="sldNum" sz="quarter" idx="12"/>
          </p:nvPr>
        </p:nvSpPr>
        <p:spPr/>
        <p:txBody>
          <a:bodyPr/>
          <a:lstStyle/>
          <a:p>
            <a:pPr>
              <a:defRPr/>
            </a:pPr>
            <a:fld id="{B4D9CBB0-09FD-4FB3-A512-12DBE7913E78}" type="slidenum">
              <a:rPr lang="tr-TR" smtClean="0">
                <a:solidFill>
                  <a:srgbClr val="FFFFFF"/>
                </a:solidFill>
              </a:rPr>
              <a:pPr>
                <a:defRPr/>
              </a:pPr>
              <a:t>10</a:t>
            </a:fld>
            <a:endParaRPr lang="tr-TR">
              <a:solidFill>
                <a:srgbClr val="FFFFFF"/>
              </a:solidFill>
            </a:endParaRPr>
          </a:p>
        </p:txBody>
      </p:sp>
    </p:spTree>
    <p:extLst>
      <p:ext uri="{BB962C8B-B14F-4D97-AF65-F5344CB8AC3E}">
        <p14:creationId xmlns:p14="http://schemas.microsoft.com/office/powerpoint/2010/main" val="2085769515"/>
      </p:ext>
    </p:extLst>
  </p:cSld>
  <p:clrMapOvr>
    <a:masterClrMapping/>
  </p:clrMapOvr>
  <p:transition spd="med" advClick="0" advTm="1000">
    <p:spli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420054" y="192823"/>
            <a:ext cx="11387667" cy="862598"/>
          </a:xfrm>
        </p:spPr>
        <p:txBody>
          <a:bodyPr/>
          <a:lstStyle/>
          <a:p>
            <a:r>
              <a:rPr lang="tr-TR" dirty="0"/>
              <a:t>UML Diyagramları</a:t>
            </a:r>
            <a:endParaRPr lang="en-US" dirty="0"/>
          </a:p>
        </p:txBody>
      </p:sp>
      <p:sp>
        <p:nvSpPr>
          <p:cNvPr id="3" name="İçerik Yer Tutucusu 2"/>
          <p:cNvSpPr>
            <a:spLocks noGrp="1"/>
          </p:cNvSpPr>
          <p:nvPr>
            <p:ph idx="1"/>
          </p:nvPr>
        </p:nvSpPr>
        <p:spPr>
          <a:xfrm>
            <a:off x="366309" y="1111909"/>
            <a:ext cx="11387667" cy="5479960"/>
          </a:xfrm>
        </p:spPr>
        <p:txBody>
          <a:bodyPr/>
          <a:lstStyle/>
          <a:p>
            <a:r>
              <a:rPr lang="tr-TR" sz="2400" b="1" dirty="0">
                <a:solidFill>
                  <a:srgbClr val="FF0000"/>
                </a:solidFill>
                <a:effectLst>
                  <a:outerShdw blurRad="38100" dist="38100" dir="2700000" algn="tl">
                    <a:srgbClr val="000000">
                      <a:alpha val="43137"/>
                    </a:srgbClr>
                  </a:outerShdw>
                </a:effectLst>
              </a:rPr>
              <a:t>Etkileşim Diyagramları </a:t>
            </a:r>
          </a:p>
          <a:p>
            <a:pPr marL="400050" lvl="1" indent="0">
              <a:buNone/>
            </a:pPr>
            <a:r>
              <a:rPr lang="tr-TR" sz="2000" b="1" dirty="0">
                <a:solidFill>
                  <a:srgbClr val="FF0000"/>
                </a:solidFill>
                <a:effectLst>
                  <a:outerShdw blurRad="38100" dist="38100" dir="2700000" algn="tl">
                    <a:srgbClr val="000000">
                      <a:alpha val="43137"/>
                    </a:srgbClr>
                  </a:outerShdw>
                </a:effectLst>
              </a:rPr>
              <a:t>1. Sıralama (Sequence) diyagramı</a:t>
            </a:r>
            <a:r>
              <a:rPr lang="tr-TR" dirty="0">
                <a:effectLst>
                  <a:outerShdw blurRad="38100" dist="38100" dir="2700000" algn="tl">
                    <a:srgbClr val="000000">
                      <a:alpha val="43137"/>
                    </a:srgbClr>
                  </a:outerShdw>
                </a:effectLst>
              </a:rPr>
              <a:t>, </a:t>
            </a:r>
            <a:r>
              <a:rPr lang="tr-TR" sz="2000" b="1" dirty="0">
                <a:effectLst>
                  <a:outerShdw blurRad="38100" dist="38100" dir="2700000" algn="tl">
                    <a:srgbClr val="000000">
                      <a:alpha val="43137"/>
                    </a:srgbClr>
                  </a:outerShdw>
                </a:effectLst>
              </a:rPr>
              <a:t>nesnelerin birbiriyle nasıl iletişim sağladıklarını sıralı iletiler şeklinde gösterir. Ayrıca nesnelerin yaşam süreleri de gösterilir. </a:t>
            </a:r>
          </a:p>
          <a:p>
            <a:pPr marL="400050" lvl="1" indent="0">
              <a:buNone/>
            </a:pPr>
            <a:r>
              <a:rPr lang="tr-TR" sz="2000" b="1" dirty="0">
                <a:solidFill>
                  <a:srgbClr val="FF0000"/>
                </a:solidFill>
                <a:effectLst>
                  <a:outerShdw blurRad="38100" dist="38100" dir="2700000" algn="tl">
                    <a:srgbClr val="000000">
                      <a:alpha val="43137"/>
                    </a:srgbClr>
                  </a:outerShdw>
                </a:effectLst>
              </a:rPr>
              <a:t>2. İletişim (Communication) diyagramı</a:t>
            </a:r>
            <a:r>
              <a:rPr lang="tr-TR" dirty="0">
                <a:effectLst>
                  <a:outerShdw blurRad="38100" dist="38100" dir="2700000" algn="tl">
                    <a:srgbClr val="000000">
                      <a:alpha val="43137"/>
                    </a:srgbClr>
                  </a:outerShdw>
                </a:effectLst>
              </a:rPr>
              <a:t>, </a:t>
            </a:r>
            <a:r>
              <a:rPr lang="tr-TR" sz="2000" b="1" dirty="0">
                <a:effectLst>
                  <a:outerShdw blurRad="38100" dist="38100" dir="2700000" algn="tl">
                    <a:srgbClr val="000000">
                      <a:alpha val="43137"/>
                    </a:srgbClr>
                  </a:outerShdw>
                </a:effectLst>
              </a:rPr>
              <a:t>nesneler ve parçalar arasındaki etkileşimi sıralı iletiler olarak gösterir. Sınıf, Sıralama ve Kullanım Senaryoları diyagramlarındaki bilgileri kullanarak sistemin hem statik yapısını hem de dinamik davranışını gösterir. </a:t>
            </a:r>
          </a:p>
          <a:p>
            <a:pPr marL="400050" lvl="1" indent="0">
              <a:buNone/>
            </a:pPr>
            <a:r>
              <a:rPr lang="tr-TR" dirty="0">
                <a:effectLst>
                  <a:outerShdw blurRad="38100" dist="38100" dir="2700000" algn="tl">
                    <a:srgbClr val="000000">
                      <a:alpha val="43137"/>
                    </a:srgbClr>
                  </a:outerShdw>
                </a:effectLst>
              </a:rPr>
              <a:t> </a:t>
            </a:r>
            <a:r>
              <a:rPr lang="tr-TR" sz="2000" b="1" dirty="0">
                <a:solidFill>
                  <a:srgbClr val="FF0000"/>
                </a:solidFill>
                <a:effectLst>
                  <a:outerShdw blurRad="38100" dist="38100" dir="2700000" algn="tl">
                    <a:srgbClr val="000000">
                      <a:alpha val="43137"/>
                    </a:srgbClr>
                  </a:outerShdw>
                </a:effectLst>
              </a:rPr>
              <a:t>3. Etkileşime Bakış (Interaction Overview) diyagramı</a:t>
            </a:r>
            <a:r>
              <a:rPr lang="tr-TR" dirty="0">
                <a:effectLst>
                  <a:outerShdw blurRad="38100" dist="38100" dir="2700000" algn="tl">
                    <a:srgbClr val="000000">
                      <a:alpha val="43137"/>
                    </a:srgbClr>
                  </a:outerShdw>
                </a:effectLst>
              </a:rPr>
              <a:t>, </a:t>
            </a:r>
            <a:r>
              <a:rPr lang="tr-TR" sz="2000" b="1" dirty="0">
                <a:effectLst>
                  <a:outerShdw blurRad="38100" dist="38100" dir="2700000" algn="tl">
                    <a:srgbClr val="000000">
                      <a:alpha val="43137"/>
                    </a:srgbClr>
                  </a:outerShdw>
                </a:effectLst>
              </a:rPr>
              <a:t>farklı etkileşim diyagramları kullanarak, bunlar arasındaki komut akışını gösterir. Bir başka deyişle, elemanları etkileşim diyagramları olan faaliyet diyagramlarıdır. </a:t>
            </a:r>
          </a:p>
          <a:p>
            <a:pPr marL="400050" lvl="1" indent="0">
              <a:buNone/>
            </a:pPr>
            <a:r>
              <a:rPr lang="tr-TR" sz="2000" b="1" dirty="0">
                <a:solidFill>
                  <a:srgbClr val="FF0000"/>
                </a:solidFill>
                <a:effectLst>
                  <a:outerShdw blurRad="38100" dist="38100" dir="2700000" algn="tl">
                    <a:srgbClr val="000000">
                      <a:alpha val="43137"/>
                    </a:srgbClr>
                  </a:outerShdw>
                </a:effectLst>
              </a:rPr>
              <a:t>4. Zaman Akış (Timing) diyagramı</a:t>
            </a:r>
            <a:r>
              <a:rPr lang="tr-TR" dirty="0">
                <a:effectLst>
                  <a:outerShdw blurRad="38100" dist="38100" dir="2700000" algn="tl">
                    <a:srgbClr val="000000">
                      <a:alpha val="43137"/>
                    </a:srgbClr>
                  </a:outerShdw>
                </a:effectLst>
              </a:rPr>
              <a:t>, </a:t>
            </a:r>
            <a:r>
              <a:rPr lang="tr-TR" sz="2000" b="1" dirty="0">
                <a:effectLst>
                  <a:outerShdw blurRad="38100" dist="38100" dir="2700000" algn="tl">
                    <a:srgbClr val="000000">
                      <a:alpha val="43137"/>
                    </a:srgbClr>
                  </a:outerShdw>
                </a:effectLst>
              </a:rPr>
              <a:t>odağın zaman kısıtlamarı olduğu etkileşim diyagramıdır. </a:t>
            </a:r>
          </a:p>
          <a:p>
            <a:pPr marL="0" indent="0">
              <a:buNone/>
            </a:pPr>
            <a:endParaRPr lang="tr-TR" sz="2400" b="1" dirty="0">
              <a:effectLst>
                <a:outerShdw blurRad="38100" dist="38100" dir="2700000" algn="tl">
                  <a:srgbClr val="000000">
                    <a:alpha val="43137"/>
                  </a:srgbClr>
                </a:outerShdw>
              </a:effectLst>
            </a:endParaRPr>
          </a:p>
          <a:p>
            <a:pPr marL="400050" lvl="1" indent="0">
              <a:buNone/>
            </a:pPr>
            <a:endParaRPr lang="tr-TR" sz="2000" b="1" dirty="0">
              <a:effectLst>
                <a:outerShdw blurRad="38100" dist="38100" dir="2700000" algn="tl">
                  <a:srgbClr val="000000">
                    <a:alpha val="43137"/>
                  </a:srgbClr>
                </a:outerShdw>
              </a:effectLst>
            </a:endParaRPr>
          </a:p>
          <a:p>
            <a:pPr marL="400050" lvl="1" indent="0">
              <a:buNone/>
            </a:pPr>
            <a:endParaRPr lang="tr-TR" sz="2000" b="1" dirty="0">
              <a:effectLst>
                <a:outerShdw blurRad="38100" dist="38100" dir="2700000" algn="tl">
                  <a:srgbClr val="000000">
                    <a:alpha val="43137"/>
                  </a:srgbClr>
                </a:outerShdw>
              </a:effectLst>
            </a:endParaRPr>
          </a:p>
        </p:txBody>
      </p:sp>
      <p:sp>
        <p:nvSpPr>
          <p:cNvPr id="4" name="Veri Yer Tutucusu 3"/>
          <p:cNvSpPr>
            <a:spLocks noGrp="1"/>
          </p:cNvSpPr>
          <p:nvPr>
            <p:ph type="dt" sz="half" idx="10"/>
          </p:nvPr>
        </p:nvSpPr>
        <p:spPr/>
        <p:txBody>
          <a:bodyPr/>
          <a:lstStyle/>
          <a:p>
            <a:pPr>
              <a:defRPr/>
            </a:pPr>
            <a:fld id="{A6FAB1EC-7A00-4607-8BF8-66EE9839B22B}" type="datetime1">
              <a:rPr lang="tr-TR" smtClean="0">
                <a:solidFill>
                  <a:srgbClr val="FFFFFF"/>
                </a:solidFill>
              </a:rPr>
              <a:t>11.05.2020</a:t>
            </a:fld>
            <a:endParaRPr lang="tr-TR">
              <a:solidFill>
                <a:srgbClr val="FFFFFF"/>
              </a:solidFill>
            </a:endParaRPr>
          </a:p>
        </p:txBody>
      </p:sp>
      <p:sp>
        <p:nvSpPr>
          <p:cNvPr id="5" name="Slayt Numarası Yer Tutucusu 4"/>
          <p:cNvSpPr>
            <a:spLocks noGrp="1"/>
          </p:cNvSpPr>
          <p:nvPr>
            <p:ph type="sldNum" sz="quarter" idx="12"/>
          </p:nvPr>
        </p:nvSpPr>
        <p:spPr/>
        <p:txBody>
          <a:bodyPr/>
          <a:lstStyle/>
          <a:p>
            <a:pPr>
              <a:defRPr/>
            </a:pPr>
            <a:fld id="{B4D9CBB0-09FD-4FB3-A512-12DBE7913E78}" type="slidenum">
              <a:rPr lang="tr-TR" smtClean="0">
                <a:solidFill>
                  <a:srgbClr val="FFFFFF"/>
                </a:solidFill>
              </a:rPr>
              <a:pPr>
                <a:defRPr/>
              </a:pPr>
              <a:t>11</a:t>
            </a:fld>
            <a:endParaRPr lang="tr-TR">
              <a:solidFill>
                <a:srgbClr val="FFFFFF"/>
              </a:solidFill>
            </a:endParaRPr>
          </a:p>
        </p:txBody>
      </p:sp>
    </p:spTree>
    <p:extLst>
      <p:ext uri="{BB962C8B-B14F-4D97-AF65-F5344CB8AC3E}">
        <p14:creationId xmlns:p14="http://schemas.microsoft.com/office/powerpoint/2010/main" val="3452634819"/>
      </p:ext>
    </p:extLst>
  </p:cSld>
  <p:clrMapOvr>
    <a:masterClrMapping/>
  </p:clrMapOvr>
  <p:transition spd="med" advClick="0" advTm="1000">
    <p:spli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420054" y="192823"/>
            <a:ext cx="11387667" cy="862598"/>
          </a:xfrm>
        </p:spPr>
        <p:txBody>
          <a:bodyPr/>
          <a:lstStyle/>
          <a:p>
            <a:r>
              <a:rPr lang="tr-TR" dirty="0"/>
              <a:t>UML’in yararları</a:t>
            </a:r>
            <a:endParaRPr lang="en-US" dirty="0"/>
          </a:p>
        </p:txBody>
      </p:sp>
      <p:sp>
        <p:nvSpPr>
          <p:cNvPr id="3" name="İçerik Yer Tutucusu 2"/>
          <p:cNvSpPr>
            <a:spLocks noGrp="1"/>
          </p:cNvSpPr>
          <p:nvPr>
            <p:ph idx="1"/>
          </p:nvPr>
        </p:nvSpPr>
        <p:spPr>
          <a:xfrm>
            <a:off x="366309" y="1111909"/>
            <a:ext cx="11387667" cy="5479960"/>
          </a:xfrm>
        </p:spPr>
        <p:txBody>
          <a:bodyPr/>
          <a:lstStyle/>
          <a:p>
            <a:pPr>
              <a:defRPr/>
            </a:pPr>
            <a:r>
              <a:rPr lang="tr-TR" sz="2400" dirty="0">
                <a:latin typeface="Arial" charset="0"/>
              </a:rPr>
              <a:t>Takım çalışmasında yardımcı olur, UML standartlaşmış uluslararası bir dildir ve bu dili bilen herkes diyagramlardan aynı şeyleri anlar. Müşteri ve teknik sorumlular diyagramlar üzerinden rahatça iletişim kurabilirler. Ekibinizde yer alan çalışma arkadaşlarınızla uyumlu bir şekilde çalışabilirsiniz ve ekibe yeni giren bir çalışan da projeye rahatlıkla dahil edilebilir.</a:t>
            </a:r>
          </a:p>
          <a:p>
            <a:pPr>
              <a:defRPr/>
            </a:pPr>
            <a:endParaRPr lang="tr-TR" sz="2400" dirty="0">
              <a:latin typeface="Arial" charset="0"/>
            </a:endParaRPr>
          </a:p>
          <a:p>
            <a:pPr>
              <a:defRPr/>
            </a:pPr>
            <a:r>
              <a:rPr lang="tr-TR" sz="2400" dirty="0">
                <a:latin typeface="Arial" charset="0"/>
              </a:rPr>
              <a:t>Kodlamayı kolaylaştırır, UML ile uygulamanızın tasarımı analiz aşamasında yapıldığı için, modellemeniz bittikten hemen sonra kod yazmaya başlayabilirsiniz.</a:t>
            </a:r>
          </a:p>
          <a:p>
            <a:pPr>
              <a:buFont typeface="Wingdings" pitchFamily="2" charset="2"/>
              <a:buChar char="ü"/>
              <a:defRPr/>
            </a:pPr>
            <a:endParaRPr lang="tr-TR" sz="2400" dirty="0">
              <a:latin typeface="Arial" charset="0"/>
            </a:endParaRPr>
          </a:p>
          <a:p>
            <a:pPr>
              <a:defRPr/>
            </a:pPr>
            <a:r>
              <a:rPr lang="tr-TR" sz="2400" dirty="0">
                <a:latin typeface="Arial" charset="0"/>
              </a:rPr>
              <a:t>Hataları en aza indirir, UML ile bütün sistem tasarlandığı için sistemde hata çıkma olasılığı azdır. Çıkan hataları düzeltmek ise çok daha kolaydır.</a:t>
            </a:r>
            <a:endParaRPr lang="tr-TR" sz="2400" b="1" dirty="0"/>
          </a:p>
          <a:p>
            <a:pPr marL="400050" lvl="1" indent="0">
              <a:buNone/>
            </a:pPr>
            <a:endParaRPr lang="tr-TR" sz="2000" b="1" dirty="0"/>
          </a:p>
          <a:p>
            <a:pPr marL="400050" lvl="1" indent="0">
              <a:buNone/>
            </a:pPr>
            <a:endParaRPr lang="tr-TR" sz="2000" b="1" dirty="0"/>
          </a:p>
        </p:txBody>
      </p:sp>
      <p:sp>
        <p:nvSpPr>
          <p:cNvPr id="4" name="Veri Yer Tutucusu 3"/>
          <p:cNvSpPr>
            <a:spLocks noGrp="1"/>
          </p:cNvSpPr>
          <p:nvPr>
            <p:ph type="dt" sz="half" idx="10"/>
          </p:nvPr>
        </p:nvSpPr>
        <p:spPr/>
        <p:txBody>
          <a:bodyPr/>
          <a:lstStyle/>
          <a:p>
            <a:pPr>
              <a:defRPr/>
            </a:pPr>
            <a:fld id="{A6FAB1EC-7A00-4607-8BF8-66EE9839B22B}" type="datetime1">
              <a:rPr lang="tr-TR" smtClean="0">
                <a:solidFill>
                  <a:srgbClr val="FFFFFF"/>
                </a:solidFill>
              </a:rPr>
              <a:t>11.05.2020</a:t>
            </a:fld>
            <a:endParaRPr lang="tr-TR" dirty="0">
              <a:solidFill>
                <a:srgbClr val="FFFFFF"/>
              </a:solidFill>
            </a:endParaRPr>
          </a:p>
        </p:txBody>
      </p:sp>
      <p:sp>
        <p:nvSpPr>
          <p:cNvPr id="5" name="Slayt Numarası Yer Tutucusu 4"/>
          <p:cNvSpPr>
            <a:spLocks noGrp="1"/>
          </p:cNvSpPr>
          <p:nvPr>
            <p:ph type="sldNum" sz="quarter" idx="12"/>
          </p:nvPr>
        </p:nvSpPr>
        <p:spPr/>
        <p:txBody>
          <a:bodyPr/>
          <a:lstStyle/>
          <a:p>
            <a:pPr>
              <a:defRPr/>
            </a:pPr>
            <a:fld id="{B4D9CBB0-09FD-4FB3-A512-12DBE7913E78}" type="slidenum">
              <a:rPr lang="tr-TR" smtClean="0">
                <a:solidFill>
                  <a:srgbClr val="FFFFFF"/>
                </a:solidFill>
              </a:rPr>
              <a:pPr>
                <a:defRPr/>
              </a:pPr>
              <a:t>12</a:t>
            </a:fld>
            <a:endParaRPr lang="tr-TR" dirty="0">
              <a:solidFill>
                <a:srgbClr val="FFFFFF"/>
              </a:solidFill>
            </a:endParaRPr>
          </a:p>
        </p:txBody>
      </p:sp>
    </p:spTree>
    <p:extLst>
      <p:ext uri="{BB962C8B-B14F-4D97-AF65-F5344CB8AC3E}">
        <p14:creationId xmlns:p14="http://schemas.microsoft.com/office/powerpoint/2010/main" val="112222185"/>
      </p:ext>
    </p:extLst>
  </p:cSld>
  <p:clrMapOvr>
    <a:masterClrMapping/>
  </p:clrMapOvr>
  <p:transition spd="med" advClick="0" advTm="1000">
    <p:spli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420054" y="192823"/>
            <a:ext cx="11387667" cy="862598"/>
          </a:xfrm>
        </p:spPr>
        <p:txBody>
          <a:bodyPr/>
          <a:lstStyle/>
          <a:p>
            <a:r>
              <a:rPr lang="tr-TR" dirty="0"/>
              <a:t>UML’in yararları</a:t>
            </a:r>
            <a:endParaRPr lang="en-US" dirty="0"/>
          </a:p>
        </p:txBody>
      </p:sp>
      <p:sp>
        <p:nvSpPr>
          <p:cNvPr id="3" name="İçerik Yer Tutucusu 2"/>
          <p:cNvSpPr>
            <a:spLocks noGrp="1"/>
          </p:cNvSpPr>
          <p:nvPr>
            <p:ph idx="1"/>
          </p:nvPr>
        </p:nvSpPr>
        <p:spPr>
          <a:xfrm>
            <a:off x="366309" y="1111909"/>
            <a:ext cx="11387667" cy="5479960"/>
          </a:xfrm>
        </p:spPr>
        <p:txBody>
          <a:bodyPr/>
          <a:lstStyle/>
          <a:p>
            <a:pPr>
              <a:defRPr/>
            </a:pPr>
            <a:r>
              <a:rPr lang="tr-TR" sz="2400" dirty="0">
                <a:latin typeface="Arial" charset="0"/>
              </a:rPr>
              <a:t>Tekrar kullanılabilir bileşenleriniz artar, UML ile tüm sistem ve sistemin bileşenleri daha baştan belirlendiği için, o bölümler tekrar tekrar yazılmayacaktır.</a:t>
            </a:r>
          </a:p>
          <a:p>
            <a:pPr>
              <a:buFont typeface="Wingdings" pitchFamily="2" charset="2"/>
              <a:buChar char="ü"/>
              <a:defRPr/>
            </a:pPr>
            <a:endParaRPr lang="tr-TR" sz="2400" dirty="0">
              <a:latin typeface="Arial" charset="0"/>
            </a:endParaRPr>
          </a:p>
          <a:p>
            <a:pPr>
              <a:defRPr/>
            </a:pPr>
            <a:r>
              <a:rPr lang="tr-TR" sz="2400" dirty="0">
                <a:latin typeface="Arial" charset="0"/>
              </a:rPr>
              <a:t>Program kararlılığı artar, UML ile ayrıntılı gereksinim analizleri yapıldıktan sonra senaryolar belirlenir. Senaryoların baştan belirli olması programınızı daha kararlı hale getirmenizde size yardımcı olur.</a:t>
            </a:r>
          </a:p>
          <a:p>
            <a:pPr marL="0" indent="0">
              <a:buNone/>
            </a:pPr>
            <a:endParaRPr lang="tr-TR" sz="2400" b="1" dirty="0"/>
          </a:p>
          <a:p>
            <a:pPr marL="400050" lvl="1" indent="0">
              <a:buNone/>
            </a:pPr>
            <a:endParaRPr lang="tr-TR" sz="2000" b="1" dirty="0"/>
          </a:p>
          <a:p>
            <a:pPr marL="400050" lvl="1" indent="0">
              <a:buNone/>
            </a:pPr>
            <a:endParaRPr lang="tr-TR" sz="2000" b="1" dirty="0"/>
          </a:p>
        </p:txBody>
      </p:sp>
      <p:sp>
        <p:nvSpPr>
          <p:cNvPr id="4" name="Veri Yer Tutucusu 3"/>
          <p:cNvSpPr>
            <a:spLocks noGrp="1"/>
          </p:cNvSpPr>
          <p:nvPr>
            <p:ph type="dt" sz="half" idx="10"/>
          </p:nvPr>
        </p:nvSpPr>
        <p:spPr/>
        <p:txBody>
          <a:bodyPr/>
          <a:lstStyle/>
          <a:p>
            <a:pPr>
              <a:defRPr/>
            </a:pPr>
            <a:fld id="{A6FAB1EC-7A00-4607-8BF8-66EE9839B22B}" type="datetime1">
              <a:rPr lang="tr-TR" smtClean="0">
                <a:solidFill>
                  <a:srgbClr val="FFFFFF"/>
                </a:solidFill>
              </a:rPr>
              <a:t>11.05.2020</a:t>
            </a:fld>
            <a:endParaRPr lang="tr-TR">
              <a:solidFill>
                <a:srgbClr val="FFFFFF"/>
              </a:solidFill>
            </a:endParaRPr>
          </a:p>
        </p:txBody>
      </p:sp>
      <p:sp>
        <p:nvSpPr>
          <p:cNvPr id="5" name="Slayt Numarası Yer Tutucusu 4"/>
          <p:cNvSpPr>
            <a:spLocks noGrp="1"/>
          </p:cNvSpPr>
          <p:nvPr>
            <p:ph type="sldNum" sz="quarter" idx="12"/>
          </p:nvPr>
        </p:nvSpPr>
        <p:spPr/>
        <p:txBody>
          <a:bodyPr/>
          <a:lstStyle/>
          <a:p>
            <a:pPr>
              <a:defRPr/>
            </a:pPr>
            <a:fld id="{B4D9CBB0-09FD-4FB3-A512-12DBE7913E78}" type="slidenum">
              <a:rPr lang="tr-TR" smtClean="0">
                <a:solidFill>
                  <a:srgbClr val="FFFFFF"/>
                </a:solidFill>
              </a:rPr>
              <a:pPr>
                <a:defRPr/>
              </a:pPr>
              <a:t>13</a:t>
            </a:fld>
            <a:endParaRPr lang="tr-TR">
              <a:solidFill>
                <a:srgbClr val="FFFFFF"/>
              </a:solidFill>
            </a:endParaRPr>
          </a:p>
        </p:txBody>
      </p:sp>
    </p:spTree>
    <p:extLst>
      <p:ext uri="{BB962C8B-B14F-4D97-AF65-F5344CB8AC3E}">
        <p14:creationId xmlns:p14="http://schemas.microsoft.com/office/powerpoint/2010/main" val="3261340754"/>
      </p:ext>
    </p:extLst>
  </p:cSld>
  <p:clrMapOvr>
    <a:masterClrMapping/>
  </p:clrMapOvr>
  <p:transition spd="med" advClick="0" advTm="1000">
    <p:spli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420054" y="192823"/>
            <a:ext cx="11387667" cy="862598"/>
          </a:xfrm>
        </p:spPr>
        <p:txBody>
          <a:bodyPr/>
          <a:lstStyle/>
          <a:p>
            <a:r>
              <a:rPr lang="tr-TR" dirty="0"/>
              <a:t>UML Class Diyagramları</a:t>
            </a:r>
            <a:endParaRPr lang="en-US" dirty="0"/>
          </a:p>
        </p:txBody>
      </p:sp>
      <p:sp>
        <p:nvSpPr>
          <p:cNvPr id="3" name="İçerik Yer Tutucusu 2"/>
          <p:cNvSpPr>
            <a:spLocks noGrp="1"/>
          </p:cNvSpPr>
          <p:nvPr>
            <p:ph idx="1"/>
          </p:nvPr>
        </p:nvSpPr>
        <p:spPr>
          <a:xfrm>
            <a:off x="366309" y="1111909"/>
            <a:ext cx="11387667" cy="5479960"/>
          </a:xfrm>
        </p:spPr>
        <p:txBody>
          <a:bodyPr/>
          <a:lstStyle/>
          <a:p>
            <a:r>
              <a:rPr lang="tr-TR" dirty="0"/>
              <a:t>Bir sınıf, ortak yapısı, ortak davranışları, ortak ilişkileri ve ortak semantiği bulunan nesneler koleksiyonudur. </a:t>
            </a:r>
          </a:p>
          <a:p>
            <a:r>
              <a:rPr lang="tr-TR" dirty="0"/>
              <a:t>UML’ de üç farklı alanı olan bir dikdörtgen şeklinde gösterilirler. </a:t>
            </a:r>
          </a:p>
          <a:p>
            <a:r>
              <a:rPr lang="tr-TR" dirty="0"/>
              <a:t>Bu üç bölümden ilki sınıf ismini, ikinci kısım yapısını(attributes), ve üçüncü bölüm ise davranışını(operations) gösterir. </a:t>
            </a:r>
          </a:p>
          <a:p>
            <a:r>
              <a:rPr lang="tr-TR" dirty="0"/>
              <a:t>Sınıfların gösteriminde sadece sınıf ismini, yapısını ya da davranışlarını veya her üçünü de birden görebilirsiniz. </a:t>
            </a:r>
          </a:p>
          <a:p>
            <a:r>
              <a:rPr lang="tr-TR" dirty="0"/>
              <a:t>Sınıflar isimlendirilirken bir standardizasyon olması amacıyla bütün isimler büyük harf ile başlarlar. </a:t>
            </a:r>
          </a:p>
          <a:p>
            <a:pPr marL="400050" lvl="1" indent="0">
              <a:buNone/>
            </a:pPr>
            <a:endParaRPr lang="tr-TR" sz="2000" b="1" dirty="0"/>
          </a:p>
        </p:txBody>
      </p:sp>
      <p:sp>
        <p:nvSpPr>
          <p:cNvPr id="4" name="Veri Yer Tutucusu 3"/>
          <p:cNvSpPr>
            <a:spLocks noGrp="1"/>
          </p:cNvSpPr>
          <p:nvPr>
            <p:ph type="dt" sz="half" idx="10"/>
          </p:nvPr>
        </p:nvSpPr>
        <p:spPr/>
        <p:txBody>
          <a:bodyPr/>
          <a:lstStyle/>
          <a:p>
            <a:pPr>
              <a:defRPr/>
            </a:pPr>
            <a:fld id="{A6FAB1EC-7A00-4607-8BF8-66EE9839B22B}" type="datetime1">
              <a:rPr lang="tr-TR" smtClean="0">
                <a:solidFill>
                  <a:srgbClr val="FFFFFF"/>
                </a:solidFill>
              </a:rPr>
              <a:t>11.05.2020</a:t>
            </a:fld>
            <a:endParaRPr lang="tr-TR">
              <a:solidFill>
                <a:srgbClr val="FFFFFF"/>
              </a:solidFill>
            </a:endParaRPr>
          </a:p>
        </p:txBody>
      </p:sp>
      <p:sp>
        <p:nvSpPr>
          <p:cNvPr id="5" name="Slayt Numarası Yer Tutucusu 4"/>
          <p:cNvSpPr>
            <a:spLocks noGrp="1"/>
          </p:cNvSpPr>
          <p:nvPr>
            <p:ph type="sldNum" sz="quarter" idx="12"/>
          </p:nvPr>
        </p:nvSpPr>
        <p:spPr/>
        <p:txBody>
          <a:bodyPr/>
          <a:lstStyle/>
          <a:p>
            <a:pPr>
              <a:defRPr/>
            </a:pPr>
            <a:fld id="{B4D9CBB0-09FD-4FB3-A512-12DBE7913E78}" type="slidenum">
              <a:rPr lang="tr-TR" smtClean="0">
                <a:solidFill>
                  <a:srgbClr val="FFFFFF"/>
                </a:solidFill>
              </a:rPr>
              <a:pPr>
                <a:defRPr/>
              </a:pPr>
              <a:t>14</a:t>
            </a:fld>
            <a:endParaRPr lang="tr-TR">
              <a:solidFill>
                <a:srgbClr val="FFFFFF"/>
              </a:solidFill>
            </a:endParaRPr>
          </a:p>
        </p:txBody>
      </p:sp>
    </p:spTree>
    <p:extLst>
      <p:ext uri="{BB962C8B-B14F-4D97-AF65-F5344CB8AC3E}">
        <p14:creationId xmlns:p14="http://schemas.microsoft.com/office/powerpoint/2010/main" val="308961309"/>
      </p:ext>
    </p:extLst>
  </p:cSld>
  <p:clrMapOvr>
    <a:masterClrMapping/>
  </p:clrMapOvr>
  <p:transition spd="med" advClick="0" advTm="1000">
    <p:spli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420054" y="192823"/>
            <a:ext cx="11387667" cy="862598"/>
          </a:xfrm>
        </p:spPr>
        <p:txBody>
          <a:bodyPr/>
          <a:lstStyle/>
          <a:p>
            <a:r>
              <a:rPr lang="tr-TR" dirty="0"/>
              <a:t>UML Class Diyagramları</a:t>
            </a:r>
            <a:endParaRPr lang="en-US" dirty="0"/>
          </a:p>
        </p:txBody>
      </p:sp>
      <p:sp>
        <p:nvSpPr>
          <p:cNvPr id="3" name="İçerik Yer Tutucusu 2"/>
          <p:cNvSpPr>
            <a:spLocks noGrp="1"/>
          </p:cNvSpPr>
          <p:nvPr>
            <p:ph idx="1"/>
          </p:nvPr>
        </p:nvSpPr>
        <p:spPr>
          <a:xfrm>
            <a:off x="366310" y="1111908"/>
            <a:ext cx="8041992" cy="4510969"/>
          </a:xfrm>
        </p:spPr>
        <p:txBody>
          <a:bodyPr/>
          <a:lstStyle/>
          <a:p>
            <a:pPr marL="400050" lvl="1" indent="0">
              <a:buNone/>
            </a:pPr>
            <a:r>
              <a:rPr lang="tr-TR" sz="2000" b="1" dirty="0"/>
              <a:t>Sınıf Adı Bölgesi: </a:t>
            </a:r>
            <a:r>
              <a:rPr lang="tr-TR" sz="2000" dirty="0"/>
              <a:t>Sınıfların ve Interfacelerin adının yazıldığı bölgedir. Sınıf abstract ise sınıf adı italik yazılır. Interface olması durumunda ise bu sınıfın arayüz olduğu belirtebilmek amacıyla &lt;&lt;interface&gt;&gt; şeklinde stereotypes olarak belirtilir. </a:t>
            </a:r>
          </a:p>
          <a:p>
            <a:pPr marL="400050" lvl="1" indent="0">
              <a:buNone/>
            </a:pPr>
            <a:endParaRPr lang="tr-TR" sz="2000" b="1" dirty="0"/>
          </a:p>
          <a:p>
            <a:pPr marL="400050" lvl="1" indent="0">
              <a:buNone/>
            </a:pPr>
            <a:r>
              <a:rPr lang="tr-TR" sz="2000" b="1" dirty="0"/>
              <a:t>Attribute Bölgesi: </a:t>
            </a:r>
            <a:r>
              <a:rPr lang="tr-TR" sz="2000" dirty="0"/>
              <a:t>Bu bölgede sınıf üyelerinden alanlar yer alır. Öncelikle erişim belirtice yazılır . Üyenin adından sonra : (iki nokta üst üste) yazılır ve tipi belirtilir. </a:t>
            </a:r>
          </a:p>
          <a:p>
            <a:pPr marL="400050" lvl="1" indent="0">
              <a:buNone/>
            </a:pPr>
            <a:endParaRPr lang="tr-TR" sz="2000" dirty="0"/>
          </a:p>
          <a:p>
            <a:pPr marL="400050" lvl="1" indent="0">
              <a:buNone/>
            </a:pPr>
            <a:r>
              <a:rPr lang="tr-TR" sz="2000" b="1" dirty="0"/>
              <a:t>Operation Bölgesi: </a:t>
            </a:r>
            <a:r>
              <a:rPr lang="tr-TR" sz="2000" dirty="0"/>
              <a:t>Bu bölgede sınıf üyelerinden metotlar vb yer alır. Öncelikle erişim belirtice yazılır. Üyenin adından sonra varsa metot parametrelerinin türleri parantez içersinde yazılır. : (iki nokta üst üste) yazılır ve geri dönüş tipi belirtilir </a:t>
            </a:r>
            <a:endParaRPr lang="tr-TR" sz="2000" b="1" dirty="0"/>
          </a:p>
        </p:txBody>
      </p:sp>
      <p:sp>
        <p:nvSpPr>
          <p:cNvPr id="4" name="Veri Yer Tutucusu 3"/>
          <p:cNvSpPr>
            <a:spLocks noGrp="1"/>
          </p:cNvSpPr>
          <p:nvPr>
            <p:ph type="dt" sz="half" idx="10"/>
          </p:nvPr>
        </p:nvSpPr>
        <p:spPr/>
        <p:txBody>
          <a:bodyPr/>
          <a:lstStyle/>
          <a:p>
            <a:pPr>
              <a:defRPr/>
            </a:pPr>
            <a:fld id="{A6FAB1EC-7A00-4607-8BF8-66EE9839B22B}" type="datetime1">
              <a:rPr lang="tr-TR" smtClean="0">
                <a:solidFill>
                  <a:srgbClr val="FFFFFF"/>
                </a:solidFill>
              </a:rPr>
              <a:t>11.05.2020</a:t>
            </a:fld>
            <a:endParaRPr lang="tr-TR">
              <a:solidFill>
                <a:srgbClr val="FFFFFF"/>
              </a:solidFill>
            </a:endParaRPr>
          </a:p>
        </p:txBody>
      </p:sp>
      <p:sp>
        <p:nvSpPr>
          <p:cNvPr id="5" name="Slayt Numarası Yer Tutucusu 4"/>
          <p:cNvSpPr>
            <a:spLocks noGrp="1"/>
          </p:cNvSpPr>
          <p:nvPr>
            <p:ph type="sldNum" sz="quarter" idx="12"/>
          </p:nvPr>
        </p:nvSpPr>
        <p:spPr/>
        <p:txBody>
          <a:bodyPr/>
          <a:lstStyle/>
          <a:p>
            <a:pPr>
              <a:defRPr/>
            </a:pPr>
            <a:fld id="{B4D9CBB0-09FD-4FB3-A512-12DBE7913E78}" type="slidenum">
              <a:rPr lang="tr-TR" smtClean="0">
                <a:solidFill>
                  <a:srgbClr val="FFFFFF"/>
                </a:solidFill>
              </a:rPr>
              <a:pPr>
                <a:defRPr/>
              </a:pPr>
              <a:t>15</a:t>
            </a:fld>
            <a:endParaRPr lang="tr-TR">
              <a:solidFill>
                <a:srgbClr val="FFFFFF"/>
              </a:solidFill>
            </a:endParaRPr>
          </a:p>
        </p:txBody>
      </p:sp>
      <p:pic>
        <p:nvPicPr>
          <p:cNvPr id="6" name="Picture 5"/>
          <p:cNvPicPr>
            <a:picLocks noChangeAspect="1"/>
          </p:cNvPicPr>
          <p:nvPr/>
        </p:nvPicPr>
        <p:blipFill>
          <a:blip r:embed="rId2"/>
          <a:stretch>
            <a:fillRect/>
          </a:stretch>
        </p:blipFill>
        <p:spPr>
          <a:xfrm>
            <a:off x="8626665" y="1111909"/>
            <a:ext cx="2990850" cy="2857500"/>
          </a:xfrm>
          <a:prstGeom prst="rect">
            <a:avLst/>
          </a:prstGeom>
        </p:spPr>
      </p:pic>
    </p:spTree>
    <p:extLst>
      <p:ext uri="{BB962C8B-B14F-4D97-AF65-F5344CB8AC3E}">
        <p14:creationId xmlns:p14="http://schemas.microsoft.com/office/powerpoint/2010/main" val="1590174612"/>
      </p:ext>
    </p:extLst>
  </p:cSld>
  <p:clrMapOvr>
    <a:masterClrMapping/>
  </p:clrMapOvr>
  <p:transition spd="med" advClick="0" advTm="1000">
    <p:spli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Veri Yer Tutucusu 3">
            <a:extLst>
              <a:ext uri="{FF2B5EF4-FFF2-40B4-BE49-F238E27FC236}">
                <a16:creationId xmlns:a16="http://schemas.microsoft.com/office/drawing/2014/main" id="{6B8EBFD3-36C5-4579-86DC-B2ED7D51EAE4}"/>
              </a:ext>
            </a:extLst>
          </p:cNvPr>
          <p:cNvSpPr>
            <a:spLocks noGrp="1"/>
          </p:cNvSpPr>
          <p:nvPr>
            <p:ph type="dt" sz="half" idx="10"/>
          </p:nvPr>
        </p:nvSpPr>
        <p:spPr/>
        <p:txBody>
          <a:bodyPr/>
          <a:lstStyle/>
          <a:p>
            <a:pPr>
              <a:defRPr/>
            </a:pPr>
            <a:fld id="{7413A151-EC64-4027-9AB7-70655E41D8F9}" type="datetime1">
              <a:rPr lang="tr-TR" smtClean="0">
                <a:solidFill>
                  <a:srgbClr val="FFFFFF"/>
                </a:solidFill>
              </a:rPr>
              <a:t>11.05.2020</a:t>
            </a:fld>
            <a:endParaRPr lang="tr-TR">
              <a:solidFill>
                <a:srgbClr val="FFFFFF"/>
              </a:solidFill>
            </a:endParaRPr>
          </a:p>
        </p:txBody>
      </p:sp>
      <p:sp>
        <p:nvSpPr>
          <p:cNvPr id="5" name="Slayt Numarası Yer Tutucusu 4">
            <a:extLst>
              <a:ext uri="{FF2B5EF4-FFF2-40B4-BE49-F238E27FC236}">
                <a16:creationId xmlns:a16="http://schemas.microsoft.com/office/drawing/2014/main" id="{E77175F0-B9C6-4DF7-8F49-F6B461143CFE}"/>
              </a:ext>
            </a:extLst>
          </p:cNvPr>
          <p:cNvSpPr>
            <a:spLocks noGrp="1"/>
          </p:cNvSpPr>
          <p:nvPr>
            <p:ph type="sldNum" sz="quarter" idx="12"/>
          </p:nvPr>
        </p:nvSpPr>
        <p:spPr/>
        <p:txBody>
          <a:bodyPr/>
          <a:lstStyle/>
          <a:p>
            <a:pPr>
              <a:defRPr/>
            </a:pPr>
            <a:fld id="{B4D9CBB0-09FD-4FB3-A512-12DBE7913E78}" type="slidenum">
              <a:rPr lang="tr-TR" smtClean="0">
                <a:solidFill>
                  <a:srgbClr val="FFFFFF"/>
                </a:solidFill>
              </a:rPr>
              <a:pPr>
                <a:defRPr/>
              </a:pPr>
              <a:t>16</a:t>
            </a:fld>
            <a:endParaRPr lang="tr-TR">
              <a:solidFill>
                <a:srgbClr val="FFFFFF"/>
              </a:solidFill>
            </a:endParaRPr>
          </a:p>
        </p:txBody>
      </p:sp>
      <p:pic>
        <p:nvPicPr>
          <p:cNvPr id="6" name="Resim 5">
            <a:extLst>
              <a:ext uri="{FF2B5EF4-FFF2-40B4-BE49-F238E27FC236}">
                <a16:creationId xmlns:a16="http://schemas.microsoft.com/office/drawing/2014/main" id="{CE7D73AA-FC45-4584-B704-E8B6D05A06FA}"/>
              </a:ext>
            </a:extLst>
          </p:cNvPr>
          <p:cNvPicPr>
            <a:picLocks noChangeAspect="1"/>
          </p:cNvPicPr>
          <p:nvPr/>
        </p:nvPicPr>
        <p:blipFill>
          <a:blip r:embed="rId2"/>
          <a:stretch>
            <a:fillRect/>
          </a:stretch>
        </p:blipFill>
        <p:spPr>
          <a:xfrm>
            <a:off x="1637122" y="136525"/>
            <a:ext cx="8917756" cy="6371457"/>
          </a:xfrm>
          <a:prstGeom prst="rect">
            <a:avLst/>
          </a:prstGeom>
        </p:spPr>
      </p:pic>
    </p:spTree>
    <p:extLst>
      <p:ext uri="{BB962C8B-B14F-4D97-AF65-F5344CB8AC3E}">
        <p14:creationId xmlns:p14="http://schemas.microsoft.com/office/powerpoint/2010/main" val="3416227965"/>
      </p:ext>
    </p:extLst>
  </p:cSld>
  <p:clrMapOvr>
    <a:masterClrMapping/>
  </p:clrMapOvr>
  <p:transition spd="med" advClick="0" advTm="1000">
    <p:spli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420054" y="192823"/>
            <a:ext cx="11387667" cy="862598"/>
          </a:xfrm>
        </p:spPr>
        <p:txBody>
          <a:bodyPr/>
          <a:lstStyle/>
          <a:p>
            <a:r>
              <a:rPr lang="tr-TR" dirty="0"/>
              <a:t>Sınıf Adı Bölgesi</a:t>
            </a:r>
            <a:endParaRPr lang="en-US" dirty="0"/>
          </a:p>
        </p:txBody>
      </p:sp>
      <p:sp>
        <p:nvSpPr>
          <p:cNvPr id="4" name="Veri Yer Tutucusu 3"/>
          <p:cNvSpPr>
            <a:spLocks noGrp="1"/>
          </p:cNvSpPr>
          <p:nvPr>
            <p:ph type="dt" sz="half" idx="10"/>
          </p:nvPr>
        </p:nvSpPr>
        <p:spPr/>
        <p:txBody>
          <a:bodyPr/>
          <a:lstStyle/>
          <a:p>
            <a:pPr>
              <a:defRPr/>
            </a:pPr>
            <a:fld id="{A6FAB1EC-7A00-4607-8BF8-66EE9839B22B}" type="datetime1">
              <a:rPr lang="tr-TR" smtClean="0">
                <a:solidFill>
                  <a:srgbClr val="FFFFFF"/>
                </a:solidFill>
              </a:rPr>
              <a:t>11.05.2020</a:t>
            </a:fld>
            <a:endParaRPr lang="tr-TR" dirty="0">
              <a:solidFill>
                <a:srgbClr val="FFFFFF"/>
              </a:solidFill>
            </a:endParaRPr>
          </a:p>
        </p:txBody>
      </p:sp>
      <p:sp>
        <p:nvSpPr>
          <p:cNvPr id="5" name="Slayt Numarası Yer Tutucusu 4"/>
          <p:cNvSpPr>
            <a:spLocks noGrp="1"/>
          </p:cNvSpPr>
          <p:nvPr>
            <p:ph type="sldNum" sz="quarter" idx="12"/>
          </p:nvPr>
        </p:nvSpPr>
        <p:spPr/>
        <p:txBody>
          <a:bodyPr/>
          <a:lstStyle/>
          <a:p>
            <a:pPr>
              <a:defRPr/>
            </a:pPr>
            <a:fld id="{B4D9CBB0-09FD-4FB3-A512-12DBE7913E78}" type="slidenum">
              <a:rPr lang="tr-TR" smtClean="0">
                <a:solidFill>
                  <a:srgbClr val="FFFFFF"/>
                </a:solidFill>
              </a:rPr>
              <a:pPr>
                <a:defRPr/>
              </a:pPr>
              <a:t>17</a:t>
            </a:fld>
            <a:endParaRPr lang="tr-TR">
              <a:solidFill>
                <a:srgbClr val="FFFFFF"/>
              </a:solidFill>
            </a:endParaRPr>
          </a:p>
        </p:txBody>
      </p:sp>
      <p:pic>
        <p:nvPicPr>
          <p:cNvPr id="7" name="Picture 6"/>
          <p:cNvPicPr>
            <a:picLocks noChangeAspect="1"/>
          </p:cNvPicPr>
          <p:nvPr/>
        </p:nvPicPr>
        <p:blipFill>
          <a:blip r:embed="rId2"/>
          <a:stretch>
            <a:fillRect/>
          </a:stretch>
        </p:blipFill>
        <p:spPr>
          <a:xfrm>
            <a:off x="2403854" y="3337142"/>
            <a:ext cx="7029450" cy="2343150"/>
          </a:xfrm>
          <a:prstGeom prst="rect">
            <a:avLst/>
          </a:prstGeom>
        </p:spPr>
      </p:pic>
      <p:sp>
        <p:nvSpPr>
          <p:cNvPr id="8" name="Content Placeholder 7"/>
          <p:cNvSpPr>
            <a:spLocks noGrp="1"/>
          </p:cNvSpPr>
          <p:nvPr>
            <p:ph idx="1"/>
          </p:nvPr>
        </p:nvSpPr>
        <p:spPr>
          <a:xfrm>
            <a:off x="224746" y="971224"/>
            <a:ext cx="11387667" cy="5142973"/>
          </a:xfrm>
        </p:spPr>
        <p:txBody>
          <a:bodyPr/>
          <a:lstStyle/>
          <a:p>
            <a:r>
              <a:rPr lang="tr-TR" dirty="0"/>
              <a:t> İlk harf büyük olmalı</a:t>
            </a:r>
          </a:p>
          <a:p>
            <a:r>
              <a:rPr lang="tr-TR" dirty="0"/>
              <a:t> Sınıf abstract sınıf ise sınıf ismi italik</a:t>
            </a:r>
          </a:p>
          <a:p>
            <a:r>
              <a:rPr lang="tr-TR" dirty="0"/>
              <a:t> Interface ise &lt;&lt; interface &gt;&gt; sterotype ifadesi ismin üstüne yazılmalı</a:t>
            </a:r>
          </a:p>
          <a:p>
            <a:pPr marL="0" indent="0">
              <a:buNone/>
            </a:pPr>
            <a:endParaRPr lang="tr-TR" dirty="0"/>
          </a:p>
          <a:p>
            <a:pPr marL="0" indent="0">
              <a:buNone/>
            </a:pPr>
            <a:endParaRPr lang="tr-TR" dirty="0"/>
          </a:p>
          <a:p>
            <a:pPr marL="0" indent="0">
              <a:buNone/>
            </a:pPr>
            <a:endParaRPr lang="tr-TR" dirty="0"/>
          </a:p>
          <a:p>
            <a:pPr marL="0" indent="0">
              <a:buNone/>
            </a:pPr>
            <a:endParaRPr lang="tr-TR" dirty="0"/>
          </a:p>
          <a:p>
            <a:pPr marL="0" indent="0">
              <a:buNone/>
            </a:pPr>
            <a:r>
              <a:rPr lang="tr-TR" dirty="0"/>
              <a:t>         </a:t>
            </a:r>
          </a:p>
          <a:p>
            <a:pPr marL="0" indent="0">
              <a:buNone/>
            </a:pPr>
            <a:r>
              <a:rPr lang="tr-TR" dirty="0"/>
              <a:t>            &lt;&lt;  .. &gt;&gt; işaretleri uml de streotype olarak adlandırılır.</a:t>
            </a:r>
          </a:p>
        </p:txBody>
      </p:sp>
    </p:spTree>
    <p:extLst>
      <p:ext uri="{BB962C8B-B14F-4D97-AF65-F5344CB8AC3E}">
        <p14:creationId xmlns:p14="http://schemas.microsoft.com/office/powerpoint/2010/main" val="1611565632"/>
      </p:ext>
    </p:extLst>
  </p:cSld>
  <p:clrMapOvr>
    <a:masterClrMapping/>
  </p:clrMapOvr>
  <p:transition spd="med" advClick="0" advTm="1000">
    <p:spli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420054" y="192823"/>
            <a:ext cx="11387667" cy="862598"/>
          </a:xfrm>
        </p:spPr>
        <p:txBody>
          <a:bodyPr/>
          <a:lstStyle/>
          <a:p>
            <a:r>
              <a:rPr lang="tr-TR" dirty="0"/>
              <a:t>Attritube Bölgesi</a:t>
            </a:r>
            <a:endParaRPr lang="en-US" dirty="0"/>
          </a:p>
        </p:txBody>
      </p:sp>
      <p:sp>
        <p:nvSpPr>
          <p:cNvPr id="4" name="Veri Yer Tutucusu 3"/>
          <p:cNvSpPr>
            <a:spLocks noGrp="1"/>
          </p:cNvSpPr>
          <p:nvPr>
            <p:ph type="dt" sz="half" idx="10"/>
          </p:nvPr>
        </p:nvSpPr>
        <p:spPr/>
        <p:txBody>
          <a:bodyPr/>
          <a:lstStyle/>
          <a:p>
            <a:pPr>
              <a:defRPr/>
            </a:pPr>
            <a:fld id="{A6FAB1EC-7A00-4607-8BF8-66EE9839B22B}" type="datetime1">
              <a:rPr lang="tr-TR" smtClean="0">
                <a:solidFill>
                  <a:srgbClr val="FFFFFF"/>
                </a:solidFill>
              </a:rPr>
              <a:t>11.05.2020</a:t>
            </a:fld>
            <a:endParaRPr lang="tr-TR" dirty="0">
              <a:solidFill>
                <a:srgbClr val="FFFFFF"/>
              </a:solidFill>
            </a:endParaRPr>
          </a:p>
        </p:txBody>
      </p:sp>
      <p:sp>
        <p:nvSpPr>
          <p:cNvPr id="5" name="Slayt Numarası Yer Tutucusu 4"/>
          <p:cNvSpPr>
            <a:spLocks noGrp="1"/>
          </p:cNvSpPr>
          <p:nvPr>
            <p:ph type="sldNum" sz="quarter" idx="12"/>
          </p:nvPr>
        </p:nvSpPr>
        <p:spPr/>
        <p:txBody>
          <a:bodyPr/>
          <a:lstStyle/>
          <a:p>
            <a:pPr>
              <a:defRPr/>
            </a:pPr>
            <a:fld id="{B4D9CBB0-09FD-4FB3-A512-12DBE7913E78}" type="slidenum">
              <a:rPr lang="tr-TR" smtClean="0">
                <a:solidFill>
                  <a:srgbClr val="FFFFFF"/>
                </a:solidFill>
              </a:rPr>
              <a:pPr>
                <a:defRPr/>
              </a:pPr>
              <a:t>18</a:t>
            </a:fld>
            <a:endParaRPr lang="tr-TR">
              <a:solidFill>
                <a:srgbClr val="FFFFFF"/>
              </a:solidFill>
            </a:endParaRPr>
          </a:p>
        </p:txBody>
      </p:sp>
      <p:sp>
        <p:nvSpPr>
          <p:cNvPr id="8" name="Content Placeholder 7"/>
          <p:cNvSpPr>
            <a:spLocks noGrp="1"/>
          </p:cNvSpPr>
          <p:nvPr>
            <p:ph idx="1"/>
          </p:nvPr>
        </p:nvSpPr>
        <p:spPr>
          <a:xfrm>
            <a:off x="224746" y="971224"/>
            <a:ext cx="11387667" cy="5274001"/>
          </a:xfrm>
        </p:spPr>
        <p:txBody>
          <a:bodyPr/>
          <a:lstStyle/>
          <a:p>
            <a:r>
              <a:rPr lang="tr-TR" dirty="0"/>
              <a:t> Bu bölgede sınıf üyelerinden alanlar yer alır. </a:t>
            </a:r>
          </a:p>
          <a:p>
            <a:endParaRPr lang="tr-TR" dirty="0"/>
          </a:p>
          <a:p>
            <a:endParaRPr lang="tr-TR" dirty="0"/>
          </a:p>
          <a:p>
            <a:endParaRPr lang="tr-TR" dirty="0"/>
          </a:p>
          <a:p>
            <a:r>
              <a:rPr lang="tr-TR" dirty="0"/>
              <a:t>Görünürlük(Visibility</a:t>
            </a:r>
            <a:r>
              <a:rPr lang="tr-TR" b="1" dirty="0"/>
              <a:t>) </a:t>
            </a:r>
          </a:p>
          <a:p>
            <a:pPr marL="457200" lvl="1" indent="0">
              <a:buNone/>
            </a:pPr>
            <a:endParaRPr lang="tr-TR" sz="2000" dirty="0"/>
          </a:p>
          <a:p>
            <a:pPr marL="457200" lvl="1" indent="0">
              <a:buNone/>
            </a:pPr>
            <a:r>
              <a:rPr lang="tr-TR" sz="2000" dirty="0"/>
              <a:t>Public: UML’de + sembolü ile gösterilir. </a:t>
            </a:r>
          </a:p>
          <a:p>
            <a:pPr marL="457200" lvl="1" indent="0">
              <a:buNone/>
            </a:pPr>
            <a:r>
              <a:rPr lang="tr-TR" sz="2000" dirty="0"/>
              <a:t>Protected: UML’de # sembolü ile gösterilir. </a:t>
            </a:r>
          </a:p>
          <a:p>
            <a:pPr marL="457200" lvl="1" indent="0">
              <a:buNone/>
            </a:pPr>
            <a:r>
              <a:rPr lang="tr-TR" sz="2000" dirty="0"/>
              <a:t>Package: aynı paketteki diğer sınıflar tarafında erişilebilir. UML’de ~ sembolü ile gösterilir. </a:t>
            </a:r>
          </a:p>
          <a:p>
            <a:pPr marL="457200" lvl="1" indent="0">
              <a:buNone/>
            </a:pPr>
            <a:r>
              <a:rPr lang="tr-TR" sz="2000" dirty="0"/>
              <a:t>Private: UML’de </a:t>
            </a:r>
            <a:r>
              <a:rPr lang="tr-TR" sz="2000" b="1" dirty="0"/>
              <a:t>-</a:t>
            </a:r>
            <a:r>
              <a:rPr lang="tr-TR" sz="2000" dirty="0"/>
              <a:t> sembolü ile gösterilir. </a:t>
            </a:r>
          </a:p>
          <a:p>
            <a:endParaRPr lang="tr-TR" dirty="0"/>
          </a:p>
          <a:p>
            <a:endParaRPr lang="tr-TR" dirty="0"/>
          </a:p>
          <a:p>
            <a:endParaRPr lang="tr-TR" dirty="0"/>
          </a:p>
          <a:p>
            <a:endParaRPr lang="tr-TR" dirty="0"/>
          </a:p>
        </p:txBody>
      </p:sp>
      <p:pic>
        <p:nvPicPr>
          <p:cNvPr id="9" name="Content Placeholder 6"/>
          <p:cNvPicPr>
            <a:picLocks noChangeAspect="1"/>
          </p:cNvPicPr>
          <p:nvPr/>
        </p:nvPicPr>
        <p:blipFill>
          <a:blip r:embed="rId2"/>
          <a:stretch>
            <a:fillRect/>
          </a:stretch>
        </p:blipFill>
        <p:spPr bwMode="auto">
          <a:xfrm>
            <a:off x="7215117" y="1833822"/>
            <a:ext cx="2143125" cy="2095500"/>
          </a:xfrm>
          <a:prstGeom prst="rect">
            <a:avLst/>
          </a:prstGeom>
          <a:noFill/>
          <a:ln w="9525">
            <a:noFill/>
            <a:miter lim="800000"/>
            <a:headEnd/>
            <a:tailEnd/>
          </a:ln>
          <a:effectLst/>
        </p:spPr>
      </p:pic>
    </p:spTree>
    <p:extLst>
      <p:ext uri="{BB962C8B-B14F-4D97-AF65-F5344CB8AC3E}">
        <p14:creationId xmlns:p14="http://schemas.microsoft.com/office/powerpoint/2010/main" val="2835775626"/>
      </p:ext>
    </p:extLst>
  </p:cSld>
  <p:clrMapOvr>
    <a:masterClrMapping/>
  </p:clrMapOvr>
  <p:transition spd="med" advClick="0" advTm="1000">
    <p:spli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420054" y="192823"/>
            <a:ext cx="11387667" cy="862598"/>
          </a:xfrm>
        </p:spPr>
        <p:txBody>
          <a:bodyPr/>
          <a:lstStyle/>
          <a:p>
            <a:r>
              <a:rPr lang="tr-TR" dirty="0"/>
              <a:t>Operation Bölgesi</a:t>
            </a:r>
            <a:endParaRPr lang="en-US" dirty="0"/>
          </a:p>
        </p:txBody>
      </p:sp>
      <p:sp>
        <p:nvSpPr>
          <p:cNvPr id="4" name="Veri Yer Tutucusu 3"/>
          <p:cNvSpPr>
            <a:spLocks noGrp="1"/>
          </p:cNvSpPr>
          <p:nvPr>
            <p:ph type="dt" sz="half" idx="10"/>
          </p:nvPr>
        </p:nvSpPr>
        <p:spPr/>
        <p:txBody>
          <a:bodyPr/>
          <a:lstStyle/>
          <a:p>
            <a:pPr>
              <a:defRPr/>
            </a:pPr>
            <a:fld id="{A6FAB1EC-7A00-4607-8BF8-66EE9839B22B}" type="datetime1">
              <a:rPr lang="tr-TR" smtClean="0">
                <a:solidFill>
                  <a:srgbClr val="FFFFFF"/>
                </a:solidFill>
              </a:rPr>
              <a:t>11.05.2020</a:t>
            </a:fld>
            <a:endParaRPr lang="tr-TR" dirty="0">
              <a:solidFill>
                <a:srgbClr val="FFFFFF"/>
              </a:solidFill>
            </a:endParaRPr>
          </a:p>
        </p:txBody>
      </p:sp>
      <p:sp>
        <p:nvSpPr>
          <p:cNvPr id="5" name="Slayt Numarası Yer Tutucusu 4"/>
          <p:cNvSpPr>
            <a:spLocks noGrp="1"/>
          </p:cNvSpPr>
          <p:nvPr>
            <p:ph type="sldNum" sz="quarter" idx="12"/>
          </p:nvPr>
        </p:nvSpPr>
        <p:spPr/>
        <p:txBody>
          <a:bodyPr/>
          <a:lstStyle/>
          <a:p>
            <a:pPr>
              <a:defRPr/>
            </a:pPr>
            <a:fld id="{B4D9CBB0-09FD-4FB3-A512-12DBE7913E78}" type="slidenum">
              <a:rPr lang="tr-TR" smtClean="0">
                <a:solidFill>
                  <a:srgbClr val="FFFFFF"/>
                </a:solidFill>
              </a:rPr>
              <a:pPr>
                <a:defRPr/>
              </a:pPr>
              <a:t>19</a:t>
            </a:fld>
            <a:endParaRPr lang="tr-TR">
              <a:solidFill>
                <a:srgbClr val="FFFFFF"/>
              </a:solidFill>
            </a:endParaRPr>
          </a:p>
        </p:txBody>
      </p:sp>
      <p:sp>
        <p:nvSpPr>
          <p:cNvPr id="8" name="Content Placeholder 7"/>
          <p:cNvSpPr>
            <a:spLocks noGrp="1"/>
          </p:cNvSpPr>
          <p:nvPr>
            <p:ph idx="1"/>
          </p:nvPr>
        </p:nvSpPr>
        <p:spPr>
          <a:xfrm>
            <a:off x="224746" y="971224"/>
            <a:ext cx="11387667" cy="2195057"/>
          </a:xfrm>
        </p:spPr>
        <p:txBody>
          <a:bodyPr/>
          <a:lstStyle/>
          <a:p>
            <a:r>
              <a:rPr lang="tr-TR" dirty="0"/>
              <a:t> Bu bölgede sınıf üyelerinden metotlar yer alır. Öncelikle erişim belirtice yazılır. Üyenin adından sonra varsa metot parametrelerinin türleri parantez içersinde yazılır. : (iki nokta üst üste) yazılır ve geri dönüş tipi belirtilir. </a:t>
            </a:r>
          </a:p>
          <a:p>
            <a:endParaRPr lang="tr-TR" dirty="0"/>
          </a:p>
          <a:p>
            <a:endParaRPr lang="tr-TR" dirty="0"/>
          </a:p>
          <a:p>
            <a:endParaRPr lang="tr-TR" dirty="0"/>
          </a:p>
          <a:p>
            <a:endParaRPr lang="tr-TR" dirty="0"/>
          </a:p>
          <a:p>
            <a:endParaRPr lang="tr-TR" dirty="0"/>
          </a:p>
        </p:txBody>
      </p:sp>
      <p:pic>
        <p:nvPicPr>
          <p:cNvPr id="6" name="Picture 5"/>
          <p:cNvPicPr>
            <a:picLocks noChangeAspect="1"/>
          </p:cNvPicPr>
          <p:nvPr/>
        </p:nvPicPr>
        <p:blipFill>
          <a:blip r:embed="rId2"/>
          <a:stretch>
            <a:fillRect/>
          </a:stretch>
        </p:blipFill>
        <p:spPr>
          <a:xfrm>
            <a:off x="4737834" y="3166281"/>
            <a:ext cx="3150572" cy="3024549"/>
          </a:xfrm>
          <a:prstGeom prst="rect">
            <a:avLst/>
          </a:prstGeom>
        </p:spPr>
      </p:pic>
    </p:spTree>
    <p:extLst>
      <p:ext uri="{BB962C8B-B14F-4D97-AF65-F5344CB8AC3E}">
        <p14:creationId xmlns:p14="http://schemas.microsoft.com/office/powerpoint/2010/main" val="988475871"/>
      </p:ext>
    </p:extLst>
  </p:cSld>
  <p:clrMapOvr>
    <a:masterClrMapping/>
  </p:clrMapOvr>
  <p:transition spd="med" advClick="0" advTm="1000">
    <p:spli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Veri Yer Tutucusu 3">
            <a:extLst>
              <a:ext uri="{FF2B5EF4-FFF2-40B4-BE49-F238E27FC236}">
                <a16:creationId xmlns:a16="http://schemas.microsoft.com/office/drawing/2014/main" id="{0F9F73DF-0F75-4622-804C-BE46BE4C9655}"/>
              </a:ext>
            </a:extLst>
          </p:cNvPr>
          <p:cNvSpPr>
            <a:spLocks noGrp="1"/>
          </p:cNvSpPr>
          <p:nvPr>
            <p:ph type="dt" sz="half" idx="10"/>
          </p:nvPr>
        </p:nvSpPr>
        <p:spPr/>
        <p:txBody>
          <a:bodyPr/>
          <a:lstStyle/>
          <a:p>
            <a:pPr>
              <a:defRPr/>
            </a:pPr>
            <a:fld id="{7413A151-EC64-4027-9AB7-70655E41D8F9}" type="datetime1">
              <a:rPr lang="tr-TR" smtClean="0">
                <a:solidFill>
                  <a:srgbClr val="FFFFFF"/>
                </a:solidFill>
              </a:rPr>
              <a:t>11.05.2020</a:t>
            </a:fld>
            <a:endParaRPr lang="tr-TR">
              <a:solidFill>
                <a:srgbClr val="FFFFFF"/>
              </a:solidFill>
            </a:endParaRPr>
          </a:p>
        </p:txBody>
      </p:sp>
      <p:sp>
        <p:nvSpPr>
          <p:cNvPr id="5" name="Slayt Numarası Yer Tutucusu 4">
            <a:extLst>
              <a:ext uri="{FF2B5EF4-FFF2-40B4-BE49-F238E27FC236}">
                <a16:creationId xmlns:a16="http://schemas.microsoft.com/office/drawing/2014/main" id="{91A91D9C-DE40-471D-8337-1C2DEAB18283}"/>
              </a:ext>
            </a:extLst>
          </p:cNvPr>
          <p:cNvSpPr>
            <a:spLocks noGrp="1"/>
          </p:cNvSpPr>
          <p:nvPr>
            <p:ph type="sldNum" sz="quarter" idx="12"/>
          </p:nvPr>
        </p:nvSpPr>
        <p:spPr/>
        <p:txBody>
          <a:bodyPr/>
          <a:lstStyle/>
          <a:p>
            <a:pPr>
              <a:defRPr/>
            </a:pPr>
            <a:fld id="{B4D9CBB0-09FD-4FB3-A512-12DBE7913E78}" type="slidenum">
              <a:rPr lang="tr-TR" smtClean="0">
                <a:solidFill>
                  <a:srgbClr val="FFFFFF"/>
                </a:solidFill>
              </a:rPr>
              <a:pPr>
                <a:defRPr/>
              </a:pPr>
              <a:t>20</a:t>
            </a:fld>
            <a:endParaRPr lang="tr-TR">
              <a:solidFill>
                <a:srgbClr val="FFFFFF"/>
              </a:solidFill>
            </a:endParaRPr>
          </a:p>
        </p:txBody>
      </p:sp>
      <p:pic>
        <p:nvPicPr>
          <p:cNvPr id="6" name="Resim 5">
            <a:extLst>
              <a:ext uri="{FF2B5EF4-FFF2-40B4-BE49-F238E27FC236}">
                <a16:creationId xmlns:a16="http://schemas.microsoft.com/office/drawing/2014/main" id="{DC239A4D-C131-40B5-BD58-BA2D0ACF0C65}"/>
              </a:ext>
            </a:extLst>
          </p:cNvPr>
          <p:cNvPicPr>
            <a:picLocks noChangeAspect="1"/>
          </p:cNvPicPr>
          <p:nvPr/>
        </p:nvPicPr>
        <p:blipFill>
          <a:blip r:embed="rId2"/>
          <a:stretch>
            <a:fillRect/>
          </a:stretch>
        </p:blipFill>
        <p:spPr>
          <a:xfrm>
            <a:off x="402166" y="294587"/>
            <a:ext cx="11255604" cy="6268825"/>
          </a:xfrm>
          <a:prstGeom prst="rect">
            <a:avLst/>
          </a:prstGeom>
        </p:spPr>
      </p:pic>
    </p:spTree>
    <p:extLst>
      <p:ext uri="{BB962C8B-B14F-4D97-AF65-F5344CB8AC3E}">
        <p14:creationId xmlns:p14="http://schemas.microsoft.com/office/powerpoint/2010/main" val="3483362591"/>
      </p:ext>
    </p:extLst>
  </p:cSld>
  <p:clrMapOvr>
    <a:masterClrMapping/>
  </p:clrMapOvr>
  <p:transition spd="med" advClick="0" advTm="1000">
    <p:spli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Veri Yer Tutucusu 1">
            <a:extLst>
              <a:ext uri="{FF2B5EF4-FFF2-40B4-BE49-F238E27FC236}">
                <a16:creationId xmlns:a16="http://schemas.microsoft.com/office/drawing/2014/main" id="{CF5E1A01-99F2-45B0-A9F1-F702BD236F4C}"/>
              </a:ext>
            </a:extLst>
          </p:cNvPr>
          <p:cNvSpPr>
            <a:spLocks noGrp="1"/>
          </p:cNvSpPr>
          <p:nvPr>
            <p:ph type="dt" sz="half" idx="10"/>
          </p:nvPr>
        </p:nvSpPr>
        <p:spPr/>
        <p:txBody>
          <a:bodyPr/>
          <a:lstStyle/>
          <a:p>
            <a:pPr>
              <a:defRPr/>
            </a:pPr>
            <a:fld id="{50EFE7E0-4DD7-4BFD-B25A-EF8EA815FC08}" type="datetime1">
              <a:rPr lang="tr-TR" smtClean="0">
                <a:solidFill>
                  <a:srgbClr val="FFFFFF"/>
                </a:solidFill>
              </a:rPr>
              <a:t>11.05.2020</a:t>
            </a:fld>
            <a:endParaRPr lang="tr-TR">
              <a:solidFill>
                <a:srgbClr val="FFFFFF"/>
              </a:solidFill>
            </a:endParaRPr>
          </a:p>
        </p:txBody>
      </p:sp>
      <p:sp>
        <p:nvSpPr>
          <p:cNvPr id="3" name="Slayt Numarası Yer Tutucusu 2">
            <a:extLst>
              <a:ext uri="{FF2B5EF4-FFF2-40B4-BE49-F238E27FC236}">
                <a16:creationId xmlns:a16="http://schemas.microsoft.com/office/drawing/2014/main" id="{C3891C26-6B3F-4097-8946-EB723BF36A25}"/>
              </a:ext>
            </a:extLst>
          </p:cNvPr>
          <p:cNvSpPr>
            <a:spLocks noGrp="1"/>
          </p:cNvSpPr>
          <p:nvPr>
            <p:ph type="sldNum" sz="quarter" idx="12"/>
          </p:nvPr>
        </p:nvSpPr>
        <p:spPr/>
        <p:txBody>
          <a:bodyPr/>
          <a:lstStyle/>
          <a:p>
            <a:pPr>
              <a:defRPr/>
            </a:pPr>
            <a:fld id="{69FD1CB8-63DB-4FCE-BE81-179D70A48255}" type="slidenum">
              <a:rPr lang="tr-TR" smtClean="0">
                <a:solidFill>
                  <a:srgbClr val="FFFFFF"/>
                </a:solidFill>
              </a:rPr>
              <a:pPr>
                <a:defRPr/>
              </a:pPr>
              <a:t>21</a:t>
            </a:fld>
            <a:endParaRPr lang="tr-TR">
              <a:solidFill>
                <a:srgbClr val="FFFFFF"/>
              </a:solidFill>
            </a:endParaRPr>
          </a:p>
        </p:txBody>
      </p:sp>
      <p:pic>
        <p:nvPicPr>
          <p:cNvPr id="4" name="Resim 3">
            <a:extLst>
              <a:ext uri="{FF2B5EF4-FFF2-40B4-BE49-F238E27FC236}">
                <a16:creationId xmlns:a16="http://schemas.microsoft.com/office/drawing/2014/main" id="{F007F0BB-9852-4FA1-9A79-6F963E52B07A}"/>
              </a:ext>
            </a:extLst>
          </p:cNvPr>
          <p:cNvPicPr>
            <a:picLocks noChangeAspect="1"/>
          </p:cNvPicPr>
          <p:nvPr/>
        </p:nvPicPr>
        <p:blipFill>
          <a:blip r:embed="rId2"/>
          <a:stretch>
            <a:fillRect/>
          </a:stretch>
        </p:blipFill>
        <p:spPr>
          <a:xfrm>
            <a:off x="844063" y="341644"/>
            <a:ext cx="10430188" cy="6219930"/>
          </a:xfrm>
          <a:prstGeom prst="rect">
            <a:avLst/>
          </a:prstGeom>
        </p:spPr>
      </p:pic>
    </p:spTree>
    <p:extLst>
      <p:ext uri="{BB962C8B-B14F-4D97-AF65-F5344CB8AC3E}">
        <p14:creationId xmlns:p14="http://schemas.microsoft.com/office/powerpoint/2010/main" val="1410270393"/>
      </p:ext>
    </p:extLst>
  </p:cSld>
  <p:clrMapOvr>
    <a:masterClrMapping/>
  </p:clrMapOvr>
  <p:transition spd="med" advClick="0" advTm="1000">
    <p:spli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Veri Yer Tutucusu 1">
            <a:extLst>
              <a:ext uri="{FF2B5EF4-FFF2-40B4-BE49-F238E27FC236}">
                <a16:creationId xmlns:a16="http://schemas.microsoft.com/office/drawing/2014/main" id="{950687FE-C50F-44A1-9786-0A90DB146325}"/>
              </a:ext>
            </a:extLst>
          </p:cNvPr>
          <p:cNvSpPr>
            <a:spLocks noGrp="1"/>
          </p:cNvSpPr>
          <p:nvPr>
            <p:ph type="dt" sz="half" idx="10"/>
          </p:nvPr>
        </p:nvSpPr>
        <p:spPr/>
        <p:txBody>
          <a:bodyPr/>
          <a:lstStyle/>
          <a:p>
            <a:pPr>
              <a:defRPr/>
            </a:pPr>
            <a:fld id="{50EFE7E0-4DD7-4BFD-B25A-EF8EA815FC08}" type="datetime1">
              <a:rPr lang="tr-TR" smtClean="0">
                <a:solidFill>
                  <a:srgbClr val="FFFFFF"/>
                </a:solidFill>
              </a:rPr>
              <a:t>11.05.2020</a:t>
            </a:fld>
            <a:endParaRPr lang="tr-TR">
              <a:solidFill>
                <a:srgbClr val="FFFFFF"/>
              </a:solidFill>
            </a:endParaRPr>
          </a:p>
        </p:txBody>
      </p:sp>
      <p:sp>
        <p:nvSpPr>
          <p:cNvPr id="3" name="Slayt Numarası Yer Tutucusu 2">
            <a:extLst>
              <a:ext uri="{FF2B5EF4-FFF2-40B4-BE49-F238E27FC236}">
                <a16:creationId xmlns:a16="http://schemas.microsoft.com/office/drawing/2014/main" id="{47C1D3C2-37D6-497F-A2A5-6FDD374EA2B8}"/>
              </a:ext>
            </a:extLst>
          </p:cNvPr>
          <p:cNvSpPr>
            <a:spLocks noGrp="1"/>
          </p:cNvSpPr>
          <p:nvPr>
            <p:ph type="sldNum" sz="quarter" idx="12"/>
          </p:nvPr>
        </p:nvSpPr>
        <p:spPr/>
        <p:txBody>
          <a:bodyPr/>
          <a:lstStyle/>
          <a:p>
            <a:pPr>
              <a:defRPr/>
            </a:pPr>
            <a:fld id="{69FD1CB8-63DB-4FCE-BE81-179D70A48255}" type="slidenum">
              <a:rPr lang="tr-TR" smtClean="0">
                <a:solidFill>
                  <a:srgbClr val="FFFFFF"/>
                </a:solidFill>
              </a:rPr>
              <a:pPr>
                <a:defRPr/>
              </a:pPr>
              <a:t>22</a:t>
            </a:fld>
            <a:endParaRPr lang="tr-TR">
              <a:solidFill>
                <a:srgbClr val="FFFFFF"/>
              </a:solidFill>
            </a:endParaRPr>
          </a:p>
        </p:txBody>
      </p:sp>
      <p:pic>
        <p:nvPicPr>
          <p:cNvPr id="4" name="Resim 3">
            <a:extLst>
              <a:ext uri="{FF2B5EF4-FFF2-40B4-BE49-F238E27FC236}">
                <a16:creationId xmlns:a16="http://schemas.microsoft.com/office/drawing/2014/main" id="{85A725EB-06F3-409C-AF44-79BBB8C727E7}"/>
              </a:ext>
            </a:extLst>
          </p:cNvPr>
          <p:cNvPicPr>
            <a:picLocks noChangeAspect="1"/>
          </p:cNvPicPr>
          <p:nvPr/>
        </p:nvPicPr>
        <p:blipFill>
          <a:blip r:embed="rId2"/>
          <a:stretch>
            <a:fillRect/>
          </a:stretch>
        </p:blipFill>
        <p:spPr>
          <a:xfrm>
            <a:off x="562708" y="281354"/>
            <a:ext cx="10822074" cy="6260123"/>
          </a:xfrm>
          <a:prstGeom prst="rect">
            <a:avLst/>
          </a:prstGeom>
        </p:spPr>
      </p:pic>
    </p:spTree>
    <p:extLst>
      <p:ext uri="{BB962C8B-B14F-4D97-AF65-F5344CB8AC3E}">
        <p14:creationId xmlns:p14="http://schemas.microsoft.com/office/powerpoint/2010/main" val="345604681"/>
      </p:ext>
    </p:extLst>
  </p:cSld>
  <p:clrMapOvr>
    <a:masterClrMapping/>
  </p:clrMapOvr>
  <p:transition spd="med" advClick="0" advTm="1000">
    <p:spli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Veri Yer Tutucusu 1">
            <a:extLst>
              <a:ext uri="{FF2B5EF4-FFF2-40B4-BE49-F238E27FC236}">
                <a16:creationId xmlns:a16="http://schemas.microsoft.com/office/drawing/2014/main" id="{E7274D5A-14B6-413A-8965-B5730726EFD8}"/>
              </a:ext>
            </a:extLst>
          </p:cNvPr>
          <p:cNvSpPr>
            <a:spLocks noGrp="1"/>
          </p:cNvSpPr>
          <p:nvPr>
            <p:ph type="dt" sz="half" idx="10"/>
          </p:nvPr>
        </p:nvSpPr>
        <p:spPr/>
        <p:txBody>
          <a:bodyPr/>
          <a:lstStyle/>
          <a:p>
            <a:pPr>
              <a:defRPr/>
            </a:pPr>
            <a:fld id="{50EFE7E0-4DD7-4BFD-B25A-EF8EA815FC08}" type="datetime1">
              <a:rPr lang="tr-TR" smtClean="0">
                <a:solidFill>
                  <a:srgbClr val="FFFFFF"/>
                </a:solidFill>
              </a:rPr>
              <a:t>11.05.2020</a:t>
            </a:fld>
            <a:endParaRPr lang="tr-TR">
              <a:solidFill>
                <a:srgbClr val="FFFFFF"/>
              </a:solidFill>
            </a:endParaRPr>
          </a:p>
        </p:txBody>
      </p:sp>
      <p:sp>
        <p:nvSpPr>
          <p:cNvPr id="3" name="Slayt Numarası Yer Tutucusu 2">
            <a:extLst>
              <a:ext uri="{FF2B5EF4-FFF2-40B4-BE49-F238E27FC236}">
                <a16:creationId xmlns:a16="http://schemas.microsoft.com/office/drawing/2014/main" id="{049924EA-E8D0-4A21-B99A-80C257412607}"/>
              </a:ext>
            </a:extLst>
          </p:cNvPr>
          <p:cNvSpPr>
            <a:spLocks noGrp="1"/>
          </p:cNvSpPr>
          <p:nvPr>
            <p:ph type="sldNum" sz="quarter" idx="12"/>
          </p:nvPr>
        </p:nvSpPr>
        <p:spPr/>
        <p:txBody>
          <a:bodyPr/>
          <a:lstStyle/>
          <a:p>
            <a:pPr>
              <a:defRPr/>
            </a:pPr>
            <a:fld id="{69FD1CB8-63DB-4FCE-BE81-179D70A48255}" type="slidenum">
              <a:rPr lang="tr-TR" smtClean="0">
                <a:solidFill>
                  <a:srgbClr val="FFFFFF"/>
                </a:solidFill>
              </a:rPr>
              <a:pPr>
                <a:defRPr/>
              </a:pPr>
              <a:t>23</a:t>
            </a:fld>
            <a:endParaRPr lang="tr-TR">
              <a:solidFill>
                <a:srgbClr val="FFFFFF"/>
              </a:solidFill>
            </a:endParaRPr>
          </a:p>
        </p:txBody>
      </p:sp>
      <p:pic>
        <p:nvPicPr>
          <p:cNvPr id="4" name="Resim 3">
            <a:extLst>
              <a:ext uri="{FF2B5EF4-FFF2-40B4-BE49-F238E27FC236}">
                <a16:creationId xmlns:a16="http://schemas.microsoft.com/office/drawing/2014/main" id="{88DD71EB-0B8A-43BE-94A2-926E9031379B}"/>
              </a:ext>
            </a:extLst>
          </p:cNvPr>
          <p:cNvPicPr>
            <a:picLocks noChangeAspect="1"/>
          </p:cNvPicPr>
          <p:nvPr/>
        </p:nvPicPr>
        <p:blipFill>
          <a:blip r:embed="rId2"/>
          <a:stretch>
            <a:fillRect/>
          </a:stretch>
        </p:blipFill>
        <p:spPr>
          <a:xfrm>
            <a:off x="1176337" y="211015"/>
            <a:ext cx="9839325" cy="6510460"/>
          </a:xfrm>
          <a:prstGeom prst="rect">
            <a:avLst/>
          </a:prstGeom>
        </p:spPr>
      </p:pic>
    </p:spTree>
    <p:extLst>
      <p:ext uri="{BB962C8B-B14F-4D97-AF65-F5344CB8AC3E}">
        <p14:creationId xmlns:p14="http://schemas.microsoft.com/office/powerpoint/2010/main" val="4178665301"/>
      </p:ext>
    </p:extLst>
  </p:cSld>
  <p:clrMapOvr>
    <a:masterClrMapping/>
  </p:clrMapOvr>
  <p:transition spd="med" advClick="0" advTm="1000">
    <p:spli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Veri Yer Tutucusu 1">
            <a:extLst>
              <a:ext uri="{FF2B5EF4-FFF2-40B4-BE49-F238E27FC236}">
                <a16:creationId xmlns:a16="http://schemas.microsoft.com/office/drawing/2014/main" id="{F01E6717-DC04-4419-8FC1-DCCB00B9FC6C}"/>
              </a:ext>
            </a:extLst>
          </p:cNvPr>
          <p:cNvSpPr>
            <a:spLocks noGrp="1"/>
          </p:cNvSpPr>
          <p:nvPr>
            <p:ph type="dt" sz="half" idx="10"/>
          </p:nvPr>
        </p:nvSpPr>
        <p:spPr/>
        <p:txBody>
          <a:bodyPr/>
          <a:lstStyle/>
          <a:p>
            <a:pPr>
              <a:defRPr/>
            </a:pPr>
            <a:fld id="{50EFE7E0-4DD7-4BFD-B25A-EF8EA815FC08}" type="datetime1">
              <a:rPr lang="tr-TR" smtClean="0">
                <a:solidFill>
                  <a:srgbClr val="FFFFFF"/>
                </a:solidFill>
              </a:rPr>
              <a:t>11.05.2020</a:t>
            </a:fld>
            <a:endParaRPr lang="tr-TR">
              <a:solidFill>
                <a:srgbClr val="FFFFFF"/>
              </a:solidFill>
            </a:endParaRPr>
          </a:p>
        </p:txBody>
      </p:sp>
      <p:sp>
        <p:nvSpPr>
          <p:cNvPr id="3" name="Slayt Numarası Yer Tutucusu 2">
            <a:extLst>
              <a:ext uri="{FF2B5EF4-FFF2-40B4-BE49-F238E27FC236}">
                <a16:creationId xmlns:a16="http://schemas.microsoft.com/office/drawing/2014/main" id="{04659728-B443-4BE2-9D89-4D435A1B1652}"/>
              </a:ext>
            </a:extLst>
          </p:cNvPr>
          <p:cNvSpPr>
            <a:spLocks noGrp="1"/>
          </p:cNvSpPr>
          <p:nvPr>
            <p:ph type="sldNum" sz="quarter" idx="12"/>
          </p:nvPr>
        </p:nvSpPr>
        <p:spPr/>
        <p:txBody>
          <a:bodyPr/>
          <a:lstStyle/>
          <a:p>
            <a:pPr>
              <a:defRPr/>
            </a:pPr>
            <a:fld id="{69FD1CB8-63DB-4FCE-BE81-179D70A48255}" type="slidenum">
              <a:rPr lang="tr-TR" smtClean="0">
                <a:solidFill>
                  <a:srgbClr val="FFFFFF"/>
                </a:solidFill>
              </a:rPr>
              <a:pPr>
                <a:defRPr/>
              </a:pPr>
              <a:t>24</a:t>
            </a:fld>
            <a:endParaRPr lang="tr-TR">
              <a:solidFill>
                <a:srgbClr val="FFFFFF"/>
              </a:solidFill>
            </a:endParaRPr>
          </a:p>
        </p:txBody>
      </p:sp>
      <p:pic>
        <p:nvPicPr>
          <p:cNvPr id="4" name="Resim 3">
            <a:extLst>
              <a:ext uri="{FF2B5EF4-FFF2-40B4-BE49-F238E27FC236}">
                <a16:creationId xmlns:a16="http://schemas.microsoft.com/office/drawing/2014/main" id="{0E3473DB-C9A8-4862-A218-9EC8A8C12C69}"/>
              </a:ext>
            </a:extLst>
          </p:cNvPr>
          <p:cNvPicPr>
            <a:picLocks noChangeAspect="1"/>
          </p:cNvPicPr>
          <p:nvPr/>
        </p:nvPicPr>
        <p:blipFill>
          <a:blip r:embed="rId2"/>
          <a:stretch>
            <a:fillRect/>
          </a:stretch>
        </p:blipFill>
        <p:spPr>
          <a:xfrm>
            <a:off x="1256044" y="351692"/>
            <a:ext cx="10168932" cy="6250075"/>
          </a:xfrm>
          <a:prstGeom prst="rect">
            <a:avLst/>
          </a:prstGeom>
        </p:spPr>
      </p:pic>
    </p:spTree>
    <p:extLst>
      <p:ext uri="{BB962C8B-B14F-4D97-AF65-F5344CB8AC3E}">
        <p14:creationId xmlns:p14="http://schemas.microsoft.com/office/powerpoint/2010/main" val="642119665"/>
      </p:ext>
    </p:extLst>
  </p:cSld>
  <p:clrMapOvr>
    <a:masterClrMapping/>
  </p:clrMapOvr>
  <p:transition spd="med" advClick="0" advTm="1000">
    <p:spli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Veri Yer Tutucusu 1">
            <a:extLst>
              <a:ext uri="{FF2B5EF4-FFF2-40B4-BE49-F238E27FC236}">
                <a16:creationId xmlns:a16="http://schemas.microsoft.com/office/drawing/2014/main" id="{04FFA8E4-AC94-454E-A287-ADD6C23D9A62}"/>
              </a:ext>
            </a:extLst>
          </p:cNvPr>
          <p:cNvSpPr>
            <a:spLocks noGrp="1"/>
          </p:cNvSpPr>
          <p:nvPr>
            <p:ph type="dt" sz="half" idx="10"/>
          </p:nvPr>
        </p:nvSpPr>
        <p:spPr/>
        <p:txBody>
          <a:bodyPr/>
          <a:lstStyle/>
          <a:p>
            <a:pPr>
              <a:defRPr/>
            </a:pPr>
            <a:fld id="{50EFE7E0-4DD7-4BFD-B25A-EF8EA815FC08}" type="datetime1">
              <a:rPr lang="tr-TR" smtClean="0">
                <a:solidFill>
                  <a:srgbClr val="FFFFFF"/>
                </a:solidFill>
              </a:rPr>
              <a:t>11.05.2020</a:t>
            </a:fld>
            <a:endParaRPr lang="tr-TR">
              <a:solidFill>
                <a:srgbClr val="FFFFFF"/>
              </a:solidFill>
            </a:endParaRPr>
          </a:p>
        </p:txBody>
      </p:sp>
      <p:sp>
        <p:nvSpPr>
          <p:cNvPr id="3" name="Slayt Numarası Yer Tutucusu 2">
            <a:extLst>
              <a:ext uri="{FF2B5EF4-FFF2-40B4-BE49-F238E27FC236}">
                <a16:creationId xmlns:a16="http://schemas.microsoft.com/office/drawing/2014/main" id="{3E3C9D58-A5CF-4A4B-92C3-92290297CC3B}"/>
              </a:ext>
            </a:extLst>
          </p:cNvPr>
          <p:cNvSpPr>
            <a:spLocks noGrp="1"/>
          </p:cNvSpPr>
          <p:nvPr>
            <p:ph type="sldNum" sz="quarter" idx="12"/>
          </p:nvPr>
        </p:nvSpPr>
        <p:spPr/>
        <p:txBody>
          <a:bodyPr/>
          <a:lstStyle/>
          <a:p>
            <a:pPr>
              <a:defRPr/>
            </a:pPr>
            <a:fld id="{69FD1CB8-63DB-4FCE-BE81-179D70A48255}" type="slidenum">
              <a:rPr lang="tr-TR" smtClean="0">
                <a:solidFill>
                  <a:srgbClr val="FFFFFF"/>
                </a:solidFill>
              </a:rPr>
              <a:pPr>
                <a:defRPr/>
              </a:pPr>
              <a:t>25</a:t>
            </a:fld>
            <a:endParaRPr lang="tr-TR">
              <a:solidFill>
                <a:srgbClr val="FFFFFF"/>
              </a:solidFill>
            </a:endParaRPr>
          </a:p>
        </p:txBody>
      </p:sp>
      <p:pic>
        <p:nvPicPr>
          <p:cNvPr id="4" name="Resim 3">
            <a:extLst>
              <a:ext uri="{FF2B5EF4-FFF2-40B4-BE49-F238E27FC236}">
                <a16:creationId xmlns:a16="http://schemas.microsoft.com/office/drawing/2014/main" id="{69FED866-71BD-4138-8789-71894D03E3DC}"/>
              </a:ext>
            </a:extLst>
          </p:cNvPr>
          <p:cNvPicPr>
            <a:picLocks noChangeAspect="1"/>
          </p:cNvPicPr>
          <p:nvPr/>
        </p:nvPicPr>
        <p:blipFill>
          <a:blip r:embed="rId2"/>
          <a:stretch>
            <a:fillRect/>
          </a:stretch>
        </p:blipFill>
        <p:spPr>
          <a:xfrm>
            <a:off x="1266825" y="136525"/>
            <a:ext cx="9658350" cy="6505435"/>
          </a:xfrm>
          <a:prstGeom prst="rect">
            <a:avLst/>
          </a:prstGeom>
        </p:spPr>
      </p:pic>
    </p:spTree>
    <p:extLst>
      <p:ext uri="{BB962C8B-B14F-4D97-AF65-F5344CB8AC3E}">
        <p14:creationId xmlns:p14="http://schemas.microsoft.com/office/powerpoint/2010/main" val="626116551"/>
      </p:ext>
    </p:extLst>
  </p:cSld>
  <p:clrMapOvr>
    <a:masterClrMapping/>
  </p:clrMapOvr>
  <p:transition spd="med" advClick="0" advTm="1000">
    <p:spli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Veri Yer Tutucusu 1">
            <a:extLst>
              <a:ext uri="{FF2B5EF4-FFF2-40B4-BE49-F238E27FC236}">
                <a16:creationId xmlns:a16="http://schemas.microsoft.com/office/drawing/2014/main" id="{724448C1-3943-4146-888C-492C3B338FE2}"/>
              </a:ext>
            </a:extLst>
          </p:cNvPr>
          <p:cNvSpPr>
            <a:spLocks noGrp="1"/>
          </p:cNvSpPr>
          <p:nvPr>
            <p:ph type="dt" sz="half" idx="10"/>
          </p:nvPr>
        </p:nvSpPr>
        <p:spPr/>
        <p:txBody>
          <a:bodyPr/>
          <a:lstStyle/>
          <a:p>
            <a:pPr>
              <a:defRPr/>
            </a:pPr>
            <a:fld id="{50EFE7E0-4DD7-4BFD-B25A-EF8EA815FC08}" type="datetime1">
              <a:rPr lang="tr-TR" smtClean="0">
                <a:solidFill>
                  <a:srgbClr val="FFFFFF"/>
                </a:solidFill>
              </a:rPr>
              <a:t>11.05.2020</a:t>
            </a:fld>
            <a:endParaRPr lang="tr-TR">
              <a:solidFill>
                <a:srgbClr val="FFFFFF"/>
              </a:solidFill>
            </a:endParaRPr>
          </a:p>
        </p:txBody>
      </p:sp>
      <p:sp>
        <p:nvSpPr>
          <p:cNvPr id="3" name="Slayt Numarası Yer Tutucusu 2">
            <a:extLst>
              <a:ext uri="{FF2B5EF4-FFF2-40B4-BE49-F238E27FC236}">
                <a16:creationId xmlns:a16="http://schemas.microsoft.com/office/drawing/2014/main" id="{43BA2C5E-20A6-4DCB-A785-15499ECBCD36}"/>
              </a:ext>
            </a:extLst>
          </p:cNvPr>
          <p:cNvSpPr>
            <a:spLocks noGrp="1"/>
          </p:cNvSpPr>
          <p:nvPr>
            <p:ph type="sldNum" sz="quarter" idx="12"/>
          </p:nvPr>
        </p:nvSpPr>
        <p:spPr/>
        <p:txBody>
          <a:bodyPr/>
          <a:lstStyle/>
          <a:p>
            <a:pPr>
              <a:defRPr/>
            </a:pPr>
            <a:fld id="{69FD1CB8-63DB-4FCE-BE81-179D70A48255}" type="slidenum">
              <a:rPr lang="tr-TR" smtClean="0">
                <a:solidFill>
                  <a:srgbClr val="FFFFFF"/>
                </a:solidFill>
              </a:rPr>
              <a:pPr>
                <a:defRPr/>
              </a:pPr>
              <a:t>26</a:t>
            </a:fld>
            <a:endParaRPr lang="tr-TR">
              <a:solidFill>
                <a:srgbClr val="FFFFFF"/>
              </a:solidFill>
            </a:endParaRPr>
          </a:p>
        </p:txBody>
      </p:sp>
      <p:pic>
        <p:nvPicPr>
          <p:cNvPr id="4" name="Resim 3">
            <a:extLst>
              <a:ext uri="{FF2B5EF4-FFF2-40B4-BE49-F238E27FC236}">
                <a16:creationId xmlns:a16="http://schemas.microsoft.com/office/drawing/2014/main" id="{CE67B657-CF7F-486F-97C4-BE0D5415CA46}"/>
              </a:ext>
            </a:extLst>
          </p:cNvPr>
          <p:cNvPicPr>
            <a:picLocks noChangeAspect="1"/>
          </p:cNvPicPr>
          <p:nvPr/>
        </p:nvPicPr>
        <p:blipFill>
          <a:blip r:embed="rId2"/>
          <a:stretch>
            <a:fillRect/>
          </a:stretch>
        </p:blipFill>
        <p:spPr>
          <a:xfrm>
            <a:off x="1085222" y="136525"/>
            <a:ext cx="10319657" cy="6440121"/>
          </a:xfrm>
          <a:prstGeom prst="rect">
            <a:avLst/>
          </a:prstGeom>
        </p:spPr>
      </p:pic>
    </p:spTree>
    <p:extLst>
      <p:ext uri="{BB962C8B-B14F-4D97-AF65-F5344CB8AC3E}">
        <p14:creationId xmlns:p14="http://schemas.microsoft.com/office/powerpoint/2010/main" val="457863206"/>
      </p:ext>
    </p:extLst>
  </p:cSld>
  <p:clrMapOvr>
    <a:masterClrMapping/>
  </p:clrMapOvr>
  <p:transition spd="med" advClick="0" advTm="1000">
    <p:split/>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Veri Yer Tutucusu 1">
            <a:extLst>
              <a:ext uri="{FF2B5EF4-FFF2-40B4-BE49-F238E27FC236}">
                <a16:creationId xmlns:a16="http://schemas.microsoft.com/office/drawing/2014/main" id="{DE5BFDCB-775C-4443-A3F3-74CD07597CC7}"/>
              </a:ext>
            </a:extLst>
          </p:cNvPr>
          <p:cNvSpPr>
            <a:spLocks noGrp="1"/>
          </p:cNvSpPr>
          <p:nvPr>
            <p:ph type="dt" sz="half" idx="10"/>
          </p:nvPr>
        </p:nvSpPr>
        <p:spPr/>
        <p:txBody>
          <a:bodyPr/>
          <a:lstStyle/>
          <a:p>
            <a:pPr>
              <a:defRPr/>
            </a:pPr>
            <a:fld id="{50EFE7E0-4DD7-4BFD-B25A-EF8EA815FC08}" type="datetime1">
              <a:rPr lang="tr-TR" smtClean="0">
                <a:solidFill>
                  <a:srgbClr val="FFFFFF"/>
                </a:solidFill>
              </a:rPr>
              <a:t>11.05.2020</a:t>
            </a:fld>
            <a:endParaRPr lang="tr-TR">
              <a:solidFill>
                <a:srgbClr val="FFFFFF"/>
              </a:solidFill>
            </a:endParaRPr>
          </a:p>
        </p:txBody>
      </p:sp>
      <p:sp>
        <p:nvSpPr>
          <p:cNvPr id="3" name="Slayt Numarası Yer Tutucusu 2">
            <a:extLst>
              <a:ext uri="{FF2B5EF4-FFF2-40B4-BE49-F238E27FC236}">
                <a16:creationId xmlns:a16="http://schemas.microsoft.com/office/drawing/2014/main" id="{67757ECA-57FE-4ECB-B416-327BD8B3615F}"/>
              </a:ext>
            </a:extLst>
          </p:cNvPr>
          <p:cNvSpPr>
            <a:spLocks noGrp="1"/>
          </p:cNvSpPr>
          <p:nvPr>
            <p:ph type="sldNum" sz="quarter" idx="12"/>
          </p:nvPr>
        </p:nvSpPr>
        <p:spPr/>
        <p:txBody>
          <a:bodyPr/>
          <a:lstStyle/>
          <a:p>
            <a:pPr>
              <a:defRPr/>
            </a:pPr>
            <a:fld id="{69FD1CB8-63DB-4FCE-BE81-179D70A48255}" type="slidenum">
              <a:rPr lang="tr-TR" smtClean="0">
                <a:solidFill>
                  <a:srgbClr val="FFFFFF"/>
                </a:solidFill>
              </a:rPr>
              <a:pPr>
                <a:defRPr/>
              </a:pPr>
              <a:t>27</a:t>
            </a:fld>
            <a:endParaRPr lang="tr-TR">
              <a:solidFill>
                <a:srgbClr val="FFFFFF"/>
              </a:solidFill>
            </a:endParaRPr>
          </a:p>
        </p:txBody>
      </p:sp>
      <p:pic>
        <p:nvPicPr>
          <p:cNvPr id="4" name="Resim 3">
            <a:extLst>
              <a:ext uri="{FF2B5EF4-FFF2-40B4-BE49-F238E27FC236}">
                <a16:creationId xmlns:a16="http://schemas.microsoft.com/office/drawing/2014/main" id="{FAF9FE5F-854C-4B7E-8650-8FEE989576C0}"/>
              </a:ext>
            </a:extLst>
          </p:cNvPr>
          <p:cNvPicPr>
            <a:picLocks noChangeAspect="1"/>
          </p:cNvPicPr>
          <p:nvPr/>
        </p:nvPicPr>
        <p:blipFill>
          <a:blip r:embed="rId2"/>
          <a:stretch>
            <a:fillRect/>
          </a:stretch>
        </p:blipFill>
        <p:spPr>
          <a:xfrm>
            <a:off x="1276142" y="114300"/>
            <a:ext cx="9463296" cy="6629400"/>
          </a:xfrm>
          <a:prstGeom prst="rect">
            <a:avLst/>
          </a:prstGeom>
        </p:spPr>
      </p:pic>
    </p:spTree>
    <p:extLst>
      <p:ext uri="{BB962C8B-B14F-4D97-AF65-F5344CB8AC3E}">
        <p14:creationId xmlns:p14="http://schemas.microsoft.com/office/powerpoint/2010/main" val="4101469496"/>
      </p:ext>
    </p:extLst>
  </p:cSld>
  <p:clrMapOvr>
    <a:masterClrMapping/>
  </p:clrMapOvr>
  <p:transition spd="med" advClick="0" advTm="1000">
    <p:split/>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Veri Yer Tutucusu 1">
            <a:extLst>
              <a:ext uri="{FF2B5EF4-FFF2-40B4-BE49-F238E27FC236}">
                <a16:creationId xmlns:a16="http://schemas.microsoft.com/office/drawing/2014/main" id="{2C9C3E55-1754-4F4B-84D7-1D6EDE19C627}"/>
              </a:ext>
            </a:extLst>
          </p:cNvPr>
          <p:cNvSpPr>
            <a:spLocks noGrp="1"/>
          </p:cNvSpPr>
          <p:nvPr>
            <p:ph type="dt" sz="half" idx="10"/>
          </p:nvPr>
        </p:nvSpPr>
        <p:spPr/>
        <p:txBody>
          <a:bodyPr/>
          <a:lstStyle/>
          <a:p>
            <a:pPr>
              <a:defRPr/>
            </a:pPr>
            <a:fld id="{50EFE7E0-4DD7-4BFD-B25A-EF8EA815FC08}" type="datetime1">
              <a:rPr lang="tr-TR" smtClean="0">
                <a:solidFill>
                  <a:srgbClr val="FFFFFF"/>
                </a:solidFill>
              </a:rPr>
              <a:t>11.05.2020</a:t>
            </a:fld>
            <a:endParaRPr lang="tr-TR">
              <a:solidFill>
                <a:srgbClr val="FFFFFF"/>
              </a:solidFill>
            </a:endParaRPr>
          </a:p>
        </p:txBody>
      </p:sp>
      <p:sp>
        <p:nvSpPr>
          <p:cNvPr id="3" name="Slayt Numarası Yer Tutucusu 2">
            <a:extLst>
              <a:ext uri="{FF2B5EF4-FFF2-40B4-BE49-F238E27FC236}">
                <a16:creationId xmlns:a16="http://schemas.microsoft.com/office/drawing/2014/main" id="{176FC4F7-3D8B-48A2-A29A-D210A18FE283}"/>
              </a:ext>
            </a:extLst>
          </p:cNvPr>
          <p:cNvSpPr>
            <a:spLocks noGrp="1"/>
          </p:cNvSpPr>
          <p:nvPr>
            <p:ph type="sldNum" sz="quarter" idx="12"/>
          </p:nvPr>
        </p:nvSpPr>
        <p:spPr/>
        <p:txBody>
          <a:bodyPr/>
          <a:lstStyle/>
          <a:p>
            <a:pPr>
              <a:defRPr/>
            </a:pPr>
            <a:fld id="{69FD1CB8-63DB-4FCE-BE81-179D70A48255}" type="slidenum">
              <a:rPr lang="tr-TR" smtClean="0">
                <a:solidFill>
                  <a:srgbClr val="FFFFFF"/>
                </a:solidFill>
              </a:rPr>
              <a:pPr>
                <a:defRPr/>
              </a:pPr>
              <a:t>28</a:t>
            </a:fld>
            <a:endParaRPr lang="tr-TR">
              <a:solidFill>
                <a:srgbClr val="FFFFFF"/>
              </a:solidFill>
            </a:endParaRPr>
          </a:p>
        </p:txBody>
      </p:sp>
      <p:pic>
        <p:nvPicPr>
          <p:cNvPr id="4" name="Resim 3">
            <a:extLst>
              <a:ext uri="{FF2B5EF4-FFF2-40B4-BE49-F238E27FC236}">
                <a16:creationId xmlns:a16="http://schemas.microsoft.com/office/drawing/2014/main" id="{A1740BA9-E44E-49EC-9219-73BC916951BC}"/>
              </a:ext>
            </a:extLst>
          </p:cNvPr>
          <p:cNvPicPr>
            <a:picLocks noChangeAspect="1"/>
          </p:cNvPicPr>
          <p:nvPr/>
        </p:nvPicPr>
        <p:blipFill>
          <a:blip r:embed="rId2"/>
          <a:stretch>
            <a:fillRect/>
          </a:stretch>
        </p:blipFill>
        <p:spPr>
          <a:xfrm>
            <a:off x="1326382" y="331595"/>
            <a:ext cx="9978014" cy="6385029"/>
          </a:xfrm>
          <a:prstGeom prst="rect">
            <a:avLst/>
          </a:prstGeom>
        </p:spPr>
      </p:pic>
    </p:spTree>
    <p:extLst>
      <p:ext uri="{BB962C8B-B14F-4D97-AF65-F5344CB8AC3E}">
        <p14:creationId xmlns:p14="http://schemas.microsoft.com/office/powerpoint/2010/main" val="118070520"/>
      </p:ext>
    </p:extLst>
  </p:cSld>
  <p:clrMapOvr>
    <a:masterClrMapping/>
  </p:clrMapOvr>
  <p:transition spd="med" advClick="0" advTm="1000">
    <p:split/>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Veri Yer Tutucusu 1">
            <a:extLst>
              <a:ext uri="{FF2B5EF4-FFF2-40B4-BE49-F238E27FC236}">
                <a16:creationId xmlns:a16="http://schemas.microsoft.com/office/drawing/2014/main" id="{CC032D74-A25E-4BD9-9C58-34C2558A05A7}"/>
              </a:ext>
            </a:extLst>
          </p:cNvPr>
          <p:cNvSpPr>
            <a:spLocks noGrp="1"/>
          </p:cNvSpPr>
          <p:nvPr>
            <p:ph type="dt" sz="half" idx="10"/>
          </p:nvPr>
        </p:nvSpPr>
        <p:spPr/>
        <p:txBody>
          <a:bodyPr/>
          <a:lstStyle/>
          <a:p>
            <a:pPr>
              <a:defRPr/>
            </a:pPr>
            <a:fld id="{50EFE7E0-4DD7-4BFD-B25A-EF8EA815FC08}" type="datetime1">
              <a:rPr lang="tr-TR" smtClean="0">
                <a:solidFill>
                  <a:srgbClr val="FFFFFF"/>
                </a:solidFill>
              </a:rPr>
              <a:t>11.05.2020</a:t>
            </a:fld>
            <a:endParaRPr lang="tr-TR">
              <a:solidFill>
                <a:srgbClr val="FFFFFF"/>
              </a:solidFill>
            </a:endParaRPr>
          </a:p>
        </p:txBody>
      </p:sp>
      <p:sp>
        <p:nvSpPr>
          <p:cNvPr id="3" name="Slayt Numarası Yer Tutucusu 2">
            <a:extLst>
              <a:ext uri="{FF2B5EF4-FFF2-40B4-BE49-F238E27FC236}">
                <a16:creationId xmlns:a16="http://schemas.microsoft.com/office/drawing/2014/main" id="{E599C523-320A-4540-B3DA-FBDA9A02A5EB}"/>
              </a:ext>
            </a:extLst>
          </p:cNvPr>
          <p:cNvSpPr>
            <a:spLocks noGrp="1"/>
          </p:cNvSpPr>
          <p:nvPr>
            <p:ph type="sldNum" sz="quarter" idx="12"/>
          </p:nvPr>
        </p:nvSpPr>
        <p:spPr/>
        <p:txBody>
          <a:bodyPr/>
          <a:lstStyle/>
          <a:p>
            <a:pPr>
              <a:defRPr/>
            </a:pPr>
            <a:fld id="{69FD1CB8-63DB-4FCE-BE81-179D70A48255}" type="slidenum">
              <a:rPr lang="tr-TR" smtClean="0">
                <a:solidFill>
                  <a:srgbClr val="FFFFFF"/>
                </a:solidFill>
              </a:rPr>
              <a:pPr>
                <a:defRPr/>
              </a:pPr>
              <a:t>29</a:t>
            </a:fld>
            <a:endParaRPr lang="tr-TR">
              <a:solidFill>
                <a:srgbClr val="FFFFFF"/>
              </a:solidFill>
            </a:endParaRPr>
          </a:p>
        </p:txBody>
      </p:sp>
      <p:pic>
        <p:nvPicPr>
          <p:cNvPr id="4" name="Resim 3">
            <a:extLst>
              <a:ext uri="{FF2B5EF4-FFF2-40B4-BE49-F238E27FC236}">
                <a16:creationId xmlns:a16="http://schemas.microsoft.com/office/drawing/2014/main" id="{2E3BF840-0AAB-4685-BAFB-7AA5571A8FE2}"/>
              </a:ext>
            </a:extLst>
          </p:cNvPr>
          <p:cNvPicPr>
            <a:picLocks noChangeAspect="1"/>
          </p:cNvPicPr>
          <p:nvPr/>
        </p:nvPicPr>
        <p:blipFill>
          <a:blip r:embed="rId2"/>
          <a:stretch>
            <a:fillRect/>
          </a:stretch>
        </p:blipFill>
        <p:spPr>
          <a:xfrm>
            <a:off x="1386673" y="104775"/>
            <a:ext cx="9877529" cy="6648450"/>
          </a:xfrm>
          <a:prstGeom prst="rect">
            <a:avLst/>
          </a:prstGeom>
        </p:spPr>
      </p:pic>
    </p:spTree>
    <p:extLst>
      <p:ext uri="{BB962C8B-B14F-4D97-AF65-F5344CB8AC3E}">
        <p14:creationId xmlns:p14="http://schemas.microsoft.com/office/powerpoint/2010/main" val="2522726512"/>
      </p:ext>
    </p:extLst>
  </p:cSld>
  <p:clrMapOvr>
    <a:masterClrMapping/>
  </p:clrMapOvr>
  <p:transition spd="med" advClick="0" advTm="1000">
    <p:split/>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Veri Yer Tutucusu 3"/>
          <p:cNvSpPr>
            <a:spLocks noGrp="1"/>
          </p:cNvSpPr>
          <p:nvPr>
            <p:ph type="dt" sz="half" idx="10"/>
          </p:nvPr>
        </p:nvSpPr>
        <p:spPr/>
        <p:txBody>
          <a:bodyPr/>
          <a:lstStyle/>
          <a:p>
            <a:pPr>
              <a:defRPr/>
            </a:pPr>
            <a:fld id="{7413A151-EC64-4027-9AB7-70655E41D8F9}" type="datetime1">
              <a:rPr lang="tr-TR" smtClean="0">
                <a:solidFill>
                  <a:srgbClr val="FFFFFF"/>
                </a:solidFill>
              </a:rPr>
              <a:t>11.05.2020</a:t>
            </a:fld>
            <a:endParaRPr lang="tr-TR">
              <a:solidFill>
                <a:srgbClr val="FFFFFF"/>
              </a:solidFill>
            </a:endParaRPr>
          </a:p>
        </p:txBody>
      </p:sp>
      <p:sp>
        <p:nvSpPr>
          <p:cNvPr id="5" name="Slayt Numarası Yer Tutucusu 4"/>
          <p:cNvSpPr>
            <a:spLocks noGrp="1"/>
          </p:cNvSpPr>
          <p:nvPr>
            <p:ph type="sldNum" sz="quarter" idx="12"/>
          </p:nvPr>
        </p:nvSpPr>
        <p:spPr/>
        <p:txBody>
          <a:bodyPr/>
          <a:lstStyle/>
          <a:p>
            <a:pPr>
              <a:defRPr/>
            </a:pPr>
            <a:fld id="{B4D9CBB0-09FD-4FB3-A512-12DBE7913E78}" type="slidenum">
              <a:rPr lang="tr-TR" smtClean="0">
                <a:solidFill>
                  <a:srgbClr val="FFFFFF"/>
                </a:solidFill>
              </a:rPr>
              <a:pPr>
                <a:defRPr/>
              </a:pPr>
              <a:t>30</a:t>
            </a:fld>
            <a:endParaRPr lang="tr-TR">
              <a:solidFill>
                <a:srgbClr val="FFFFFF"/>
              </a:solidFill>
            </a:endParaRPr>
          </a:p>
        </p:txBody>
      </p:sp>
      <p:pic>
        <p:nvPicPr>
          <p:cNvPr id="6" name="Resim 5"/>
          <p:cNvPicPr>
            <a:picLocks noChangeAspect="1"/>
          </p:cNvPicPr>
          <p:nvPr/>
        </p:nvPicPr>
        <p:blipFill>
          <a:blip r:embed="rId2"/>
          <a:stretch>
            <a:fillRect/>
          </a:stretch>
        </p:blipFill>
        <p:spPr>
          <a:xfrm>
            <a:off x="255495" y="134471"/>
            <a:ext cx="10448364" cy="6075531"/>
          </a:xfrm>
          <a:prstGeom prst="rect">
            <a:avLst/>
          </a:prstGeom>
        </p:spPr>
      </p:pic>
    </p:spTree>
    <p:extLst>
      <p:ext uri="{BB962C8B-B14F-4D97-AF65-F5344CB8AC3E}">
        <p14:creationId xmlns:p14="http://schemas.microsoft.com/office/powerpoint/2010/main" val="3782778596"/>
      </p:ext>
    </p:extLst>
  </p:cSld>
  <p:clrMapOvr>
    <a:masterClrMapping/>
  </p:clrMapOvr>
  <p:transition spd="med" advClick="0" advTm="1000">
    <p:split/>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Veri Yer Tutucusu 1"/>
          <p:cNvSpPr>
            <a:spLocks noGrp="1"/>
          </p:cNvSpPr>
          <p:nvPr>
            <p:ph type="dt" sz="half" idx="10"/>
          </p:nvPr>
        </p:nvSpPr>
        <p:spPr/>
        <p:txBody>
          <a:bodyPr/>
          <a:lstStyle/>
          <a:p>
            <a:pPr>
              <a:defRPr/>
            </a:pPr>
            <a:fld id="{50EFE7E0-4DD7-4BFD-B25A-EF8EA815FC08}" type="datetime1">
              <a:rPr lang="tr-TR" smtClean="0">
                <a:solidFill>
                  <a:srgbClr val="FFFFFF"/>
                </a:solidFill>
              </a:rPr>
              <a:t>11.05.2020</a:t>
            </a:fld>
            <a:endParaRPr lang="tr-TR">
              <a:solidFill>
                <a:srgbClr val="FFFFFF"/>
              </a:solidFill>
            </a:endParaRPr>
          </a:p>
        </p:txBody>
      </p:sp>
      <p:sp>
        <p:nvSpPr>
          <p:cNvPr id="3" name="Slayt Numarası Yer Tutucusu 2"/>
          <p:cNvSpPr>
            <a:spLocks noGrp="1"/>
          </p:cNvSpPr>
          <p:nvPr>
            <p:ph type="sldNum" sz="quarter" idx="12"/>
          </p:nvPr>
        </p:nvSpPr>
        <p:spPr/>
        <p:txBody>
          <a:bodyPr/>
          <a:lstStyle/>
          <a:p>
            <a:pPr>
              <a:defRPr/>
            </a:pPr>
            <a:fld id="{69FD1CB8-63DB-4FCE-BE81-179D70A48255}" type="slidenum">
              <a:rPr lang="tr-TR" smtClean="0">
                <a:solidFill>
                  <a:srgbClr val="FFFFFF"/>
                </a:solidFill>
              </a:rPr>
              <a:pPr>
                <a:defRPr/>
              </a:pPr>
              <a:t>31</a:t>
            </a:fld>
            <a:endParaRPr lang="tr-TR">
              <a:solidFill>
                <a:srgbClr val="FFFFFF"/>
              </a:solidFill>
            </a:endParaRPr>
          </a:p>
        </p:txBody>
      </p:sp>
      <p:pic>
        <p:nvPicPr>
          <p:cNvPr id="4" name="Resim 3"/>
          <p:cNvPicPr>
            <a:picLocks noChangeAspect="1"/>
          </p:cNvPicPr>
          <p:nvPr/>
        </p:nvPicPr>
        <p:blipFill>
          <a:blip r:embed="rId2"/>
          <a:stretch>
            <a:fillRect/>
          </a:stretch>
        </p:blipFill>
        <p:spPr>
          <a:xfrm>
            <a:off x="1928283" y="113174"/>
            <a:ext cx="6691282" cy="6132051"/>
          </a:xfrm>
          <a:prstGeom prst="rect">
            <a:avLst/>
          </a:prstGeom>
        </p:spPr>
      </p:pic>
    </p:spTree>
    <p:extLst>
      <p:ext uri="{BB962C8B-B14F-4D97-AF65-F5344CB8AC3E}">
        <p14:creationId xmlns:p14="http://schemas.microsoft.com/office/powerpoint/2010/main" val="143530822"/>
      </p:ext>
    </p:extLst>
  </p:cSld>
  <p:clrMapOvr>
    <a:masterClrMapping/>
  </p:clrMapOvr>
  <p:transition spd="med" advClick="0" advTm="1000">
    <p:split/>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Veri Yer Tutucusu 1">
            <a:extLst>
              <a:ext uri="{FF2B5EF4-FFF2-40B4-BE49-F238E27FC236}">
                <a16:creationId xmlns:a16="http://schemas.microsoft.com/office/drawing/2014/main" id="{1461A188-7AC2-422B-B1AF-114AF4C3AD10}"/>
              </a:ext>
            </a:extLst>
          </p:cNvPr>
          <p:cNvSpPr>
            <a:spLocks noGrp="1"/>
          </p:cNvSpPr>
          <p:nvPr>
            <p:ph type="dt" sz="half" idx="10"/>
          </p:nvPr>
        </p:nvSpPr>
        <p:spPr/>
        <p:txBody>
          <a:bodyPr/>
          <a:lstStyle/>
          <a:p>
            <a:pPr>
              <a:defRPr/>
            </a:pPr>
            <a:fld id="{50EFE7E0-4DD7-4BFD-B25A-EF8EA815FC08}" type="datetime1">
              <a:rPr lang="tr-TR" smtClean="0">
                <a:solidFill>
                  <a:srgbClr val="FFFFFF"/>
                </a:solidFill>
              </a:rPr>
              <a:t>11.05.2020</a:t>
            </a:fld>
            <a:endParaRPr lang="tr-TR">
              <a:solidFill>
                <a:srgbClr val="FFFFFF"/>
              </a:solidFill>
            </a:endParaRPr>
          </a:p>
        </p:txBody>
      </p:sp>
      <p:sp>
        <p:nvSpPr>
          <p:cNvPr id="3" name="Slayt Numarası Yer Tutucusu 2">
            <a:extLst>
              <a:ext uri="{FF2B5EF4-FFF2-40B4-BE49-F238E27FC236}">
                <a16:creationId xmlns:a16="http://schemas.microsoft.com/office/drawing/2014/main" id="{8CEFEAA4-20B7-4DEF-8CDC-345F46A2C3F0}"/>
              </a:ext>
            </a:extLst>
          </p:cNvPr>
          <p:cNvSpPr>
            <a:spLocks noGrp="1"/>
          </p:cNvSpPr>
          <p:nvPr>
            <p:ph type="sldNum" sz="quarter" idx="12"/>
          </p:nvPr>
        </p:nvSpPr>
        <p:spPr/>
        <p:txBody>
          <a:bodyPr/>
          <a:lstStyle/>
          <a:p>
            <a:pPr>
              <a:defRPr/>
            </a:pPr>
            <a:fld id="{69FD1CB8-63DB-4FCE-BE81-179D70A48255}" type="slidenum">
              <a:rPr lang="tr-TR" smtClean="0">
                <a:solidFill>
                  <a:srgbClr val="FFFFFF"/>
                </a:solidFill>
              </a:rPr>
              <a:pPr>
                <a:defRPr/>
              </a:pPr>
              <a:t>32</a:t>
            </a:fld>
            <a:endParaRPr lang="tr-TR">
              <a:solidFill>
                <a:srgbClr val="FFFFFF"/>
              </a:solidFill>
            </a:endParaRPr>
          </a:p>
        </p:txBody>
      </p:sp>
      <p:pic>
        <p:nvPicPr>
          <p:cNvPr id="4" name="Resim 3">
            <a:extLst>
              <a:ext uri="{FF2B5EF4-FFF2-40B4-BE49-F238E27FC236}">
                <a16:creationId xmlns:a16="http://schemas.microsoft.com/office/drawing/2014/main" id="{FB6A1C26-73CC-4CCE-B809-6803D73A6AC7}"/>
              </a:ext>
            </a:extLst>
          </p:cNvPr>
          <p:cNvPicPr>
            <a:picLocks noChangeAspect="1"/>
          </p:cNvPicPr>
          <p:nvPr/>
        </p:nvPicPr>
        <p:blipFill>
          <a:blip r:embed="rId2"/>
          <a:stretch>
            <a:fillRect/>
          </a:stretch>
        </p:blipFill>
        <p:spPr>
          <a:xfrm>
            <a:off x="271305" y="136526"/>
            <a:ext cx="11002946" cy="6314516"/>
          </a:xfrm>
          <a:prstGeom prst="rect">
            <a:avLst/>
          </a:prstGeom>
        </p:spPr>
      </p:pic>
    </p:spTree>
    <p:extLst>
      <p:ext uri="{BB962C8B-B14F-4D97-AF65-F5344CB8AC3E}">
        <p14:creationId xmlns:p14="http://schemas.microsoft.com/office/powerpoint/2010/main" val="3910040947"/>
      </p:ext>
    </p:extLst>
  </p:cSld>
  <p:clrMapOvr>
    <a:masterClrMapping/>
  </p:clrMapOvr>
  <p:transition spd="med" advClick="0" advTm="1000">
    <p:split/>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420054" y="192823"/>
            <a:ext cx="11387667" cy="862598"/>
          </a:xfrm>
        </p:spPr>
        <p:txBody>
          <a:bodyPr/>
          <a:lstStyle/>
          <a:p>
            <a:r>
              <a:rPr lang="tr-TR" dirty="0"/>
              <a:t>Sınıflar Arası İlişki 1: Kalıtım</a:t>
            </a:r>
            <a:endParaRPr lang="en-US" dirty="0"/>
          </a:p>
        </p:txBody>
      </p:sp>
      <p:sp>
        <p:nvSpPr>
          <p:cNvPr id="4" name="Veri Yer Tutucusu 3"/>
          <p:cNvSpPr>
            <a:spLocks noGrp="1"/>
          </p:cNvSpPr>
          <p:nvPr>
            <p:ph type="dt" sz="half" idx="10"/>
          </p:nvPr>
        </p:nvSpPr>
        <p:spPr/>
        <p:txBody>
          <a:bodyPr/>
          <a:lstStyle/>
          <a:p>
            <a:pPr>
              <a:defRPr/>
            </a:pPr>
            <a:fld id="{A6FAB1EC-7A00-4607-8BF8-66EE9839B22B}" type="datetime1">
              <a:rPr lang="tr-TR" smtClean="0">
                <a:solidFill>
                  <a:srgbClr val="FFFFFF"/>
                </a:solidFill>
              </a:rPr>
              <a:t>11.05.2020</a:t>
            </a:fld>
            <a:endParaRPr lang="tr-TR" dirty="0">
              <a:solidFill>
                <a:srgbClr val="FFFFFF"/>
              </a:solidFill>
            </a:endParaRPr>
          </a:p>
        </p:txBody>
      </p:sp>
      <p:sp>
        <p:nvSpPr>
          <p:cNvPr id="5" name="Slayt Numarası Yer Tutucusu 4"/>
          <p:cNvSpPr>
            <a:spLocks noGrp="1"/>
          </p:cNvSpPr>
          <p:nvPr>
            <p:ph type="sldNum" sz="quarter" idx="12"/>
          </p:nvPr>
        </p:nvSpPr>
        <p:spPr/>
        <p:txBody>
          <a:bodyPr/>
          <a:lstStyle/>
          <a:p>
            <a:pPr>
              <a:defRPr/>
            </a:pPr>
            <a:fld id="{B4D9CBB0-09FD-4FB3-A512-12DBE7913E78}" type="slidenum">
              <a:rPr lang="tr-TR" smtClean="0">
                <a:solidFill>
                  <a:srgbClr val="FFFFFF"/>
                </a:solidFill>
              </a:rPr>
              <a:pPr>
                <a:defRPr/>
              </a:pPr>
              <a:t>33</a:t>
            </a:fld>
            <a:endParaRPr lang="tr-TR">
              <a:solidFill>
                <a:srgbClr val="FFFFFF"/>
              </a:solidFill>
            </a:endParaRPr>
          </a:p>
        </p:txBody>
      </p:sp>
      <p:sp>
        <p:nvSpPr>
          <p:cNvPr id="8" name="Content Placeholder 7"/>
          <p:cNvSpPr>
            <a:spLocks noGrp="1"/>
          </p:cNvSpPr>
          <p:nvPr>
            <p:ph idx="1"/>
          </p:nvPr>
        </p:nvSpPr>
        <p:spPr>
          <a:xfrm>
            <a:off x="224746" y="971224"/>
            <a:ext cx="11387667" cy="2195057"/>
          </a:xfrm>
        </p:spPr>
        <p:txBody>
          <a:bodyPr/>
          <a:lstStyle/>
          <a:p>
            <a:r>
              <a:rPr lang="tr-TR" dirty="0"/>
              <a:t>Sınıflar arası türetme işlemi ucu açık üçgen ve düz bir çizgiyle yapılır. </a:t>
            </a:r>
          </a:p>
          <a:p>
            <a:r>
              <a:rPr lang="tr-TR" dirty="0"/>
              <a:t>Türetme sınıflar arası ilişki açısından türetmenin “is kind of”(bir çeşit) ilişkisinin olduğu görülür(Bird is a kind of Animal)gibi </a:t>
            </a:r>
          </a:p>
          <a:p>
            <a:endParaRPr lang="tr-TR" dirty="0"/>
          </a:p>
          <a:p>
            <a:endParaRPr lang="tr-TR" dirty="0"/>
          </a:p>
          <a:p>
            <a:endParaRPr lang="tr-TR" dirty="0"/>
          </a:p>
          <a:p>
            <a:endParaRPr lang="tr-TR" dirty="0"/>
          </a:p>
          <a:p>
            <a:endParaRPr lang="tr-TR" dirty="0"/>
          </a:p>
        </p:txBody>
      </p:sp>
      <p:pic>
        <p:nvPicPr>
          <p:cNvPr id="3" name="Picture 2"/>
          <p:cNvPicPr>
            <a:picLocks noChangeAspect="1"/>
          </p:cNvPicPr>
          <p:nvPr/>
        </p:nvPicPr>
        <p:blipFill>
          <a:blip r:embed="rId2"/>
          <a:stretch>
            <a:fillRect/>
          </a:stretch>
        </p:blipFill>
        <p:spPr>
          <a:xfrm>
            <a:off x="2676490" y="3473524"/>
            <a:ext cx="6262793" cy="2464458"/>
          </a:xfrm>
          <a:prstGeom prst="rect">
            <a:avLst/>
          </a:prstGeom>
        </p:spPr>
      </p:pic>
    </p:spTree>
    <p:extLst>
      <p:ext uri="{BB962C8B-B14F-4D97-AF65-F5344CB8AC3E}">
        <p14:creationId xmlns:p14="http://schemas.microsoft.com/office/powerpoint/2010/main" val="1657214065"/>
      </p:ext>
    </p:extLst>
  </p:cSld>
  <p:clrMapOvr>
    <a:masterClrMapping/>
  </p:clrMapOvr>
  <p:transition spd="med" advClick="0" advTm="1000">
    <p:split/>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420054" y="192823"/>
            <a:ext cx="11387667" cy="862598"/>
          </a:xfrm>
        </p:spPr>
        <p:txBody>
          <a:bodyPr/>
          <a:lstStyle/>
          <a:p>
            <a:r>
              <a:rPr lang="tr-TR" dirty="0"/>
              <a:t>Sınıflar Arası İlişki 2: Gerçekleme</a:t>
            </a:r>
            <a:endParaRPr lang="en-US" dirty="0"/>
          </a:p>
        </p:txBody>
      </p:sp>
      <p:sp>
        <p:nvSpPr>
          <p:cNvPr id="4" name="Veri Yer Tutucusu 3"/>
          <p:cNvSpPr>
            <a:spLocks noGrp="1"/>
          </p:cNvSpPr>
          <p:nvPr>
            <p:ph type="dt" sz="half" idx="10"/>
          </p:nvPr>
        </p:nvSpPr>
        <p:spPr/>
        <p:txBody>
          <a:bodyPr/>
          <a:lstStyle/>
          <a:p>
            <a:pPr>
              <a:defRPr/>
            </a:pPr>
            <a:fld id="{A6FAB1EC-7A00-4607-8BF8-66EE9839B22B}" type="datetime1">
              <a:rPr lang="tr-TR" smtClean="0">
                <a:solidFill>
                  <a:srgbClr val="FFFFFF"/>
                </a:solidFill>
              </a:rPr>
              <a:t>11.05.2020</a:t>
            </a:fld>
            <a:endParaRPr lang="tr-TR" dirty="0">
              <a:solidFill>
                <a:srgbClr val="FFFFFF"/>
              </a:solidFill>
            </a:endParaRPr>
          </a:p>
        </p:txBody>
      </p:sp>
      <p:sp>
        <p:nvSpPr>
          <p:cNvPr id="5" name="Slayt Numarası Yer Tutucusu 4"/>
          <p:cNvSpPr>
            <a:spLocks noGrp="1"/>
          </p:cNvSpPr>
          <p:nvPr>
            <p:ph type="sldNum" sz="quarter" idx="12"/>
          </p:nvPr>
        </p:nvSpPr>
        <p:spPr/>
        <p:txBody>
          <a:bodyPr/>
          <a:lstStyle/>
          <a:p>
            <a:pPr>
              <a:defRPr/>
            </a:pPr>
            <a:fld id="{B4D9CBB0-09FD-4FB3-A512-12DBE7913E78}" type="slidenum">
              <a:rPr lang="tr-TR" smtClean="0">
                <a:solidFill>
                  <a:srgbClr val="FFFFFF"/>
                </a:solidFill>
              </a:rPr>
              <a:pPr>
                <a:defRPr/>
              </a:pPr>
              <a:t>34</a:t>
            </a:fld>
            <a:endParaRPr lang="tr-TR">
              <a:solidFill>
                <a:srgbClr val="FFFFFF"/>
              </a:solidFill>
            </a:endParaRPr>
          </a:p>
        </p:txBody>
      </p:sp>
      <p:sp>
        <p:nvSpPr>
          <p:cNvPr id="8" name="Content Placeholder 7"/>
          <p:cNvSpPr>
            <a:spLocks noGrp="1"/>
          </p:cNvSpPr>
          <p:nvPr>
            <p:ph idx="1"/>
          </p:nvPr>
        </p:nvSpPr>
        <p:spPr>
          <a:xfrm>
            <a:off x="224746" y="971224"/>
            <a:ext cx="11387667" cy="2195057"/>
          </a:xfrm>
        </p:spPr>
        <p:txBody>
          <a:bodyPr/>
          <a:lstStyle/>
          <a:p>
            <a:r>
              <a:rPr lang="tr-TR" b="1" dirty="0"/>
              <a:t> Gerçekleme(Realization) </a:t>
            </a:r>
            <a:r>
              <a:rPr lang="tr-TR" dirty="0"/>
              <a:t>Bir sınıfın bir arayüze(interface) erişerek, arayüzün fonksiyonlarını gerçekleştirmesine denir. </a:t>
            </a:r>
          </a:p>
          <a:p>
            <a:r>
              <a:rPr lang="tr-TR" dirty="0"/>
              <a:t> Kesik çizgilerle ve çizginin ucunda boş bir üçgen olacak şekilde gösterilir. </a:t>
            </a:r>
          </a:p>
          <a:p>
            <a:endParaRPr lang="tr-TR" dirty="0"/>
          </a:p>
          <a:p>
            <a:endParaRPr lang="tr-TR" dirty="0"/>
          </a:p>
          <a:p>
            <a:endParaRPr lang="tr-TR" dirty="0"/>
          </a:p>
          <a:p>
            <a:endParaRPr lang="tr-TR" dirty="0"/>
          </a:p>
          <a:p>
            <a:endParaRPr lang="tr-TR" dirty="0"/>
          </a:p>
        </p:txBody>
      </p:sp>
      <p:pic>
        <p:nvPicPr>
          <p:cNvPr id="6" name="Picture 5"/>
          <p:cNvPicPr>
            <a:picLocks noChangeAspect="1"/>
          </p:cNvPicPr>
          <p:nvPr/>
        </p:nvPicPr>
        <p:blipFill>
          <a:blip r:embed="rId2"/>
          <a:stretch>
            <a:fillRect/>
          </a:stretch>
        </p:blipFill>
        <p:spPr>
          <a:xfrm>
            <a:off x="2840250" y="3166281"/>
            <a:ext cx="4662588" cy="2542181"/>
          </a:xfrm>
          <a:prstGeom prst="rect">
            <a:avLst/>
          </a:prstGeom>
        </p:spPr>
      </p:pic>
    </p:spTree>
    <p:extLst>
      <p:ext uri="{BB962C8B-B14F-4D97-AF65-F5344CB8AC3E}">
        <p14:creationId xmlns:p14="http://schemas.microsoft.com/office/powerpoint/2010/main" val="1097316761"/>
      </p:ext>
    </p:extLst>
  </p:cSld>
  <p:clrMapOvr>
    <a:masterClrMapping/>
  </p:clrMapOvr>
  <p:transition spd="med" advClick="0" advTm="1000">
    <p:split/>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420054" y="192823"/>
            <a:ext cx="11387667" cy="862598"/>
          </a:xfrm>
        </p:spPr>
        <p:txBody>
          <a:bodyPr/>
          <a:lstStyle/>
          <a:p>
            <a:r>
              <a:rPr lang="tr-TR" dirty="0"/>
              <a:t>Sınıflar Arası İlişki 3: Association</a:t>
            </a:r>
            <a:endParaRPr lang="en-US" dirty="0"/>
          </a:p>
        </p:txBody>
      </p:sp>
      <p:sp>
        <p:nvSpPr>
          <p:cNvPr id="4" name="Veri Yer Tutucusu 3"/>
          <p:cNvSpPr>
            <a:spLocks noGrp="1"/>
          </p:cNvSpPr>
          <p:nvPr>
            <p:ph type="dt" sz="half" idx="10"/>
          </p:nvPr>
        </p:nvSpPr>
        <p:spPr/>
        <p:txBody>
          <a:bodyPr/>
          <a:lstStyle/>
          <a:p>
            <a:pPr>
              <a:defRPr/>
            </a:pPr>
            <a:fld id="{A6FAB1EC-7A00-4607-8BF8-66EE9839B22B}" type="datetime1">
              <a:rPr lang="tr-TR" smtClean="0">
                <a:solidFill>
                  <a:srgbClr val="FFFFFF"/>
                </a:solidFill>
              </a:rPr>
              <a:t>11.05.2020</a:t>
            </a:fld>
            <a:endParaRPr lang="tr-TR" dirty="0">
              <a:solidFill>
                <a:srgbClr val="FFFFFF"/>
              </a:solidFill>
            </a:endParaRPr>
          </a:p>
        </p:txBody>
      </p:sp>
      <p:sp>
        <p:nvSpPr>
          <p:cNvPr id="5" name="Slayt Numarası Yer Tutucusu 4"/>
          <p:cNvSpPr>
            <a:spLocks noGrp="1"/>
          </p:cNvSpPr>
          <p:nvPr>
            <p:ph type="sldNum" sz="quarter" idx="12"/>
          </p:nvPr>
        </p:nvSpPr>
        <p:spPr/>
        <p:txBody>
          <a:bodyPr/>
          <a:lstStyle/>
          <a:p>
            <a:pPr>
              <a:defRPr/>
            </a:pPr>
            <a:fld id="{B4D9CBB0-09FD-4FB3-A512-12DBE7913E78}" type="slidenum">
              <a:rPr lang="tr-TR" smtClean="0">
                <a:solidFill>
                  <a:srgbClr val="FFFFFF"/>
                </a:solidFill>
              </a:rPr>
              <a:pPr>
                <a:defRPr/>
              </a:pPr>
              <a:t>35</a:t>
            </a:fld>
            <a:endParaRPr lang="tr-TR">
              <a:solidFill>
                <a:srgbClr val="FFFFFF"/>
              </a:solidFill>
            </a:endParaRPr>
          </a:p>
        </p:txBody>
      </p:sp>
      <p:sp>
        <p:nvSpPr>
          <p:cNvPr id="8" name="Content Placeholder 7"/>
          <p:cNvSpPr>
            <a:spLocks noGrp="1"/>
          </p:cNvSpPr>
          <p:nvPr>
            <p:ph idx="1"/>
          </p:nvPr>
        </p:nvSpPr>
        <p:spPr>
          <a:xfrm>
            <a:off x="224746" y="971224"/>
            <a:ext cx="11387667" cy="6234794"/>
          </a:xfrm>
        </p:spPr>
        <p:txBody>
          <a:bodyPr/>
          <a:lstStyle/>
          <a:p>
            <a:pPr marL="0" indent="0">
              <a:buNone/>
            </a:pPr>
            <a:r>
              <a:rPr lang="tr-TR" dirty="0"/>
              <a:t>Bağıntı İlişkisi (Association)</a:t>
            </a:r>
          </a:p>
          <a:p>
            <a:pPr marL="0" indent="0">
              <a:buNone/>
            </a:pPr>
            <a:r>
              <a:rPr lang="tr-TR" sz="2800" dirty="0"/>
              <a:t>Bağıntı ilişkisi, sınıf diyagramlarında en çok kullanılan ve en basit ilişki türüdür. Çoğu zaman referans tutma biçimindedir. İki nesne arasında varolan bağıntının çokluları (n:m), ilişki bağıntı sınıfı ile ifade edilebilir. Bağıntı ilişkisi iki nesne arasına çizilen düz çizgi ile belirtilir.  Bağıntı  ilişkileri için tanımlanmış bilgiler aşağıdaki gibidir;</a:t>
            </a:r>
          </a:p>
          <a:p>
            <a:pPr lvl="0">
              <a:buFont typeface="Wingdings" panose="05000000000000000000" pitchFamily="2" charset="2"/>
              <a:buChar char="§"/>
            </a:pPr>
            <a:r>
              <a:rPr lang="tr-TR" sz="2800" dirty="0"/>
              <a:t>Bağıntının Adı</a:t>
            </a:r>
          </a:p>
          <a:p>
            <a:pPr>
              <a:buFont typeface="Wingdings" panose="05000000000000000000" pitchFamily="2" charset="2"/>
              <a:buChar char="§"/>
            </a:pPr>
            <a:r>
              <a:rPr lang="tr-TR" sz="2800" dirty="0"/>
              <a:t>Sınıfın bağıntıdaki rolü</a:t>
            </a:r>
          </a:p>
          <a:p>
            <a:pPr lvl="0">
              <a:buFont typeface="Wingdings" panose="05000000000000000000" pitchFamily="2" charset="2"/>
              <a:buChar char="§"/>
            </a:pPr>
            <a:r>
              <a:rPr lang="tr-TR" sz="2800" dirty="0"/>
              <a:t>Bağıntının çokluğu</a:t>
            </a:r>
          </a:p>
          <a:p>
            <a:pPr marL="0" indent="0">
              <a:buNone/>
            </a:pPr>
            <a:r>
              <a:rPr lang="tr-TR" sz="2800" dirty="0"/>
              <a:t>Bağıntı adı, iki sınıf arasındaki ilişkinin küçük bir açıklamasıdır. Bu açıklama ile birlikte yön bilgisi de belirtilebilir. </a:t>
            </a:r>
          </a:p>
          <a:p>
            <a:endParaRPr lang="tr-TR" dirty="0"/>
          </a:p>
          <a:p>
            <a:endParaRPr lang="tr-TR" dirty="0"/>
          </a:p>
          <a:p>
            <a:endParaRPr lang="tr-TR" dirty="0"/>
          </a:p>
          <a:p>
            <a:endParaRPr lang="tr-TR" dirty="0"/>
          </a:p>
          <a:p>
            <a:endParaRPr lang="tr-TR" dirty="0"/>
          </a:p>
        </p:txBody>
      </p:sp>
    </p:spTree>
    <p:extLst>
      <p:ext uri="{BB962C8B-B14F-4D97-AF65-F5344CB8AC3E}">
        <p14:creationId xmlns:p14="http://schemas.microsoft.com/office/powerpoint/2010/main" val="485536613"/>
      </p:ext>
    </p:extLst>
  </p:cSld>
  <p:clrMapOvr>
    <a:masterClrMapping/>
  </p:clrMapOvr>
  <p:transition spd="med" advClick="0" advTm="1000">
    <p:split/>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420054" y="192823"/>
            <a:ext cx="11387667" cy="862598"/>
          </a:xfrm>
        </p:spPr>
        <p:txBody>
          <a:bodyPr/>
          <a:lstStyle/>
          <a:p>
            <a:r>
              <a:rPr lang="tr-TR" dirty="0"/>
              <a:t>Sınıflar Arası İlişki 3: Association</a:t>
            </a:r>
            <a:endParaRPr lang="en-US" dirty="0"/>
          </a:p>
        </p:txBody>
      </p:sp>
      <p:sp>
        <p:nvSpPr>
          <p:cNvPr id="4" name="Veri Yer Tutucusu 3"/>
          <p:cNvSpPr>
            <a:spLocks noGrp="1"/>
          </p:cNvSpPr>
          <p:nvPr>
            <p:ph type="dt" sz="half" idx="10"/>
          </p:nvPr>
        </p:nvSpPr>
        <p:spPr/>
        <p:txBody>
          <a:bodyPr/>
          <a:lstStyle/>
          <a:p>
            <a:pPr>
              <a:defRPr/>
            </a:pPr>
            <a:fld id="{A6FAB1EC-7A00-4607-8BF8-66EE9839B22B}" type="datetime1">
              <a:rPr lang="tr-TR" smtClean="0">
                <a:solidFill>
                  <a:srgbClr val="FFFFFF"/>
                </a:solidFill>
              </a:rPr>
              <a:t>11.05.2020</a:t>
            </a:fld>
            <a:endParaRPr lang="tr-TR" dirty="0">
              <a:solidFill>
                <a:srgbClr val="FFFFFF"/>
              </a:solidFill>
            </a:endParaRPr>
          </a:p>
        </p:txBody>
      </p:sp>
      <p:sp>
        <p:nvSpPr>
          <p:cNvPr id="5" name="Slayt Numarası Yer Tutucusu 4"/>
          <p:cNvSpPr>
            <a:spLocks noGrp="1"/>
          </p:cNvSpPr>
          <p:nvPr>
            <p:ph type="sldNum" sz="quarter" idx="12"/>
          </p:nvPr>
        </p:nvSpPr>
        <p:spPr/>
        <p:txBody>
          <a:bodyPr/>
          <a:lstStyle/>
          <a:p>
            <a:pPr>
              <a:defRPr/>
            </a:pPr>
            <a:fld id="{B4D9CBB0-09FD-4FB3-A512-12DBE7913E78}" type="slidenum">
              <a:rPr lang="tr-TR" smtClean="0">
                <a:solidFill>
                  <a:srgbClr val="FFFFFF"/>
                </a:solidFill>
              </a:rPr>
              <a:pPr>
                <a:defRPr/>
              </a:pPr>
              <a:t>36</a:t>
            </a:fld>
            <a:endParaRPr lang="tr-TR">
              <a:solidFill>
                <a:srgbClr val="FFFFFF"/>
              </a:solidFill>
            </a:endParaRPr>
          </a:p>
        </p:txBody>
      </p:sp>
      <p:pic>
        <p:nvPicPr>
          <p:cNvPr id="7" name="Picture 6"/>
          <p:cNvPicPr>
            <a:picLocks noChangeAspect="1"/>
          </p:cNvPicPr>
          <p:nvPr/>
        </p:nvPicPr>
        <p:blipFill>
          <a:blip r:embed="rId2"/>
          <a:stretch>
            <a:fillRect/>
          </a:stretch>
        </p:blipFill>
        <p:spPr>
          <a:xfrm>
            <a:off x="2071640" y="1196546"/>
            <a:ext cx="7672862" cy="4907554"/>
          </a:xfrm>
          <a:prstGeom prst="rect">
            <a:avLst/>
          </a:prstGeom>
        </p:spPr>
      </p:pic>
    </p:spTree>
    <p:extLst>
      <p:ext uri="{BB962C8B-B14F-4D97-AF65-F5344CB8AC3E}">
        <p14:creationId xmlns:p14="http://schemas.microsoft.com/office/powerpoint/2010/main" val="2469699496"/>
      </p:ext>
    </p:extLst>
  </p:cSld>
  <p:clrMapOvr>
    <a:masterClrMapping/>
  </p:clrMapOvr>
  <p:transition spd="med" advClick="0" advTm="1000">
    <p:split/>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420054" y="192823"/>
            <a:ext cx="11387667" cy="862598"/>
          </a:xfrm>
        </p:spPr>
        <p:txBody>
          <a:bodyPr/>
          <a:lstStyle/>
          <a:p>
            <a:r>
              <a:rPr lang="tr-TR" dirty="0"/>
              <a:t>Sınıflar Arası İlişki 3: Association</a:t>
            </a:r>
            <a:endParaRPr lang="en-US" dirty="0"/>
          </a:p>
        </p:txBody>
      </p:sp>
      <p:sp>
        <p:nvSpPr>
          <p:cNvPr id="4" name="Veri Yer Tutucusu 3"/>
          <p:cNvSpPr>
            <a:spLocks noGrp="1"/>
          </p:cNvSpPr>
          <p:nvPr>
            <p:ph type="dt" sz="half" idx="10"/>
          </p:nvPr>
        </p:nvSpPr>
        <p:spPr/>
        <p:txBody>
          <a:bodyPr/>
          <a:lstStyle/>
          <a:p>
            <a:pPr>
              <a:defRPr/>
            </a:pPr>
            <a:fld id="{A6FAB1EC-7A00-4607-8BF8-66EE9839B22B}" type="datetime1">
              <a:rPr lang="tr-TR" smtClean="0">
                <a:solidFill>
                  <a:srgbClr val="FFFFFF"/>
                </a:solidFill>
              </a:rPr>
              <a:t>11.05.2020</a:t>
            </a:fld>
            <a:endParaRPr lang="tr-TR" dirty="0">
              <a:solidFill>
                <a:srgbClr val="FFFFFF"/>
              </a:solidFill>
            </a:endParaRPr>
          </a:p>
        </p:txBody>
      </p:sp>
      <p:sp>
        <p:nvSpPr>
          <p:cNvPr id="5" name="Slayt Numarası Yer Tutucusu 4"/>
          <p:cNvSpPr>
            <a:spLocks noGrp="1"/>
          </p:cNvSpPr>
          <p:nvPr>
            <p:ph type="sldNum" sz="quarter" idx="12"/>
          </p:nvPr>
        </p:nvSpPr>
        <p:spPr/>
        <p:txBody>
          <a:bodyPr/>
          <a:lstStyle/>
          <a:p>
            <a:pPr>
              <a:defRPr/>
            </a:pPr>
            <a:fld id="{B4D9CBB0-09FD-4FB3-A512-12DBE7913E78}" type="slidenum">
              <a:rPr lang="tr-TR" smtClean="0">
                <a:solidFill>
                  <a:srgbClr val="FFFFFF"/>
                </a:solidFill>
              </a:rPr>
              <a:pPr>
                <a:defRPr/>
              </a:pPr>
              <a:t>37</a:t>
            </a:fld>
            <a:endParaRPr lang="tr-TR">
              <a:solidFill>
                <a:srgbClr val="FFFFFF"/>
              </a:solidFill>
            </a:endParaRPr>
          </a:p>
        </p:txBody>
      </p:sp>
      <p:sp>
        <p:nvSpPr>
          <p:cNvPr id="8" name="Content Placeholder 7"/>
          <p:cNvSpPr>
            <a:spLocks noGrp="1"/>
          </p:cNvSpPr>
          <p:nvPr>
            <p:ph idx="1"/>
          </p:nvPr>
        </p:nvSpPr>
        <p:spPr>
          <a:xfrm>
            <a:off x="224746" y="971224"/>
            <a:ext cx="11387667" cy="6234794"/>
          </a:xfrm>
        </p:spPr>
        <p:txBody>
          <a:bodyPr/>
          <a:lstStyle/>
          <a:p>
            <a:endParaRPr lang="tr-TR" dirty="0"/>
          </a:p>
          <a:p>
            <a:endParaRPr lang="tr-TR" dirty="0"/>
          </a:p>
          <a:p>
            <a:r>
              <a:rPr lang="tr-TR" sz="2400" dirty="0"/>
              <a:t>Sınıf diyagramlarında sınıflar arasında bire n ilişki kurulabilir. Bir sınıf, n tane başka bir sınıf ile ilişkiliyse buna bire-çok (1-n) ilişki denir.</a:t>
            </a:r>
          </a:p>
          <a:p>
            <a:endParaRPr lang="tr-TR" dirty="0"/>
          </a:p>
          <a:p>
            <a:endParaRPr lang="tr-TR" dirty="0"/>
          </a:p>
          <a:p>
            <a:r>
              <a:rPr lang="tr-TR" sz="2400" dirty="0"/>
              <a:t>Sınıflar arasında yönlü bağıntıda olabilir. Normal ok ile gösterilir.</a:t>
            </a:r>
          </a:p>
          <a:p>
            <a:endParaRPr lang="tr-TR" dirty="0"/>
          </a:p>
        </p:txBody>
      </p:sp>
      <p:pic>
        <p:nvPicPr>
          <p:cNvPr id="6" name="Resim 28" descr="image">
            <a:hlinkClick r:id="rId2"/>
          </p:cNvPr>
          <p:cNvPicPr/>
          <p:nvPr/>
        </p:nvPicPr>
        <p:blipFill>
          <a:blip r:embed="rId3">
            <a:extLst>
              <a:ext uri="{28A0092B-C50C-407E-A947-70E740481C1C}">
                <a14:useLocalDpi xmlns:a14="http://schemas.microsoft.com/office/drawing/2010/main" val="0"/>
              </a:ext>
            </a:extLst>
          </a:blip>
          <a:srcRect/>
          <a:stretch>
            <a:fillRect/>
          </a:stretch>
        </p:blipFill>
        <p:spPr bwMode="auto">
          <a:xfrm>
            <a:off x="3073097" y="1182226"/>
            <a:ext cx="5402162" cy="909378"/>
          </a:xfrm>
          <a:prstGeom prst="rect">
            <a:avLst/>
          </a:prstGeom>
          <a:noFill/>
          <a:ln>
            <a:noFill/>
          </a:ln>
        </p:spPr>
      </p:pic>
      <p:pic>
        <p:nvPicPr>
          <p:cNvPr id="7" name="Resim 27" descr="image">
            <a:hlinkClick r:id="rId4"/>
          </p:cNvPr>
          <p:cNvPicPr/>
          <p:nvPr/>
        </p:nvPicPr>
        <p:blipFill>
          <a:blip r:embed="rId5">
            <a:extLst>
              <a:ext uri="{28A0092B-C50C-407E-A947-70E740481C1C}">
                <a14:useLocalDpi xmlns:a14="http://schemas.microsoft.com/office/drawing/2010/main" val="0"/>
              </a:ext>
            </a:extLst>
          </a:blip>
          <a:srcRect/>
          <a:stretch>
            <a:fillRect/>
          </a:stretch>
        </p:blipFill>
        <p:spPr bwMode="auto">
          <a:xfrm>
            <a:off x="3073097" y="3021059"/>
            <a:ext cx="5402162" cy="993616"/>
          </a:xfrm>
          <a:prstGeom prst="rect">
            <a:avLst/>
          </a:prstGeom>
          <a:noFill/>
          <a:ln>
            <a:noFill/>
          </a:ln>
        </p:spPr>
      </p:pic>
    </p:spTree>
    <p:extLst>
      <p:ext uri="{BB962C8B-B14F-4D97-AF65-F5344CB8AC3E}">
        <p14:creationId xmlns:p14="http://schemas.microsoft.com/office/powerpoint/2010/main" val="532376615"/>
      </p:ext>
    </p:extLst>
  </p:cSld>
  <p:clrMapOvr>
    <a:masterClrMapping/>
  </p:clrMapOvr>
  <p:transition spd="med" advClick="0" advTm="1000">
    <p:split/>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420054" y="192823"/>
            <a:ext cx="11387667" cy="862598"/>
          </a:xfrm>
        </p:spPr>
        <p:txBody>
          <a:bodyPr/>
          <a:lstStyle/>
          <a:p>
            <a:r>
              <a:rPr lang="tr-TR" dirty="0"/>
              <a:t>Sınıflar Arası İlişki 4: Dependency</a:t>
            </a:r>
            <a:endParaRPr lang="en-US" dirty="0"/>
          </a:p>
        </p:txBody>
      </p:sp>
      <p:sp>
        <p:nvSpPr>
          <p:cNvPr id="4" name="Veri Yer Tutucusu 3"/>
          <p:cNvSpPr>
            <a:spLocks noGrp="1"/>
          </p:cNvSpPr>
          <p:nvPr>
            <p:ph type="dt" sz="half" idx="10"/>
          </p:nvPr>
        </p:nvSpPr>
        <p:spPr/>
        <p:txBody>
          <a:bodyPr/>
          <a:lstStyle/>
          <a:p>
            <a:pPr>
              <a:defRPr/>
            </a:pPr>
            <a:fld id="{A6FAB1EC-7A00-4607-8BF8-66EE9839B22B}" type="datetime1">
              <a:rPr lang="tr-TR" smtClean="0">
                <a:solidFill>
                  <a:srgbClr val="FFFFFF"/>
                </a:solidFill>
              </a:rPr>
              <a:t>11.05.2020</a:t>
            </a:fld>
            <a:endParaRPr lang="tr-TR" dirty="0">
              <a:solidFill>
                <a:srgbClr val="FFFFFF"/>
              </a:solidFill>
            </a:endParaRPr>
          </a:p>
        </p:txBody>
      </p:sp>
      <p:sp>
        <p:nvSpPr>
          <p:cNvPr id="5" name="Slayt Numarası Yer Tutucusu 4"/>
          <p:cNvSpPr>
            <a:spLocks noGrp="1"/>
          </p:cNvSpPr>
          <p:nvPr>
            <p:ph type="sldNum" sz="quarter" idx="12"/>
          </p:nvPr>
        </p:nvSpPr>
        <p:spPr/>
        <p:txBody>
          <a:bodyPr/>
          <a:lstStyle/>
          <a:p>
            <a:pPr>
              <a:defRPr/>
            </a:pPr>
            <a:fld id="{B4D9CBB0-09FD-4FB3-A512-12DBE7913E78}" type="slidenum">
              <a:rPr lang="tr-TR" smtClean="0">
                <a:solidFill>
                  <a:srgbClr val="FFFFFF"/>
                </a:solidFill>
              </a:rPr>
              <a:pPr>
                <a:defRPr/>
              </a:pPr>
              <a:t>38</a:t>
            </a:fld>
            <a:endParaRPr lang="tr-TR">
              <a:solidFill>
                <a:srgbClr val="FFFFFF"/>
              </a:solidFill>
            </a:endParaRPr>
          </a:p>
        </p:txBody>
      </p:sp>
      <p:sp>
        <p:nvSpPr>
          <p:cNvPr id="8" name="Content Placeholder 7"/>
          <p:cNvSpPr>
            <a:spLocks noGrp="1"/>
          </p:cNvSpPr>
          <p:nvPr>
            <p:ph idx="1"/>
          </p:nvPr>
        </p:nvSpPr>
        <p:spPr>
          <a:xfrm>
            <a:off x="224746" y="971224"/>
            <a:ext cx="11387667" cy="4706245"/>
          </a:xfrm>
        </p:spPr>
        <p:txBody>
          <a:bodyPr/>
          <a:lstStyle/>
          <a:p>
            <a:pPr marL="0" indent="0">
              <a:buNone/>
            </a:pPr>
            <a:r>
              <a:rPr lang="tr-TR" dirty="0"/>
              <a:t>Bağımlılık İlişkisi (Dependency)</a:t>
            </a:r>
          </a:p>
          <a:p>
            <a:endParaRPr lang="tr-TR" sz="2800" dirty="0"/>
          </a:p>
          <a:p>
            <a:r>
              <a:rPr lang="tr-TR" sz="2800" dirty="0"/>
              <a:t>Birliktelik nesneler arası uzun süreli ilişkidir. </a:t>
            </a:r>
          </a:p>
          <a:p>
            <a:r>
              <a:rPr lang="tr-TR" sz="2800" dirty="0"/>
              <a:t>• Gerçek hayatta , örneğin , insanlar ve arabaları bir ilişki oluştururlar. Bu ilişki bir birlikteliktir, bir yerden başka bir yere gitme olayında , ne kullanıcı arabasız düşünülebilir nede araba kullanıcısız düşünülebilir. </a:t>
            </a:r>
          </a:p>
          <a:p>
            <a:pPr marL="0" indent="0">
              <a:buNone/>
            </a:pPr>
            <a:r>
              <a:rPr lang="tr-TR" sz="2800" dirty="0"/>
              <a:t>İki tür birliktelik vardır: </a:t>
            </a:r>
          </a:p>
          <a:p>
            <a:r>
              <a:rPr lang="tr-TR" sz="2800" dirty="0"/>
              <a:t>1. İçerme (Aggregation) </a:t>
            </a:r>
          </a:p>
          <a:p>
            <a:r>
              <a:rPr lang="tr-TR" sz="2800" dirty="0"/>
              <a:t>2. Kompozisyon - Oluşum (Composition) </a:t>
            </a:r>
          </a:p>
          <a:p>
            <a:pPr marL="0" indent="0">
              <a:buNone/>
            </a:pPr>
            <a:r>
              <a:rPr lang="tr-TR" sz="2800" dirty="0"/>
              <a:t> </a:t>
            </a:r>
          </a:p>
          <a:p>
            <a:endParaRPr lang="tr-TR" dirty="0"/>
          </a:p>
          <a:p>
            <a:endParaRPr lang="tr-TR" dirty="0"/>
          </a:p>
          <a:p>
            <a:endParaRPr lang="tr-TR" dirty="0"/>
          </a:p>
          <a:p>
            <a:endParaRPr lang="tr-TR" dirty="0"/>
          </a:p>
          <a:p>
            <a:endParaRPr lang="tr-TR" dirty="0"/>
          </a:p>
        </p:txBody>
      </p:sp>
    </p:spTree>
    <p:extLst>
      <p:ext uri="{BB962C8B-B14F-4D97-AF65-F5344CB8AC3E}">
        <p14:creationId xmlns:p14="http://schemas.microsoft.com/office/powerpoint/2010/main" val="3187131462"/>
      </p:ext>
    </p:extLst>
  </p:cSld>
  <p:clrMapOvr>
    <a:masterClrMapping/>
  </p:clrMapOvr>
  <p:transition spd="med" advClick="0" advTm="1000">
    <p:split/>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420054" y="192823"/>
            <a:ext cx="11387667" cy="862598"/>
          </a:xfrm>
        </p:spPr>
        <p:txBody>
          <a:bodyPr/>
          <a:lstStyle/>
          <a:p>
            <a:r>
              <a:rPr lang="tr-TR" dirty="0"/>
              <a:t>Sınıflar Arası İlişki 4.1: Aggregation</a:t>
            </a:r>
            <a:endParaRPr lang="en-US" dirty="0"/>
          </a:p>
        </p:txBody>
      </p:sp>
      <p:sp>
        <p:nvSpPr>
          <p:cNvPr id="4" name="Veri Yer Tutucusu 3"/>
          <p:cNvSpPr>
            <a:spLocks noGrp="1"/>
          </p:cNvSpPr>
          <p:nvPr>
            <p:ph type="dt" sz="half" idx="10"/>
          </p:nvPr>
        </p:nvSpPr>
        <p:spPr/>
        <p:txBody>
          <a:bodyPr/>
          <a:lstStyle/>
          <a:p>
            <a:pPr>
              <a:defRPr/>
            </a:pPr>
            <a:fld id="{A6FAB1EC-7A00-4607-8BF8-66EE9839B22B}" type="datetime1">
              <a:rPr lang="tr-TR" smtClean="0">
                <a:solidFill>
                  <a:srgbClr val="FFFFFF"/>
                </a:solidFill>
              </a:rPr>
              <a:t>11.05.2020</a:t>
            </a:fld>
            <a:endParaRPr lang="tr-TR" dirty="0">
              <a:solidFill>
                <a:srgbClr val="FFFFFF"/>
              </a:solidFill>
            </a:endParaRPr>
          </a:p>
        </p:txBody>
      </p:sp>
      <p:sp>
        <p:nvSpPr>
          <p:cNvPr id="5" name="Slayt Numarası Yer Tutucusu 4"/>
          <p:cNvSpPr>
            <a:spLocks noGrp="1"/>
          </p:cNvSpPr>
          <p:nvPr>
            <p:ph type="sldNum" sz="quarter" idx="12"/>
          </p:nvPr>
        </p:nvSpPr>
        <p:spPr/>
        <p:txBody>
          <a:bodyPr/>
          <a:lstStyle/>
          <a:p>
            <a:pPr>
              <a:defRPr/>
            </a:pPr>
            <a:fld id="{B4D9CBB0-09FD-4FB3-A512-12DBE7913E78}" type="slidenum">
              <a:rPr lang="tr-TR" smtClean="0">
                <a:solidFill>
                  <a:srgbClr val="FFFFFF"/>
                </a:solidFill>
              </a:rPr>
              <a:pPr>
                <a:defRPr/>
              </a:pPr>
              <a:t>39</a:t>
            </a:fld>
            <a:endParaRPr lang="tr-TR">
              <a:solidFill>
                <a:srgbClr val="FFFFFF"/>
              </a:solidFill>
            </a:endParaRPr>
          </a:p>
        </p:txBody>
      </p:sp>
      <p:sp>
        <p:nvSpPr>
          <p:cNvPr id="8" name="Content Placeholder 7"/>
          <p:cNvSpPr>
            <a:spLocks noGrp="1"/>
          </p:cNvSpPr>
          <p:nvPr>
            <p:ph idx="1"/>
          </p:nvPr>
        </p:nvSpPr>
        <p:spPr>
          <a:xfrm>
            <a:off x="224746" y="971224"/>
            <a:ext cx="11387667" cy="2672728"/>
          </a:xfrm>
        </p:spPr>
        <p:txBody>
          <a:bodyPr/>
          <a:lstStyle/>
          <a:p>
            <a:r>
              <a:rPr lang="tr-TR" dirty="0"/>
              <a:t>Bütün parça yukarıda olacak şekilde ve bütün parçanın uçuna içi boş elmas yerleştirilecek şekilde gösteririz. </a:t>
            </a:r>
          </a:p>
          <a:p>
            <a:r>
              <a:rPr lang="tr-TR" dirty="0"/>
              <a:t>İçi boş elmas ile gösterilen ilişkilerde herbir parça ayrı bir sınıftır ve tekbaşlarına anlam ifade eder. Parça bütün arasında sıkı bir ilişki yoktur. </a:t>
            </a:r>
          </a:p>
        </p:txBody>
      </p:sp>
      <p:pic>
        <p:nvPicPr>
          <p:cNvPr id="3" name="Picture 2"/>
          <p:cNvPicPr>
            <a:picLocks noChangeAspect="1"/>
          </p:cNvPicPr>
          <p:nvPr/>
        </p:nvPicPr>
        <p:blipFill>
          <a:blip r:embed="rId2"/>
          <a:stretch>
            <a:fillRect/>
          </a:stretch>
        </p:blipFill>
        <p:spPr>
          <a:xfrm>
            <a:off x="2339151" y="3656694"/>
            <a:ext cx="7513700" cy="2768665"/>
          </a:xfrm>
          <a:prstGeom prst="rect">
            <a:avLst/>
          </a:prstGeom>
        </p:spPr>
      </p:pic>
    </p:spTree>
    <p:extLst>
      <p:ext uri="{BB962C8B-B14F-4D97-AF65-F5344CB8AC3E}">
        <p14:creationId xmlns:p14="http://schemas.microsoft.com/office/powerpoint/2010/main" val="3605659220"/>
      </p:ext>
    </p:extLst>
  </p:cSld>
  <p:clrMapOvr>
    <a:masterClrMapping/>
  </p:clrMapOvr>
  <p:transition spd="med" advClick="0" advTm="1000">
    <p:split/>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Veri Yer Tutucusu 3">
            <a:extLst>
              <a:ext uri="{FF2B5EF4-FFF2-40B4-BE49-F238E27FC236}">
                <a16:creationId xmlns:a16="http://schemas.microsoft.com/office/drawing/2014/main" id="{7418CDF8-E0D9-405C-AA19-B5ECDF1AD6C8}"/>
              </a:ext>
            </a:extLst>
          </p:cNvPr>
          <p:cNvSpPr>
            <a:spLocks noGrp="1"/>
          </p:cNvSpPr>
          <p:nvPr>
            <p:ph type="dt" sz="half" idx="10"/>
          </p:nvPr>
        </p:nvSpPr>
        <p:spPr/>
        <p:txBody>
          <a:bodyPr/>
          <a:lstStyle/>
          <a:p>
            <a:pPr>
              <a:defRPr/>
            </a:pPr>
            <a:fld id="{7413A151-EC64-4027-9AB7-70655E41D8F9}" type="datetime1">
              <a:rPr lang="tr-TR" smtClean="0">
                <a:solidFill>
                  <a:srgbClr val="FFFFFF"/>
                </a:solidFill>
              </a:rPr>
              <a:t>11.05.2020</a:t>
            </a:fld>
            <a:endParaRPr lang="tr-TR">
              <a:solidFill>
                <a:srgbClr val="FFFFFF"/>
              </a:solidFill>
            </a:endParaRPr>
          </a:p>
        </p:txBody>
      </p:sp>
      <p:sp>
        <p:nvSpPr>
          <p:cNvPr id="5" name="Slayt Numarası Yer Tutucusu 4">
            <a:extLst>
              <a:ext uri="{FF2B5EF4-FFF2-40B4-BE49-F238E27FC236}">
                <a16:creationId xmlns:a16="http://schemas.microsoft.com/office/drawing/2014/main" id="{D788CB43-B3C2-4770-88BB-EAAA528537EE}"/>
              </a:ext>
            </a:extLst>
          </p:cNvPr>
          <p:cNvSpPr>
            <a:spLocks noGrp="1"/>
          </p:cNvSpPr>
          <p:nvPr>
            <p:ph type="sldNum" sz="quarter" idx="12"/>
          </p:nvPr>
        </p:nvSpPr>
        <p:spPr/>
        <p:txBody>
          <a:bodyPr/>
          <a:lstStyle/>
          <a:p>
            <a:pPr>
              <a:defRPr/>
            </a:pPr>
            <a:fld id="{B4D9CBB0-09FD-4FB3-A512-12DBE7913E78}" type="slidenum">
              <a:rPr lang="tr-TR" smtClean="0">
                <a:solidFill>
                  <a:srgbClr val="FFFFFF"/>
                </a:solidFill>
              </a:rPr>
              <a:pPr>
                <a:defRPr/>
              </a:pPr>
              <a:t>40</a:t>
            </a:fld>
            <a:endParaRPr lang="tr-TR">
              <a:solidFill>
                <a:srgbClr val="FFFFFF"/>
              </a:solidFill>
            </a:endParaRPr>
          </a:p>
        </p:txBody>
      </p:sp>
      <p:sp>
        <p:nvSpPr>
          <p:cNvPr id="6" name="Dikdörtgen 5">
            <a:extLst>
              <a:ext uri="{FF2B5EF4-FFF2-40B4-BE49-F238E27FC236}">
                <a16:creationId xmlns:a16="http://schemas.microsoft.com/office/drawing/2014/main" id="{3D9A55E5-5920-4C9E-8A3C-2C66218DF01A}"/>
              </a:ext>
            </a:extLst>
          </p:cNvPr>
          <p:cNvSpPr/>
          <p:nvPr/>
        </p:nvSpPr>
        <p:spPr>
          <a:xfrm>
            <a:off x="106820" y="136525"/>
            <a:ext cx="11683014" cy="923330"/>
          </a:xfrm>
          <a:prstGeom prst="rect">
            <a:avLst/>
          </a:prstGeom>
        </p:spPr>
        <p:txBody>
          <a:bodyPr wrap="square">
            <a:spAutoFit/>
          </a:bodyPr>
          <a:lstStyle/>
          <a:p>
            <a:r>
              <a:rPr lang="en-US" dirty="0">
                <a:solidFill>
                  <a:srgbClr val="610B38"/>
                </a:solidFill>
                <a:latin typeface="erdana"/>
              </a:rPr>
              <a:t>C# Aggregation (HAS-A Relationship)</a:t>
            </a:r>
          </a:p>
          <a:p>
            <a:r>
              <a:rPr lang="en-US" dirty="0">
                <a:solidFill>
                  <a:srgbClr val="000000"/>
                </a:solidFill>
                <a:latin typeface="verdana" panose="020B0604030504040204" pitchFamily="34" charset="0"/>
              </a:rPr>
              <a:t>In C#, aggregation is a process in which one class defines another class as any entity reference. It is another way to reuse the class. It is a form of association that represents HAS-A relationship.</a:t>
            </a:r>
            <a:endParaRPr lang="en-US" b="0" i="0" dirty="0">
              <a:solidFill>
                <a:srgbClr val="000000"/>
              </a:solidFill>
              <a:effectLst/>
              <a:latin typeface="verdana" panose="020B0604030504040204" pitchFamily="34" charset="0"/>
            </a:endParaRPr>
          </a:p>
        </p:txBody>
      </p:sp>
      <p:sp>
        <p:nvSpPr>
          <p:cNvPr id="7" name="Dikdörtgen 6">
            <a:extLst>
              <a:ext uri="{FF2B5EF4-FFF2-40B4-BE49-F238E27FC236}">
                <a16:creationId xmlns:a16="http://schemas.microsoft.com/office/drawing/2014/main" id="{72300605-FAFC-468D-9E7D-905E13263186}"/>
              </a:ext>
            </a:extLst>
          </p:cNvPr>
          <p:cNvSpPr/>
          <p:nvPr/>
        </p:nvSpPr>
        <p:spPr>
          <a:xfrm>
            <a:off x="304513" y="1410161"/>
            <a:ext cx="5270664" cy="2677656"/>
          </a:xfrm>
          <a:prstGeom prst="rect">
            <a:avLst/>
          </a:prstGeom>
          <a:solidFill>
            <a:schemeClr val="tx1">
              <a:lumMod val="95000"/>
            </a:schemeClr>
          </a:solidFill>
        </p:spPr>
        <p:txBody>
          <a:bodyPr wrap="square">
            <a:spAutoFit/>
          </a:bodyPr>
          <a:lstStyle/>
          <a:p>
            <a:r>
              <a:rPr lang="tr-TR" sz="1200" dirty="0" err="1">
                <a:solidFill>
                  <a:srgbClr val="0000FF"/>
                </a:solidFill>
                <a:latin typeface="Consolas" panose="020B0609020204030204" pitchFamily="49" charset="0"/>
              </a:rPr>
              <a:t>using</a:t>
            </a:r>
            <a:r>
              <a:rPr lang="tr-TR" sz="1200" dirty="0">
                <a:solidFill>
                  <a:srgbClr val="000000"/>
                </a:solidFill>
                <a:latin typeface="Consolas" panose="020B0609020204030204" pitchFamily="49" charset="0"/>
              </a:rPr>
              <a:t> </a:t>
            </a:r>
            <a:r>
              <a:rPr lang="tr-TR" sz="1200" dirty="0" err="1">
                <a:solidFill>
                  <a:srgbClr val="000000"/>
                </a:solidFill>
                <a:latin typeface="Consolas" panose="020B0609020204030204" pitchFamily="49" charset="0"/>
              </a:rPr>
              <a:t>System</a:t>
            </a:r>
            <a:r>
              <a:rPr lang="tr-TR" sz="1200" dirty="0">
                <a:solidFill>
                  <a:srgbClr val="000000"/>
                </a:solidFill>
                <a:latin typeface="Consolas" panose="020B0609020204030204" pitchFamily="49" charset="0"/>
              </a:rPr>
              <a:t>;</a:t>
            </a:r>
          </a:p>
          <a:p>
            <a:endParaRPr lang="tr-TR" sz="1200" dirty="0">
              <a:solidFill>
                <a:srgbClr val="000000"/>
              </a:solidFill>
              <a:latin typeface="Consolas" panose="020B0609020204030204" pitchFamily="49" charset="0"/>
            </a:endParaRPr>
          </a:p>
          <a:p>
            <a:r>
              <a:rPr lang="tr-TR" sz="1200" dirty="0" err="1">
                <a:solidFill>
                  <a:srgbClr val="0000FF"/>
                </a:solidFill>
                <a:latin typeface="Consolas" panose="020B0609020204030204" pitchFamily="49" charset="0"/>
              </a:rPr>
              <a:t>namespace</a:t>
            </a:r>
            <a:r>
              <a:rPr lang="tr-TR" sz="1200" dirty="0">
                <a:solidFill>
                  <a:srgbClr val="000000"/>
                </a:solidFill>
                <a:latin typeface="Consolas" panose="020B0609020204030204" pitchFamily="49" charset="0"/>
              </a:rPr>
              <a:t> ConsoleApp1</a:t>
            </a:r>
          </a:p>
          <a:p>
            <a:r>
              <a:rPr lang="tr-TR" sz="1200" dirty="0">
                <a:solidFill>
                  <a:srgbClr val="000000"/>
                </a:solidFill>
                <a:latin typeface="Consolas" panose="020B0609020204030204" pitchFamily="49" charset="0"/>
              </a:rPr>
              <a:t>{</a:t>
            </a:r>
          </a:p>
          <a:p>
            <a:r>
              <a:rPr lang="tr-TR" sz="1200" dirty="0">
                <a:solidFill>
                  <a:srgbClr val="000000"/>
                </a:solidFill>
                <a:latin typeface="Consolas" panose="020B0609020204030204" pitchFamily="49" charset="0"/>
              </a:rPr>
              <a:t>    </a:t>
            </a:r>
            <a:r>
              <a:rPr lang="tr-TR" sz="1200" dirty="0" err="1">
                <a:solidFill>
                  <a:srgbClr val="0000FF"/>
                </a:solidFill>
                <a:latin typeface="Consolas" panose="020B0609020204030204" pitchFamily="49" charset="0"/>
              </a:rPr>
              <a:t>public</a:t>
            </a:r>
            <a:r>
              <a:rPr lang="tr-TR" sz="1200" dirty="0">
                <a:solidFill>
                  <a:srgbClr val="000000"/>
                </a:solidFill>
                <a:latin typeface="Consolas" panose="020B0609020204030204" pitchFamily="49" charset="0"/>
              </a:rPr>
              <a:t> </a:t>
            </a:r>
            <a:r>
              <a:rPr lang="tr-TR" sz="1200" dirty="0" err="1">
                <a:solidFill>
                  <a:srgbClr val="0000FF"/>
                </a:solidFill>
                <a:latin typeface="Consolas" panose="020B0609020204030204" pitchFamily="49" charset="0"/>
              </a:rPr>
              <a:t>class</a:t>
            </a:r>
            <a:r>
              <a:rPr lang="tr-TR" sz="1200" dirty="0">
                <a:solidFill>
                  <a:srgbClr val="000000"/>
                </a:solidFill>
                <a:latin typeface="Consolas" panose="020B0609020204030204" pitchFamily="49" charset="0"/>
              </a:rPr>
              <a:t> </a:t>
            </a:r>
            <a:r>
              <a:rPr lang="tr-TR" sz="1200" dirty="0">
                <a:solidFill>
                  <a:srgbClr val="2B91AF"/>
                </a:solidFill>
                <a:latin typeface="Consolas" panose="020B0609020204030204" pitchFamily="49" charset="0"/>
              </a:rPr>
              <a:t>Adres</a:t>
            </a:r>
            <a:endParaRPr lang="tr-TR" sz="1200" dirty="0">
              <a:solidFill>
                <a:srgbClr val="000000"/>
              </a:solidFill>
              <a:latin typeface="Consolas" panose="020B0609020204030204" pitchFamily="49" charset="0"/>
            </a:endParaRPr>
          </a:p>
          <a:p>
            <a:r>
              <a:rPr lang="tr-TR" sz="1200" dirty="0">
                <a:solidFill>
                  <a:srgbClr val="000000"/>
                </a:solidFill>
                <a:latin typeface="Consolas" panose="020B0609020204030204" pitchFamily="49" charset="0"/>
              </a:rPr>
              <a:t>    {</a:t>
            </a:r>
          </a:p>
          <a:p>
            <a:r>
              <a:rPr lang="tr-TR" sz="1200" dirty="0">
                <a:solidFill>
                  <a:srgbClr val="000000"/>
                </a:solidFill>
                <a:latin typeface="Consolas" panose="020B0609020204030204" pitchFamily="49" charset="0"/>
              </a:rPr>
              <a:t>        </a:t>
            </a:r>
            <a:r>
              <a:rPr lang="tr-TR" sz="1200" dirty="0" err="1">
                <a:solidFill>
                  <a:srgbClr val="0000FF"/>
                </a:solidFill>
                <a:latin typeface="Consolas" panose="020B0609020204030204" pitchFamily="49" charset="0"/>
              </a:rPr>
              <a:t>public</a:t>
            </a:r>
            <a:r>
              <a:rPr lang="tr-TR" sz="1200" dirty="0">
                <a:solidFill>
                  <a:srgbClr val="000000"/>
                </a:solidFill>
                <a:latin typeface="Consolas" panose="020B0609020204030204" pitchFamily="49" charset="0"/>
              </a:rPr>
              <a:t> </a:t>
            </a:r>
            <a:r>
              <a:rPr lang="tr-TR" sz="1200" dirty="0" err="1">
                <a:solidFill>
                  <a:srgbClr val="0000FF"/>
                </a:solidFill>
                <a:latin typeface="Consolas" panose="020B0609020204030204" pitchFamily="49" charset="0"/>
              </a:rPr>
              <a:t>string</a:t>
            </a:r>
            <a:r>
              <a:rPr lang="tr-TR" sz="1200" dirty="0">
                <a:solidFill>
                  <a:srgbClr val="000000"/>
                </a:solidFill>
                <a:latin typeface="Consolas" panose="020B0609020204030204" pitchFamily="49" charset="0"/>
              </a:rPr>
              <a:t> adres, </a:t>
            </a:r>
            <a:r>
              <a:rPr lang="tr-TR" sz="1200" dirty="0" err="1">
                <a:solidFill>
                  <a:srgbClr val="000000"/>
                </a:solidFill>
                <a:latin typeface="Consolas" panose="020B0609020204030204" pitchFamily="49" charset="0"/>
              </a:rPr>
              <a:t>sehir</a:t>
            </a:r>
            <a:r>
              <a:rPr lang="tr-TR" sz="1200" dirty="0">
                <a:solidFill>
                  <a:srgbClr val="000000"/>
                </a:solidFill>
                <a:latin typeface="Consolas" panose="020B0609020204030204" pitchFamily="49" charset="0"/>
              </a:rPr>
              <a:t>, il;</a:t>
            </a:r>
          </a:p>
          <a:p>
            <a:r>
              <a:rPr lang="tr-TR" sz="1200" dirty="0">
                <a:solidFill>
                  <a:srgbClr val="000000"/>
                </a:solidFill>
                <a:latin typeface="Consolas" panose="020B0609020204030204" pitchFamily="49" charset="0"/>
              </a:rPr>
              <a:t>        </a:t>
            </a:r>
            <a:r>
              <a:rPr lang="tr-TR" sz="1200" dirty="0" err="1">
                <a:solidFill>
                  <a:srgbClr val="0000FF"/>
                </a:solidFill>
                <a:latin typeface="Consolas" panose="020B0609020204030204" pitchFamily="49" charset="0"/>
              </a:rPr>
              <a:t>public</a:t>
            </a:r>
            <a:r>
              <a:rPr lang="tr-TR" sz="1200" dirty="0">
                <a:solidFill>
                  <a:srgbClr val="000000"/>
                </a:solidFill>
                <a:latin typeface="Consolas" panose="020B0609020204030204" pitchFamily="49" charset="0"/>
              </a:rPr>
              <a:t> </a:t>
            </a:r>
            <a:r>
              <a:rPr lang="tr-TR" sz="1200" dirty="0">
                <a:solidFill>
                  <a:srgbClr val="2B91AF"/>
                </a:solidFill>
                <a:latin typeface="Consolas" panose="020B0609020204030204" pitchFamily="49" charset="0"/>
              </a:rPr>
              <a:t>Adres</a:t>
            </a:r>
            <a:r>
              <a:rPr lang="tr-TR" sz="1200" dirty="0">
                <a:solidFill>
                  <a:srgbClr val="000000"/>
                </a:solidFill>
                <a:latin typeface="Consolas" panose="020B0609020204030204" pitchFamily="49" charset="0"/>
              </a:rPr>
              <a:t>(</a:t>
            </a:r>
            <a:r>
              <a:rPr lang="tr-TR" sz="1200" dirty="0" err="1">
                <a:solidFill>
                  <a:srgbClr val="0000FF"/>
                </a:solidFill>
                <a:latin typeface="Consolas" panose="020B0609020204030204" pitchFamily="49" charset="0"/>
              </a:rPr>
              <a:t>string</a:t>
            </a:r>
            <a:r>
              <a:rPr lang="tr-TR" sz="1200" dirty="0">
                <a:solidFill>
                  <a:srgbClr val="000000"/>
                </a:solidFill>
                <a:latin typeface="Consolas" panose="020B0609020204030204" pitchFamily="49" charset="0"/>
              </a:rPr>
              <a:t> adres, </a:t>
            </a:r>
            <a:r>
              <a:rPr lang="tr-TR" sz="1200" dirty="0" err="1">
                <a:solidFill>
                  <a:srgbClr val="0000FF"/>
                </a:solidFill>
                <a:latin typeface="Consolas" panose="020B0609020204030204" pitchFamily="49" charset="0"/>
              </a:rPr>
              <a:t>string</a:t>
            </a:r>
            <a:r>
              <a:rPr lang="tr-TR" sz="1200" dirty="0">
                <a:solidFill>
                  <a:srgbClr val="000000"/>
                </a:solidFill>
                <a:latin typeface="Consolas" panose="020B0609020204030204" pitchFamily="49" charset="0"/>
              </a:rPr>
              <a:t> </a:t>
            </a:r>
            <a:r>
              <a:rPr lang="tr-TR" sz="1200" dirty="0" err="1">
                <a:solidFill>
                  <a:srgbClr val="000000"/>
                </a:solidFill>
                <a:latin typeface="Consolas" panose="020B0609020204030204" pitchFamily="49" charset="0"/>
              </a:rPr>
              <a:t>sehir</a:t>
            </a:r>
            <a:r>
              <a:rPr lang="tr-TR" sz="1200" dirty="0">
                <a:solidFill>
                  <a:srgbClr val="000000"/>
                </a:solidFill>
                <a:latin typeface="Consolas" panose="020B0609020204030204" pitchFamily="49" charset="0"/>
              </a:rPr>
              <a:t>, </a:t>
            </a:r>
            <a:r>
              <a:rPr lang="tr-TR" sz="1200" dirty="0" err="1">
                <a:solidFill>
                  <a:srgbClr val="0000FF"/>
                </a:solidFill>
                <a:latin typeface="Consolas" panose="020B0609020204030204" pitchFamily="49" charset="0"/>
              </a:rPr>
              <a:t>string</a:t>
            </a:r>
            <a:r>
              <a:rPr lang="tr-TR" sz="1200" dirty="0">
                <a:solidFill>
                  <a:srgbClr val="000000"/>
                </a:solidFill>
                <a:latin typeface="Consolas" panose="020B0609020204030204" pitchFamily="49" charset="0"/>
              </a:rPr>
              <a:t> il)</a:t>
            </a:r>
          </a:p>
          <a:p>
            <a:r>
              <a:rPr lang="tr-TR" sz="1200" dirty="0">
                <a:solidFill>
                  <a:srgbClr val="000000"/>
                </a:solidFill>
                <a:latin typeface="Consolas" panose="020B0609020204030204" pitchFamily="49" charset="0"/>
              </a:rPr>
              <a:t>        {</a:t>
            </a:r>
          </a:p>
          <a:p>
            <a:r>
              <a:rPr lang="tr-TR" sz="1200" dirty="0">
                <a:solidFill>
                  <a:srgbClr val="000000"/>
                </a:solidFill>
                <a:latin typeface="Consolas" panose="020B0609020204030204" pitchFamily="49" charset="0"/>
              </a:rPr>
              <a:t>            </a:t>
            </a:r>
            <a:r>
              <a:rPr lang="tr-TR" sz="1200" dirty="0" err="1">
                <a:solidFill>
                  <a:srgbClr val="0000FF"/>
                </a:solidFill>
                <a:latin typeface="Consolas" panose="020B0609020204030204" pitchFamily="49" charset="0"/>
              </a:rPr>
              <a:t>this</a:t>
            </a:r>
            <a:r>
              <a:rPr lang="tr-TR" sz="1200" dirty="0" err="1">
                <a:solidFill>
                  <a:srgbClr val="000000"/>
                </a:solidFill>
                <a:latin typeface="Consolas" panose="020B0609020204030204" pitchFamily="49" charset="0"/>
              </a:rPr>
              <a:t>.adres</a:t>
            </a:r>
            <a:r>
              <a:rPr lang="tr-TR" sz="1200" dirty="0">
                <a:solidFill>
                  <a:srgbClr val="000000"/>
                </a:solidFill>
                <a:latin typeface="Consolas" panose="020B0609020204030204" pitchFamily="49" charset="0"/>
              </a:rPr>
              <a:t> = adres;</a:t>
            </a:r>
          </a:p>
          <a:p>
            <a:r>
              <a:rPr lang="tr-TR" sz="1200" dirty="0">
                <a:solidFill>
                  <a:srgbClr val="000000"/>
                </a:solidFill>
                <a:latin typeface="Consolas" panose="020B0609020204030204" pitchFamily="49" charset="0"/>
              </a:rPr>
              <a:t>            </a:t>
            </a:r>
            <a:r>
              <a:rPr lang="tr-TR" sz="1200" dirty="0" err="1">
                <a:solidFill>
                  <a:srgbClr val="0000FF"/>
                </a:solidFill>
                <a:latin typeface="Consolas" panose="020B0609020204030204" pitchFamily="49" charset="0"/>
              </a:rPr>
              <a:t>this</a:t>
            </a:r>
            <a:r>
              <a:rPr lang="tr-TR" sz="1200" dirty="0" err="1">
                <a:solidFill>
                  <a:srgbClr val="000000"/>
                </a:solidFill>
                <a:latin typeface="Consolas" panose="020B0609020204030204" pitchFamily="49" charset="0"/>
              </a:rPr>
              <a:t>.sehir</a:t>
            </a:r>
            <a:r>
              <a:rPr lang="tr-TR" sz="1200" dirty="0">
                <a:solidFill>
                  <a:srgbClr val="000000"/>
                </a:solidFill>
                <a:latin typeface="Consolas" panose="020B0609020204030204" pitchFamily="49" charset="0"/>
              </a:rPr>
              <a:t> = </a:t>
            </a:r>
            <a:r>
              <a:rPr lang="tr-TR" sz="1200" dirty="0" err="1">
                <a:solidFill>
                  <a:srgbClr val="000000"/>
                </a:solidFill>
                <a:latin typeface="Consolas" panose="020B0609020204030204" pitchFamily="49" charset="0"/>
              </a:rPr>
              <a:t>sehir</a:t>
            </a:r>
            <a:r>
              <a:rPr lang="tr-TR" sz="1200" dirty="0">
                <a:solidFill>
                  <a:srgbClr val="000000"/>
                </a:solidFill>
                <a:latin typeface="Consolas" panose="020B0609020204030204" pitchFamily="49" charset="0"/>
              </a:rPr>
              <a:t>;</a:t>
            </a:r>
          </a:p>
          <a:p>
            <a:r>
              <a:rPr lang="tr-TR" sz="1200" dirty="0">
                <a:solidFill>
                  <a:srgbClr val="000000"/>
                </a:solidFill>
                <a:latin typeface="Consolas" panose="020B0609020204030204" pitchFamily="49" charset="0"/>
              </a:rPr>
              <a:t>            </a:t>
            </a:r>
            <a:r>
              <a:rPr lang="tr-TR" sz="1200" dirty="0">
                <a:solidFill>
                  <a:srgbClr val="0000FF"/>
                </a:solidFill>
                <a:latin typeface="Consolas" panose="020B0609020204030204" pitchFamily="49" charset="0"/>
              </a:rPr>
              <a:t>this</a:t>
            </a:r>
            <a:r>
              <a:rPr lang="tr-TR" sz="1200" dirty="0">
                <a:solidFill>
                  <a:srgbClr val="000000"/>
                </a:solidFill>
                <a:latin typeface="Consolas" panose="020B0609020204030204" pitchFamily="49" charset="0"/>
              </a:rPr>
              <a:t>.il = il;</a:t>
            </a:r>
          </a:p>
          <a:p>
            <a:r>
              <a:rPr lang="tr-TR" sz="1200" dirty="0">
                <a:solidFill>
                  <a:srgbClr val="000000"/>
                </a:solidFill>
                <a:latin typeface="Consolas" panose="020B0609020204030204" pitchFamily="49" charset="0"/>
              </a:rPr>
              <a:t>        }</a:t>
            </a:r>
          </a:p>
          <a:p>
            <a:r>
              <a:rPr lang="tr-TR" sz="1200" dirty="0">
                <a:solidFill>
                  <a:srgbClr val="000000"/>
                </a:solidFill>
                <a:latin typeface="Consolas" panose="020B0609020204030204" pitchFamily="49" charset="0"/>
              </a:rPr>
              <a:t>    }</a:t>
            </a:r>
            <a:endParaRPr lang="tr-TR" sz="3200" dirty="0"/>
          </a:p>
        </p:txBody>
      </p:sp>
      <p:sp>
        <p:nvSpPr>
          <p:cNvPr id="8" name="Dikdörtgen 7">
            <a:extLst>
              <a:ext uri="{FF2B5EF4-FFF2-40B4-BE49-F238E27FC236}">
                <a16:creationId xmlns:a16="http://schemas.microsoft.com/office/drawing/2014/main" id="{D9A68D76-8AA7-4262-84DE-1039E8A21A7B}"/>
              </a:ext>
            </a:extLst>
          </p:cNvPr>
          <p:cNvSpPr/>
          <p:nvPr/>
        </p:nvSpPr>
        <p:spPr>
          <a:xfrm>
            <a:off x="5640774" y="1248578"/>
            <a:ext cx="6193653" cy="3231654"/>
          </a:xfrm>
          <a:prstGeom prst="rect">
            <a:avLst/>
          </a:prstGeom>
          <a:solidFill>
            <a:schemeClr val="tx1">
              <a:lumMod val="95000"/>
            </a:schemeClr>
          </a:solidFill>
        </p:spPr>
        <p:txBody>
          <a:bodyPr wrap="square">
            <a:spAutoFit/>
          </a:bodyPr>
          <a:lstStyle/>
          <a:p>
            <a:r>
              <a:rPr lang="tr-TR" sz="1200" dirty="0" err="1">
                <a:solidFill>
                  <a:srgbClr val="0000FF"/>
                </a:solidFill>
                <a:latin typeface="Consolas" panose="020B0609020204030204" pitchFamily="49" charset="0"/>
              </a:rPr>
              <a:t>public</a:t>
            </a:r>
            <a:r>
              <a:rPr lang="tr-TR" sz="1200" dirty="0">
                <a:solidFill>
                  <a:srgbClr val="000000"/>
                </a:solidFill>
                <a:latin typeface="Consolas" panose="020B0609020204030204" pitchFamily="49" charset="0"/>
              </a:rPr>
              <a:t> </a:t>
            </a:r>
            <a:r>
              <a:rPr lang="tr-TR" sz="1200" dirty="0" err="1">
                <a:solidFill>
                  <a:srgbClr val="0000FF"/>
                </a:solidFill>
                <a:latin typeface="Consolas" panose="020B0609020204030204" pitchFamily="49" charset="0"/>
              </a:rPr>
              <a:t>class</a:t>
            </a:r>
            <a:r>
              <a:rPr lang="tr-TR" sz="1200" dirty="0">
                <a:solidFill>
                  <a:srgbClr val="000000"/>
                </a:solidFill>
                <a:latin typeface="Consolas" panose="020B0609020204030204" pitchFamily="49" charset="0"/>
              </a:rPr>
              <a:t> </a:t>
            </a:r>
            <a:r>
              <a:rPr lang="tr-TR" sz="1200" dirty="0">
                <a:solidFill>
                  <a:srgbClr val="2B91AF"/>
                </a:solidFill>
                <a:latin typeface="Consolas" panose="020B0609020204030204" pitchFamily="49" charset="0"/>
              </a:rPr>
              <a:t>Personel</a:t>
            </a:r>
            <a:endParaRPr lang="tr-TR" sz="1200" dirty="0">
              <a:solidFill>
                <a:srgbClr val="000000"/>
              </a:solidFill>
              <a:latin typeface="Consolas" panose="020B0609020204030204" pitchFamily="49" charset="0"/>
            </a:endParaRPr>
          </a:p>
          <a:p>
            <a:r>
              <a:rPr lang="tr-TR" sz="1200" dirty="0">
                <a:solidFill>
                  <a:srgbClr val="000000"/>
                </a:solidFill>
                <a:latin typeface="Consolas" panose="020B0609020204030204" pitchFamily="49" charset="0"/>
              </a:rPr>
              <a:t>    {</a:t>
            </a:r>
          </a:p>
          <a:p>
            <a:r>
              <a:rPr lang="tr-TR" sz="1200" dirty="0">
                <a:solidFill>
                  <a:srgbClr val="000000"/>
                </a:solidFill>
                <a:latin typeface="Consolas" panose="020B0609020204030204" pitchFamily="49" charset="0"/>
              </a:rPr>
              <a:t>        </a:t>
            </a:r>
            <a:r>
              <a:rPr lang="tr-TR" sz="1200" dirty="0" err="1">
                <a:solidFill>
                  <a:srgbClr val="0000FF"/>
                </a:solidFill>
                <a:latin typeface="Consolas" panose="020B0609020204030204" pitchFamily="49" charset="0"/>
              </a:rPr>
              <a:t>public</a:t>
            </a:r>
            <a:r>
              <a:rPr lang="tr-TR" sz="1200" dirty="0">
                <a:solidFill>
                  <a:srgbClr val="000000"/>
                </a:solidFill>
                <a:latin typeface="Consolas" panose="020B0609020204030204" pitchFamily="49" charset="0"/>
              </a:rPr>
              <a:t> </a:t>
            </a:r>
            <a:r>
              <a:rPr lang="tr-TR" sz="1200" dirty="0" err="1">
                <a:solidFill>
                  <a:srgbClr val="0000FF"/>
                </a:solidFill>
                <a:latin typeface="Consolas" panose="020B0609020204030204" pitchFamily="49" charset="0"/>
              </a:rPr>
              <a:t>int</a:t>
            </a:r>
            <a:r>
              <a:rPr lang="tr-TR" sz="1200" dirty="0">
                <a:solidFill>
                  <a:srgbClr val="000000"/>
                </a:solidFill>
                <a:latin typeface="Consolas" panose="020B0609020204030204" pitchFamily="49" charset="0"/>
              </a:rPr>
              <a:t> </a:t>
            </a:r>
            <a:r>
              <a:rPr lang="tr-TR" sz="1200" dirty="0" err="1">
                <a:solidFill>
                  <a:srgbClr val="000000"/>
                </a:solidFill>
                <a:latin typeface="Consolas" panose="020B0609020204030204" pitchFamily="49" charset="0"/>
              </a:rPr>
              <a:t>id</a:t>
            </a:r>
            <a:r>
              <a:rPr lang="tr-TR" sz="1200" dirty="0">
                <a:solidFill>
                  <a:srgbClr val="000000"/>
                </a:solidFill>
                <a:latin typeface="Consolas" panose="020B0609020204030204" pitchFamily="49" charset="0"/>
              </a:rPr>
              <a:t>;</a:t>
            </a:r>
          </a:p>
          <a:p>
            <a:r>
              <a:rPr lang="tr-TR" sz="1200" dirty="0">
                <a:solidFill>
                  <a:srgbClr val="000000"/>
                </a:solidFill>
                <a:latin typeface="Consolas" panose="020B0609020204030204" pitchFamily="49" charset="0"/>
              </a:rPr>
              <a:t>        </a:t>
            </a:r>
            <a:r>
              <a:rPr lang="tr-TR" sz="1200" dirty="0" err="1">
                <a:solidFill>
                  <a:srgbClr val="0000FF"/>
                </a:solidFill>
                <a:latin typeface="Consolas" panose="020B0609020204030204" pitchFamily="49" charset="0"/>
              </a:rPr>
              <a:t>public</a:t>
            </a:r>
            <a:r>
              <a:rPr lang="tr-TR" sz="1200" dirty="0">
                <a:solidFill>
                  <a:srgbClr val="000000"/>
                </a:solidFill>
                <a:latin typeface="Consolas" panose="020B0609020204030204" pitchFamily="49" charset="0"/>
              </a:rPr>
              <a:t> </a:t>
            </a:r>
            <a:r>
              <a:rPr lang="tr-TR" sz="1200" dirty="0" err="1">
                <a:solidFill>
                  <a:srgbClr val="0000FF"/>
                </a:solidFill>
                <a:latin typeface="Consolas" panose="020B0609020204030204" pitchFamily="49" charset="0"/>
              </a:rPr>
              <a:t>string</a:t>
            </a:r>
            <a:r>
              <a:rPr lang="tr-TR" sz="1200" dirty="0">
                <a:solidFill>
                  <a:srgbClr val="000000"/>
                </a:solidFill>
                <a:latin typeface="Consolas" panose="020B0609020204030204" pitchFamily="49" charset="0"/>
              </a:rPr>
              <a:t> isim;</a:t>
            </a:r>
          </a:p>
          <a:p>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public</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Adres</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adres</a:t>
            </a:r>
            <a:r>
              <a:rPr lang="en-US" sz="1200" dirty="0">
                <a:solidFill>
                  <a:srgbClr val="000000"/>
                </a:solidFill>
                <a:latin typeface="Consolas" panose="020B0609020204030204" pitchFamily="49" charset="0"/>
              </a:rPr>
              <a:t>;</a:t>
            </a:r>
            <a:r>
              <a:rPr lang="en-US" sz="1200" dirty="0">
                <a:solidFill>
                  <a:srgbClr val="008000"/>
                </a:solidFill>
                <a:latin typeface="Consolas" panose="020B0609020204030204" pitchFamily="49" charset="0"/>
              </a:rPr>
              <a:t>//Employee HAS-A Address  </a:t>
            </a:r>
            <a:endParaRPr lang="en-US" sz="1200" dirty="0">
              <a:solidFill>
                <a:srgbClr val="000000"/>
              </a:solidFill>
              <a:latin typeface="Consolas" panose="020B0609020204030204" pitchFamily="49" charset="0"/>
            </a:endParaRPr>
          </a:p>
          <a:p>
            <a:r>
              <a:rPr lang="tr-TR" sz="1200" dirty="0">
                <a:solidFill>
                  <a:srgbClr val="000000"/>
                </a:solidFill>
                <a:latin typeface="Consolas" panose="020B0609020204030204" pitchFamily="49" charset="0"/>
              </a:rPr>
              <a:t>        </a:t>
            </a:r>
            <a:r>
              <a:rPr lang="tr-TR" sz="1200" dirty="0" err="1">
                <a:solidFill>
                  <a:srgbClr val="0000FF"/>
                </a:solidFill>
                <a:latin typeface="Consolas" panose="020B0609020204030204" pitchFamily="49" charset="0"/>
              </a:rPr>
              <a:t>public</a:t>
            </a:r>
            <a:r>
              <a:rPr lang="tr-TR" sz="1200" dirty="0">
                <a:solidFill>
                  <a:srgbClr val="000000"/>
                </a:solidFill>
                <a:latin typeface="Consolas" panose="020B0609020204030204" pitchFamily="49" charset="0"/>
              </a:rPr>
              <a:t> </a:t>
            </a:r>
            <a:r>
              <a:rPr lang="tr-TR" sz="1200" dirty="0">
                <a:solidFill>
                  <a:srgbClr val="2B91AF"/>
                </a:solidFill>
                <a:latin typeface="Consolas" panose="020B0609020204030204" pitchFamily="49" charset="0"/>
              </a:rPr>
              <a:t>Personel</a:t>
            </a:r>
            <a:r>
              <a:rPr lang="tr-TR" sz="1200" dirty="0">
                <a:solidFill>
                  <a:srgbClr val="000000"/>
                </a:solidFill>
                <a:latin typeface="Consolas" panose="020B0609020204030204" pitchFamily="49" charset="0"/>
              </a:rPr>
              <a:t>(</a:t>
            </a:r>
            <a:r>
              <a:rPr lang="tr-TR" sz="1200" dirty="0" err="1">
                <a:solidFill>
                  <a:srgbClr val="0000FF"/>
                </a:solidFill>
                <a:latin typeface="Consolas" panose="020B0609020204030204" pitchFamily="49" charset="0"/>
              </a:rPr>
              <a:t>int</a:t>
            </a:r>
            <a:r>
              <a:rPr lang="tr-TR" sz="1200" dirty="0">
                <a:solidFill>
                  <a:srgbClr val="000000"/>
                </a:solidFill>
                <a:latin typeface="Consolas" panose="020B0609020204030204" pitchFamily="49" charset="0"/>
              </a:rPr>
              <a:t> </a:t>
            </a:r>
            <a:r>
              <a:rPr lang="tr-TR" sz="1200" dirty="0" err="1">
                <a:solidFill>
                  <a:srgbClr val="000000"/>
                </a:solidFill>
                <a:latin typeface="Consolas" panose="020B0609020204030204" pitchFamily="49" charset="0"/>
              </a:rPr>
              <a:t>id</a:t>
            </a:r>
            <a:r>
              <a:rPr lang="tr-TR" sz="1200" dirty="0">
                <a:solidFill>
                  <a:srgbClr val="000000"/>
                </a:solidFill>
                <a:latin typeface="Consolas" panose="020B0609020204030204" pitchFamily="49" charset="0"/>
              </a:rPr>
              <a:t>, </a:t>
            </a:r>
            <a:r>
              <a:rPr lang="tr-TR" sz="1200" dirty="0" err="1">
                <a:solidFill>
                  <a:srgbClr val="0000FF"/>
                </a:solidFill>
                <a:latin typeface="Consolas" panose="020B0609020204030204" pitchFamily="49" charset="0"/>
              </a:rPr>
              <a:t>string</a:t>
            </a:r>
            <a:r>
              <a:rPr lang="tr-TR" sz="1200" dirty="0">
                <a:solidFill>
                  <a:srgbClr val="000000"/>
                </a:solidFill>
                <a:latin typeface="Consolas" panose="020B0609020204030204" pitchFamily="49" charset="0"/>
              </a:rPr>
              <a:t> isim, Adres adres)</a:t>
            </a:r>
          </a:p>
          <a:p>
            <a:r>
              <a:rPr lang="tr-TR" sz="1200" dirty="0">
                <a:solidFill>
                  <a:srgbClr val="000000"/>
                </a:solidFill>
                <a:latin typeface="Consolas" panose="020B0609020204030204" pitchFamily="49" charset="0"/>
              </a:rPr>
              <a:t>        {</a:t>
            </a:r>
          </a:p>
          <a:p>
            <a:r>
              <a:rPr lang="tr-TR" sz="1200" dirty="0">
                <a:solidFill>
                  <a:srgbClr val="000000"/>
                </a:solidFill>
                <a:latin typeface="Consolas" panose="020B0609020204030204" pitchFamily="49" charset="0"/>
              </a:rPr>
              <a:t>            </a:t>
            </a:r>
            <a:r>
              <a:rPr lang="tr-TR" sz="1200" dirty="0">
                <a:solidFill>
                  <a:srgbClr val="0000FF"/>
                </a:solidFill>
                <a:latin typeface="Consolas" panose="020B0609020204030204" pitchFamily="49" charset="0"/>
              </a:rPr>
              <a:t>this</a:t>
            </a:r>
            <a:r>
              <a:rPr lang="tr-TR" sz="1200" dirty="0">
                <a:solidFill>
                  <a:srgbClr val="000000"/>
                </a:solidFill>
                <a:latin typeface="Consolas" panose="020B0609020204030204" pitchFamily="49" charset="0"/>
              </a:rPr>
              <a:t>.id = </a:t>
            </a:r>
            <a:r>
              <a:rPr lang="tr-TR" sz="1200" dirty="0" err="1">
                <a:solidFill>
                  <a:srgbClr val="000000"/>
                </a:solidFill>
                <a:latin typeface="Consolas" panose="020B0609020204030204" pitchFamily="49" charset="0"/>
              </a:rPr>
              <a:t>id</a:t>
            </a:r>
            <a:r>
              <a:rPr lang="tr-TR" sz="1200" dirty="0">
                <a:solidFill>
                  <a:srgbClr val="000000"/>
                </a:solidFill>
                <a:latin typeface="Consolas" panose="020B0609020204030204" pitchFamily="49" charset="0"/>
              </a:rPr>
              <a:t>;</a:t>
            </a:r>
          </a:p>
          <a:p>
            <a:r>
              <a:rPr lang="tr-TR" sz="1200" dirty="0">
                <a:solidFill>
                  <a:srgbClr val="000000"/>
                </a:solidFill>
                <a:latin typeface="Consolas" panose="020B0609020204030204" pitchFamily="49" charset="0"/>
              </a:rPr>
              <a:t>            </a:t>
            </a:r>
            <a:r>
              <a:rPr lang="tr-TR" sz="1200" dirty="0" err="1">
                <a:solidFill>
                  <a:srgbClr val="0000FF"/>
                </a:solidFill>
                <a:latin typeface="Consolas" panose="020B0609020204030204" pitchFamily="49" charset="0"/>
              </a:rPr>
              <a:t>this</a:t>
            </a:r>
            <a:r>
              <a:rPr lang="tr-TR" sz="1200" dirty="0" err="1">
                <a:solidFill>
                  <a:srgbClr val="000000"/>
                </a:solidFill>
                <a:latin typeface="Consolas" panose="020B0609020204030204" pitchFamily="49" charset="0"/>
              </a:rPr>
              <a:t>.isim</a:t>
            </a:r>
            <a:r>
              <a:rPr lang="tr-TR" sz="1200" dirty="0">
                <a:solidFill>
                  <a:srgbClr val="000000"/>
                </a:solidFill>
                <a:latin typeface="Consolas" panose="020B0609020204030204" pitchFamily="49" charset="0"/>
              </a:rPr>
              <a:t> = isim;</a:t>
            </a:r>
          </a:p>
          <a:p>
            <a:r>
              <a:rPr lang="tr-TR" sz="1200" dirty="0">
                <a:solidFill>
                  <a:srgbClr val="000000"/>
                </a:solidFill>
                <a:latin typeface="Consolas" panose="020B0609020204030204" pitchFamily="49" charset="0"/>
              </a:rPr>
              <a:t>            </a:t>
            </a:r>
            <a:r>
              <a:rPr lang="tr-TR" sz="1200" dirty="0" err="1">
                <a:solidFill>
                  <a:srgbClr val="0000FF"/>
                </a:solidFill>
                <a:latin typeface="Consolas" panose="020B0609020204030204" pitchFamily="49" charset="0"/>
              </a:rPr>
              <a:t>this</a:t>
            </a:r>
            <a:r>
              <a:rPr lang="tr-TR" sz="1200" dirty="0" err="1">
                <a:solidFill>
                  <a:srgbClr val="000000"/>
                </a:solidFill>
                <a:latin typeface="Consolas" panose="020B0609020204030204" pitchFamily="49" charset="0"/>
              </a:rPr>
              <a:t>.adres</a:t>
            </a:r>
            <a:r>
              <a:rPr lang="tr-TR" sz="1200" dirty="0">
                <a:solidFill>
                  <a:srgbClr val="000000"/>
                </a:solidFill>
                <a:latin typeface="Consolas" panose="020B0609020204030204" pitchFamily="49" charset="0"/>
              </a:rPr>
              <a:t> = adres;</a:t>
            </a:r>
          </a:p>
          <a:p>
            <a:r>
              <a:rPr lang="tr-TR" sz="1200" dirty="0">
                <a:solidFill>
                  <a:srgbClr val="000000"/>
                </a:solidFill>
                <a:latin typeface="Consolas" panose="020B0609020204030204" pitchFamily="49" charset="0"/>
              </a:rPr>
              <a:t>        }</a:t>
            </a:r>
          </a:p>
          <a:p>
            <a:r>
              <a:rPr lang="tr-TR" sz="1200" dirty="0">
                <a:solidFill>
                  <a:srgbClr val="000000"/>
                </a:solidFill>
                <a:latin typeface="Consolas" panose="020B0609020204030204" pitchFamily="49" charset="0"/>
              </a:rPr>
              <a:t>        </a:t>
            </a:r>
            <a:r>
              <a:rPr lang="tr-TR" sz="1200" dirty="0" err="1">
                <a:solidFill>
                  <a:srgbClr val="0000FF"/>
                </a:solidFill>
                <a:latin typeface="Consolas" panose="020B0609020204030204" pitchFamily="49" charset="0"/>
              </a:rPr>
              <a:t>public</a:t>
            </a:r>
            <a:r>
              <a:rPr lang="tr-TR" sz="1200" dirty="0">
                <a:solidFill>
                  <a:srgbClr val="000000"/>
                </a:solidFill>
                <a:latin typeface="Consolas" panose="020B0609020204030204" pitchFamily="49" charset="0"/>
              </a:rPr>
              <a:t> </a:t>
            </a:r>
            <a:r>
              <a:rPr lang="tr-TR" sz="1200" dirty="0" err="1">
                <a:solidFill>
                  <a:srgbClr val="0000FF"/>
                </a:solidFill>
                <a:latin typeface="Consolas" panose="020B0609020204030204" pitchFamily="49" charset="0"/>
              </a:rPr>
              <a:t>void</a:t>
            </a:r>
            <a:r>
              <a:rPr lang="tr-TR" sz="1200" dirty="0">
                <a:solidFill>
                  <a:srgbClr val="000000"/>
                </a:solidFill>
                <a:latin typeface="Consolas" panose="020B0609020204030204" pitchFamily="49" charset="0"/>
              </a:rPr>
              <a:t> </a:t>
            </a:r>
            <a:r>
              <a:rPr lang="tr-TR" sz="1200" dirty="0" err="1">
                <a:solidFill>
                  <a:srgbClr val="000000"/>
                </a:solidFill>
                <a:latin typeface="Consolas" panose="020B0609020204030204" pitchFamily="49" charset="0"/>
              </a:rPr>
              <a:t>yazdir</a:t>
            </a:r>
            <a:r>
              <a:rPr lang="tr-TR" sz="1200" dirty="0">
                <a:solidFill>
                  <a:srgbClr val="000000"/>
                </a:solidFill>
                <a:latin typeface="Consolas" panose="020B0609020204030204" pitchFamily="49" charset="0"/>
              </a:rPr>
              <a:t>()</a:t>
            </a:r>
          </a:p>
          <a:p>
            <a:r>
              <a:rPr lang="tr-TR" sz="1200" dirty="0">
                <a:solidFill>
                  <a:srgbClr val="000000"/>
                </a:solidFill>
                <a:latin typeface="Consolas" panose="020B0609020204030204" pitchFamily="49" charset="0"/>
              </a:rPr>
              <a:t>        {</a:t>
            </a:r>
          </a:p>
          <a:p>
            <a:r>
              <a:rPr lang="tr-TR" sz="1200" dirty="0">
                <a:solidFill>
                  <a:srgbClr val="000000"/>
                </a:solidFill>
                <a:latin typeface="Consolas" panose="020B0609020204030204" pitchFamily="49" charset="0"/>
              </a:rPr>
              <a:t>            </a:t>
            </a:r>
            <a:r>
              <a:rPr lang="tr-TR" sz="1200" dirty="0" err="1">
                <a:solidFill>
                  <a:srgbClr val="000000"/>
                </a:solidFill>
                <a:latin typeface="Consolas" panose="020B0609020204030204" pitchFamily="49" charset="0"/>
              </a:rPr>
              <a:t>Console.WriteLine</a:t>
            </a:r>
            <a:r>
              <a:rPr lang="tr-TR" sz="1200" dirty="0">
                <a:solidFill>
                  <a:srgbClr val="000000"/>
                </a:solidFill>
                <a:latin typeface="Consolas" panose="020B0609020204030204" pitchFamily="49" charset="0"/>
              </a:rPr>
              <a:t>(</a:t>
            </a:r>
            <a:r>
              <a:rPr lang="tr-TR" sz="1200" dirty="0" err="1">
                <a:solidFill>
                  <a:srgbClr val="000000"/>
                </a:solidFill>
                <a:latin typeface="Consolas" panose="020B0609020204030204" pitchFamily="49" charset="0"/>
              </a:rPr>
              <a:t>id</a:t>
            </a:r>
            <a:r>
              <a:rPr lang="tr-TR" sz="1200" dirty="0">
                <a:solidFill>
                  <a:srgbClr val="000000"/>
                </a:solidFill>
                <a:latin typeface="Consolas" panose="020B0609020204030204" pitchFamily="49" charset="0"/>
              </a:rPr>
              <a:t> + </a:t>
            </a:r>
            <a:r>
              <a:rPr lang="tr-TR" sz="1200" dirty="0">
                <a:solidFill>
                  <a:srgbClr val="A31515"/>
                </a:solidFill>
                <a:latin typeface="Consolas" panose="020B0609020204030204" pitchFamily="49" charset="0"/>
              </a:rPr>
              <a:t>" "</a:t>
            </a:r>
            <a:r>
              <a:rPr lang="tr-TR" sz="1200" dirty="0">
                <a:solidFill>
                  <a:srgbClr val="000000"/>
                </a:solidFill>
                <a:latin typeface="Consolas" panose="020B0609020204030204" pitchFamily="49" charset="0"/>
              </a:rPr>
              <a:t> + isim + </a:t>
            </a:r>
            <a:r>
              <a:rPr lang="tr-TR" sz="1200" dirty="0">
                <a:solidFill>
                  <a:srgbClr val="A31515"/>
                </a:solidFill>
                <a:latin typeface="Consolas" panose="020B0609020204030204" pitchFamily="49" charset="0"/>
              </a:rPr>
              <a:t>" "</a:t>
            </a:r>
            <a:r>
              <a:rPr lang="tr-TR" sz="1200" dirty="0">
                <a:solidFill>
                  <a:srgbClr val="000000"/>
                </a:solidFill>
                <a:latin typeface="Consolas" panose="020B0609020204030204" pitchFamily="49" charset="0"/>
              </a:rPr>
              <a:t> +</a:t>
            </a:r>
          </a:p>
          <a:p>
            <a:r>
              <a:rPr lang="tr-TR" sz="1200" dirty="0">
                <a:solidFill>
                  <a:srgbClr val="000000"/>
                </a:solidFill>
                <a:latin typeface="Consolas" panose="020B0609020204030204" pitchFamily="49" charset="0"/>
              </a:rPr>
              <a:t>              </a:t>
            </a:r>
            <a:r>
              <a:rPr lang="tr-TR" sz="1200" dirty="0" err="1">
                <a:solidFill>
                  <a:srgbClr val="000000"/>
                </a:solidFill>
                <a:latin typeface="Consolas" panose="020B0609020204030204" pitchFamily="49" charset="0"/>
              </a:rPr>
              <a:t>adres.adres</a:t>
            </a:r>
            <a:r>
              <a:rPr lang="tr-TR" sz="1200" dirty="0">
                <a:solidFill>
                  <a:srgbClr val="000000"/>
                </a:solidFill>
                <a:latin typeface="Consolas" panose="020B0609020204030204" pitchFamily="49" charset="0"/>
              </a:rPr>
              <a:t> + </a:t>
            </a:r>
            <a:r>
              <a:rPr lang="tr-TR" sz="1200" dirty="0">
                <a:solidFill>
                  <a:srgbClr val="A31515"/>
                </a:solidFill>
                <a:latin typeface="Consolas" panose="020B0609020204030204" pitchFamily="49" charset="0"/>
              </a:rPr>
              <a:t>" "</a:t>
            </a:r>
            <a:r>
              <a:rPr lang="tr-TR" sz="1200" dirty="0">
                <a:solidFill>
                  <a:srgbClr val="000000"/>
                </a:solidFill>
                <a:latin typeface="Consolas" panose="020B0609020204030204" pitchFamily="49" charset="0"/>
              </a:rPr>
              <a:t> + </a:t>
            </a:r>
            <a:r>
              <a:rPr lang="tr-TR" sz="1200" dirty="0" err="1">
                <a:solidFill>
                  <a:srgbClr val="000000"/>
                </a:solidFill>
                <a:latin typeface="Consolas" panose="020B0609020204030204" pitchFamily="49" charset="0"/>
              </a:rPr>
              <a:t>adres.sehir</a:t>
            </a:r>
            <a:r>
              <a:rPr lang="tr-TR" sz="1200" dirty="0">
                <a:solidFill>
                  <a:srgbClr val="000000"/>
                </a:solidFill>
                <a:latin typeface="Consolas" panose="020B0609020204030204" pitchFamily="49" charset="0"/>
              </a:rPr>
              <a:t> + </a:t>
            </a:r>
            <a:r>
              <a:rPr lang="tr-TR" sz="1200" dirty="0">
                <a:solidFill>
                  <a:srgbClr val="A31515"/>
                </a:solidFill>
                <a:latin typeface="Consolas" panose="020B0609020204030204" pitchFamily="49" charset="0"/>
              </a:rPr>
              <a:t>" "</a:t>
            </a:r>
            <a:r>
              <a:rPr lang="tr-TR" sz="1200" dirty="0">
                <a:solidFill>
                  <a:srgbClr val="000000"/>
                </a:solidFill>
                <a:latin typeface="Consolas" panose="020B0609020204030204" pitchFamily="49" charset="0"/>
              </a:rPr>
              <a:t> + adres.il);</a:t>
            </a:r>
          </a:p>
          <a:p>
            <a:r>
              <a:rPr lang="tr-TR" sz="1200" dirty="0">
                <a:solidFill>
                  <a:srgbClr val="000000"/>
                </a:solidFill>
                <a:latin typeface="Consolas" panose="020B0609020204030204" pitchFamily="49" charset="0"/>
              </a:rPr>
              <a:t>        }</a:t>
            </a:r>
          </a:p>
          <a:p>
            <a:r>
              <a:rPr lang="tr-TR" sz="1200" dirty="0">
                <a:solidFill>
                  <a:srgbClr val="000000"/>
                </a:solidFill>
                <a:latin typeface="Consolas" panose="020B0609020204030204" pitchFamily="49" charset="0"/>
              </a:rPr>
              <a:t>    }</a:t>
            </a:r>
            <a:endParaRPr lang="tr-TR" sz="3200" dirty="0"/>
          </a:p>
        </p:txBody>
      </p:sp>
      <p:sp>
        <p:nvSpPr>
          <p:cNvPr id="9" name="Dikdörtgen 8">
            <a:extLst>
              <a:ext uri="{FF2B5EF4-FFF2-40B4-BE49-F238E27FC236}">
                <a16:creationId xmlns:a16="http://schemas.microsoft.com/office/drawing/2014/main" id="{504F7D59-E9D4-44B2-8991-F2D6E9AB1961}"/>
              </a:ext>
            </a:extLst>
          </p:cNvPr>
          <p:cNvSpPr/>
          <p:nvPr/>
        </p:nvSpPr>
        <p:spPr>
          <a:xfrm>
            <a:off x="8878" y="4552629"/>
            <a:ext cx="9152878" cy="2246769"/>
          </a:xfrm>
          <a:prstGeom prst="rect">
            <a:avLst/>
          </a:prstGeom>
          <a:solidFill>
            <a:schemeClr val="tx1">
              <a:lumMod val="95000"/>
            </a:schemeClr>
          </a:solidFill>
        </p:spPr>
        <p:txBody>
          <a:bodyPr wrap="square">
            <a:spAutoFit/>
          </a:bodyPr>
          <a:lstStyle/>
          <a:p>
            <a:r>
              <a:rPr lang="tr-TR" sz="1400" dirty="0">
                <a:solidFill>
                  <a:srgbClr val="000000"/>
                </a:solidFill>
                <a:latin typeface="Consolas" panose="020B0609020204030204" pitchFamily="49" charset="0"/>
              </a:rPr>
              <a:t> </a:t>
            </a:r>
            <a:r>
              <a:rPr lang="tr-TR" sz="1400" dirty="0" err="1">
                <a:solidFill>
                  <a:srgbClr val="0000FF"/>
                </a:solidFill>
                <a:latin typeface="Consolas" panose="020B0609020204030204" pitchFamily="49" charset="0"/>
              </a:rPr>
              <a:t>class</a:t>
            </a:r>
            <a:r>
              <a:rPr lang="tr-TR" sz="1400" dirty="0">
                <a:solidFill>
                  <a:srgbClr val="000000"/>
                </a:solidFill>
                <a:latin typeface="Consolas" panose="020B0609020204030204" pitchFamily="49" charset="0"/>
              </a:rPr>
              <a:t> </a:t>
            </a:r>
            <a:r>
              <a:rPr lang="tr-TR" sz="1400" dirty="0">
                <a:solidFill>
                  <a:srgbClr val="2B91AF"/>
                </a:solidFill>
                <a:latin typeface="Consolas" panose="020B0609020204030204" pitchFamily="49" charset="0"/>
              </a:rPr>
              <a:t>Program</a:t>
            </a:r>
            <a:endParaRPr lang="tr-TR" sz="1400" dirty="0">
              <a:solidFill>
                <a:srgbClr val="000000"/>
              </a:solidFill>
              <a:latin typeface="Consolas" panose="020B0609020204030204" pitchFamily="49" charset="0"/>
            </a:endParaRPr>
          </a:p>
          <a:p>
            <a:r>
              <a:rPr lang="tr-TR" sz="1400" dirty="0">
                <a:solidFill>
                  <a:srgbClr val="000000"/>
                </a:solidFill>
                <a:latin typeface="Consolas" panose="020B0609020204030204" pitchFamily="49" charset="0"/>
              </a:rPr>
              <a:t>    {</a:t>
            </a:r>
          </a:p>
          <a:p>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static</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void</a:t>
            </a:r>
            <a:r>
              <a:rPr lang="en-US" sz="1400" dirty="0">
                <a:solidFill>
                  <a:srgbClr val="000000"/>
                </a:solidFill>
                <a:latin typeface="Consolas" panose="020B0609020204030204" pitchFamily="49" charset="0"/>
              </a:rPr>
              <a:t> Main(</a:t>
            </a:r>
            <a:r>
              <a:rPr lang="en-US" sz="1400" dirty="0">
                <a:solidFill>
                  <a:srgbClr val="0000FF"/>
                </a:solidFill>
                <a:latin typeface="Consolas" panose="020B0609020204030204" pitchFamily="49" charset="0"/>
              </a:rPr>
              <a:t>string</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args</a:t>
            </a:r>
            <a:r>
              <a:rPr lang="en-US" sz="1400" dirty="0">
                <a:solidFill>
                  <a:srgbClr val="000000"/>
                </a:solidFill>
                <a:latin typeface="Consolas" panose="020B0609020204030204" pitchFamily="49" charset="0"/>
              </a:rPr>
              <a:t>)</a:t>
            </a:r>
          </a:p>
          <a:p>
            <a:r>
              <a:rPr lang="tr-TR" sz="1400" dirty="0">
                <a:solidFill>
                  <a:srgbClr val="000000"/>
                </a:solidFill>
                <a:latin typeface="Consolas" panose="020B0609020204030204" pitchFamily="49" charset="0"/>
              </a:rPr>
              <a:t>        {</a:t>
            </a:r>
          </a:p>
          <a:p>
            <a:r>
              <a:rPr lang="tr-TR" sz="1400" dirty="0">
                <a:solidFill>
                  <a:srgbClr val="000000"/>
                </a:solidFill>
                <a:latin typeface="Consolas" panose="020B0609020204030204" pitchFamily="49" charset="0"/>
              </a:rPr>
              <a:t>            Adres a1 = </a:t>
            </a:r>
            <a:r>
              <a:rPr lang="tr-TR" sz="1400" dirty="0" err="1">
                <a:solidFill>
                  <a:srgbClr val="0000FF"/>
                </a:solidFill>
                <a:latin typeface="Consolas" panose="020B0609020204030204" pitchFamily="49" charset="0"/>
              </a:rPr>
              <a:t>new</a:t>
            </a:r>
            <a:r>
              <a:rPr lang="tr-TR" sz="1400" dirty="0">
                <a:solidFill>
                  <a:srgbClr val="000000"/>
                </a:solidFill>
                <a:latin typeface="Consolas" panose="020B0609020204030204" pitchFamily="49" charset="0"/>
              </a:rPr>
              <a:t> Adres(</a:t>
            </a:r>
            <a:r>
              <a:rPr lang="tr-TR" sz="1400" dirty="0">
                <a:solidFill>
                  <a:srgbClr val="A31515"/>
                </a:solidFill>
                <a:latin typeface="Consolas" panose="020B0609020204030204" pitchFamily="49" charset="0"/>
              </a:rPr>
              <a:t>"222. sok. no:5 , Kemal Paşa </a:t>
            </a:r>
            <a:r>
              <a:rPr lang="tr-TR" sz="1400" dirty="0" err="1">
                <a:solidFill>
                  <a:srgbClr val="A31515"/>
                </a:solidFill>
                <a:latin typeface="Consolas" panose="020B0609020204030204" pitchFamily="49" charset="0"/>
              </a:rPr>
              <a:t>Mah</a:t>
            </a:r>
            <a:r>
              <a:rPr lang="tr-TR" sz="1400" dirty="0">
                <a:solidFill>
                  <a:srgbClr val="A31515"/>
                </a:solidFill>
                <a:latin typeface="Consolas" panose="020B0609020204030204" pitchFamily="49" charset="0"/>
              </a:rPr>
              <a:t>"</a:t>
            </a:r>
            <a:r>
              <a:rPr lang="tr-TR" sz="1400" dirty="0">
                <a:solidFill>
                  <a:srgbClr val="000000"/>
                </a:solidFill>
                <a:latin typeface="Consolas" panose="020B0609020204030204" pitchFamily="49" charset="0"/>
              </a:rPr>
              <a:t>, </a:t>
            </a:r>
            <a:r>
              <a:rPr lang="tr-TR" sz="1400" dirty="0">
                <a:solidFill>
                  <a:srgbClr val="A31515"/>
                </a:solidFill>
                <a:latin typeface="Consolas" panose="020B0609020204030204" pitchFamily="49" charset="0"/>
              </a:rPr>
              <a:t>"</a:t>
            </a:r>
            <a:r>
              <a:rPr lang="tr-TR" sz="1400" dirty="0" err="1">
                <a:solidFill>
                  <a:srgbClr val="A31515"/>
                </a:solidFill>
                <a:latin typeface="Consolas" panose="020B0609020204030204" pitchFamily="49" charset="0"/>
              </a:rPr>
              <a:t>serdivan</a:t>
            </a:r>
            <a:r>
              <a:rPr lang="tr-TR" sz="1400" dirty="0">
                <a:solidFill>
                  <a:srgbClr val="A31515"/>
                </a:solidFill>
                <a:latin typeface="Consolas" panose="020B0609020204030204" pitchFamily="49" charset="0"/>
              </a:rPr>
              <a:t>"</a:t>
            </a:r>
            <a:r>
              <a:rPr lang="tr-TR" sz="1400" dirty="0">
                <a:solidFill>
                  <a:srgbClr val="000000"/>
                </a:solidFill>
                <a:latin typeface="Consolas" panose="020B0609020204030204" pitchFamily="49" charset="0"/>
              </a:rPr>
              <a:t>, </a:t>
            </a:r>
            <a:r>
              <a:rPr lang="tr-TR" sz="1400" dirty="0">
                <a:solidFill>
                  <a:srgbClr val="A31515"/>
                </a:solidFill>
                <a:latin typeface="Consolas" panose="020B0609020204030204" pitchFamily="49" charset="0"/>
              </a:rPr>
              <a:t>"Sakarya"</a:t>
            </a:r>
            <a:r>
              <a:rPr lang="tr-TR" sz="1400" dirty="0">
                <a:solidFill>
                  <a:srgbClr val="000000"/>
                </a:solidFill>
                <a:latin typeface="Consolas" panose="020B0609020204030204" pitchFamily="49" charset="0"/>
              </a:rPr>
              <a:t>);</a:t>
            </a:r>
          </a:p>
          <a:p>
            <a:r>
              <a:rPr lang="tr-TR" sz="1400" dirty="0">
                <a:solidFill>
                  <a:srgbClr val="000000"/>
                </a:solidFill>
                <a:latin typeface="Consolas" panose="020B0609020204030204" pitchFamily="49" charset="0"/>
              </a:rPr>
              <a:t>            Personel p1 = </a:t>
            </a:r>
            <a:r>
              <a:rPr lang="tr-TR" sz="1400" dirty="0" err="1">
                <a:solidFill>
                  <a:srgbClr val="0000FF"/>
                </a:solidFill>
                <a:latin typeface="Consolas" panose="020B0609020204030204" pitchFamily="49" charset="0"/>
              </a:rPr>
              <a:t>new</a:t>
            </a:r>
            <a:r>
              <a:rPr lang="tr-TR" sz="1400" dirty="0">
                <a:solidFill>
                  <a:srgbClr val="000000"/>
                </a:solidFill>
                <a:latin typeface="Consolas" panose="020B0609020204030204" pitchFamily="49" charset="0"/>
              </a:rPr>
              <a:t> Personel(1, </a:t>
            </a:r>
            <a:r>
              <a:rPr lang="tr-TR" sz="1400" dirty="0">
                <a:solidFill>
                  <a:srgbClr val="A31515"/>
                </a:solidFill>
                <a:latin typeface="Consolas" panose="020B0609020204030204" pitchFamily="49" charset="0"/>
              </a:rPr>
              <a:t>"Ali"</a:t>
            </a:r>
            <a:r>
              <a:rPr lang="tr-TR" sz="1400" dirty="0">
                <a:solidFill>
                  <a:srgbClr val="000000"/>
                </a:solidFill>
                <a:latin typeface="Consolas" panose="020B0609020204030204" pitchFamily="49" charset="0"/>
              </a:rPr>
              <a:t>, a1);</a:t>
            </a:r>
          </a:p>
          <a:p>
            <a:r>
              <a:rPr lang="tr-TR" sz="1400" dirty="0">
                <a:solidFill>
                  <a:srgbClr val="000000"/>
                </a:solidFill>
                <a:latin typeface="Consolas" panose="020B0609020204030204" pitchFamily="49" charset="0"/>
              </a:rPr>
              <a:t>            p1.yazdir();</a:t>
            </a:r>
          </a:p>
          <a:p>
            <a:r>
              <a:rPr lang="tr-TR" sz="1400" dirty="0">
                <a:solidFill>
                  <a:srgbClr val="000000"/>
                </a:solidFill>
                <a:latin typeface="Consolas" panose="020B0609020204030204" pitchFamily="49" charset="0"/>
              </a:rPr>
              <a:t>        }</a:t>
            </a:r>
          </a:p>
          <a:p>
            <a:r>
              <a:rPr lang="tr-TR" sz="1400" dirty="0">
                <a:solidFill>
                  <a:srgbClr val="000000"/>
                </a:solidFill>
                <a:latin typeface="Consolas" panose="020B0609020204030204" pitchFamily="49" charset="0"/>
              </a:rPr>
              <a:t>    }</a:t>
            </a:r>
          </a:p>
          <a:p>
            <a:r>
              <a:rPr lang="tr-TR" sz="1400" dirty="0">
                <a:solidFill>
                  <a:srgbClr val="000000"/>
                </a:solidFill>
                <a:latin typeface="Consolas" panose="020B0609020204030204" pitchFamily="49" charset="0"/>
              </a:rPr>
              <a:t>}</a:t>
            </a:r>
            <a:endParaRPr lang="tr-TR" sz="3600" dirty="0"/>
          </a:p>
        </p:txBody>
      </p:sp>
      <p:sp>
        <p:nvSpPr>
          <p:cNvPr id="10" name="Ok: Sağ 9">
            <a:extLst>
              <a:ext uri="{FF2B5EF4-FFF2-40B4-BE49-F238E27FC236}">
                <a16:creationId xmlns:a16="http://schemas.microsoft.com/office/drawing/2014/main" id="{BF0E7F16-962C-40F4-963E-E73BFFB94D3D}"/>
              </a:ext>
            </a:extLst>
          </p:cNvPr>
          <p:cNvSpPr/>
          <p:nvPr/>
        </p:nvSpPr>
        <p:spPr>
          <a:xfrm>
            <a:off x="5291091" y="1713390"/>
            <a:ext cx="612559" cy="248575"/>
          </a:xfrm>
          <a:prstGeom prst="rightArrow">
            <a:avLst/>
          </a:prstGeom>
          <a:solidFill>
            <a:srgbClr val="FF0000"/>
          </a:solidFill>
          <a:ln>
            <a:solidFill>
              <a:schemeClr val="tx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Ok: Sağ 10">
            <a:extLst>
              <a:ext uri="{FF2B5EF4-FFF2-40B4-BE49-F238E27FC236}">
                <a16:creationId xmlns:a16="http://schemas.microsoft.com/office/drawing/2014/main" id="{C956975C-D104-4786-B8F4-B44FD21A53AB}"/>
              </a:ext>
            </a:extLst>
          </p:cNvPr>
          <p:cNvSpPr/>
          <p:nvPr/>
        </p:nvSpPr>
        <p:spPr>
          <a:xfrm rot="5400000">
            <a:off x="5517760" y="4269809"/>
            <a:ext cx="612559" cy="248575"/>
          </a:xfrm>
          <a:prstGeom prst="rightArrow">
            <a:avLst/>
          </a:prstGeom>
          <a:solidFill>
            <a:srgbClr val="FF0000"/>
          </a:solidFill>
          <a:ln>
            <a:solidFill>
              <a:schemeClr val="tx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Tree>
    <p:extLst>
      <p:ext uri="{BB962C8B-B14F-4D97-AF65-F5344CB8AC3E}">
        <p14:creationId xmlns:p14="http://schemas.microsoft.com/office/powerpoint/2010/main" val="2675981506"/>
      </p:ext>
    </p:extLst>
  </p:cSld>
  <p:clrMapOvr>
    <a:masterClrMapping/>
  </p:clrMapOvr>
  <p:transition spd="med" advClick="0" advTm="1000">
    <p:split/>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420054" y="192823"/>
            <a:ext cx="11387667" cy="862598"/>
          </a:xfrm>
        </p:spPr>
        <p:txBody>
          <a:bodyPr/>
          <a:lstStyle/>
          <a:p>
            <a:r>
              <a:rPr lang="tr-TR" dirty="0"/>
              <a:t>Sınıflar Arası İlişki 4: Composition </a:t>
            </a:r>
            <a:endParaRPr lang="en-US" dirty="0"/>
          </a:p>
        </p:txBody>
      </p:sp>
      <p:sp>
        <p:nvSpPr>
          <p:cNvPr id="4" name="Veri Yer Tutucusu 3"/>
          <p:cNvSpPr>
            <a:spLocks noGrp="1"/>
          </p:cNvSpPr>
          <p:nvPr>
            <p:ph type="dt" sz="half" idx="10"/>
          </p:nvPr>
        </p:nvSpPr>
        <p:spPr/>
        <p:txBody>
          <a:bodyPr/>
          <a:lstStyle/>
          <a:p>
            <a:pPr>
              <a:defRPr/>
            </a:pPr>
            <a:fld id="{A6FAB1EC-7A00-4607-8BF8-66EE9839B22B}" type="datetime1">
              <a:rPr lang="tr-TR" smtClean="0">
                <a:solidFill>
                  <a:srgbClr val="FFFFFF"/>
                </a:solidFill>
              </a:rPr>
              <a:t>11.05.2020</a:t>
            </a:fld>
            <a:endParaRPr lang="tr-TR" dirty="0">
              <a:solidFill>
                <a:srgbClr val="FFFFFF"/>
              </a:solidFill>
            </a:endParaRPr>
          </a:p>
        </p:txBody>
      </p:sp>
      <p:sp>
        <p:nvSpPr>
          <p:cNvPr id="5" name="Slayt Numarası Yer Tutucusu 4"/>
          <p:cNvSpPr>
            <a:spLocks noGrp="1"/>
          </p:cNvSpPr>
          <p:nvPr>
            <p:ph type="sldNum" sz="quarter" idx="12"/>
          </p:nvPr>
        </p:nvSpPr>
        <p:spPr/>
        <p:txBody>
          <a:bodyPr/>
          <a:lstStyle/>
          <a:p>
            <a:pPr>
              <a:defRPr/>
            </a:pPr>
            <a:fld id="{B4D9CBB0-09FD-4FB3-A512-12DBE7913E78}" type="slidenum">
              <a:rPr lang="tr-TR" smtClean="0">
                <a:solidFill>
                  <a:srgbClr val="FFFFFF"/>
                </a:solidFill>
              </a:rPr>
              <a:pPr>
                <a:defRPr/>
              </a:pPr>
              <a:t>41</a:t>
            </a:fld>
            <a:endParaRPr lang="tr-TR">
              <a:solidFill>
                <a:srgbClr val="FFFFFF"/>
              </a:solidFill>
            </a:endParaRPr>
          </a:p>
        </p:txBody>
      </p:sp>
      <p:sp>
        <p:nvSpPr>
          <p:cNvPr id="8" name="Content Placeholder 7"/>
          <p:cNvSpPr>
            <a:spLocks noGrp="1"/>
          </p:cNvSpPr>
          <p:nvPr>
            <p:ph idx="1"/>
          </p:nvPr>
        </p:nvSpPr>
        <p:spPr>
          <a:xfrm>
            <a:off x="224746" y="971224"/>
            <a:ext cx="11387667" cy="5156621"/>
          </a:xfrm>
        </p:spPr>
        <p:txBody>
          <a:bodyPr/>
          <a:lstStyle/>
          <a:p>
            <a:r>
              <a:rPr lang="tr-TR" dirty="0"/>
              <a:t>Bazı durumlarda bütün nesne yaratıldığında parçalarının da yaratılmasını isteriz. </a:t>
            </a:r>
          </a:p>
          <a:p>
            <a:r>
              <a:rPr lang="tr-TR" dirty="0"/>
              <a:t>Bu ilişki daha sıkıdır. İçi dolu elmas ile gösterilir.</a:t>
            </a:r>
          </a:p>
          <a:p>
            <a:pPr marL="0" indent="0">
              <a:buNone/>
            </a:pPr>
            <a:r>
              <a:rPr lang="tr-TR" sz="2800" dirty="0"/>
              <a:t> </a:t>
            </a:r>
          </a:p>
          <a:p>
            <a:endParaRPr lang="tr-TR" dirty="0"/>
          </a:p>
          <a:p>
            <a:endParaRPr lang="tr-TR" dirty="0"/>
          </a:p>
          <a:p>
            <a:endParaRPr lang="tr-TR" dirty="0"/>
          </a:p>
          <a:p>
            <a:endParaRPr lang="tr-TR" dirty="0"/>
          </a:p>
          <a:p>
            <a:r>
              <a:rPr lang="tr-TR" dirty="0"/>
              <a:t>Beden olmadan gövdenin tek başına bulunmasının anlamı yoktur.</a:t>
            </a:r>
          </a:p>
          <a:p>
            <a:endParaRPr lang="tr-TR" dirty="0"/>
          </a:p>
        </p:txBody>
      </p:sp>
      <p:pic>
        <p:nvPicPr>
          <p:cNvPr id="3" name="Picture 2"/>
          <p:cNvPicPr>
            <a:picLocks noChangeAspect="1"/>
          </p:cNvPicPr>
          <p:nvPr/>
        </p:nvPicPr>
        <p:blipFill>
          <a:blip r:embed="rId2"/>
          <a:stretch>
            <a:fillRect/>
          </a:stretch>
        </p:blipFill>
        <p:spPr>
          <a:xfrm>
            <a:off x="1284254" y="2996800"/>
            <a:ext cx="7453347" cy="2257588"/>
          </a:xfrm>
          <a:prstGeom prst="rect">
            <a:avLst/>
          </a:prstGeom>
        </p:spPr>
      </p:pic>
    </p:spTree>
    <p:extLst>
      <p:ext uri="{BB962C8B-B14F-4D97-AF65-F5344CB8AC3E}">
        <p14:creationId xmlns:p14="http://schemas.microsoft.com/office/powerpoint/2010/main" val="2161290068"/>
      </p:ext>
    </p:extLst>
  </p:cSld>
  <p:clrMapOvr>
    <a:masterClrMapping/>
  </p:clrMapOvr>
  <p:transition spd="med" advClick="0" advTm="1000">
    <p:split/>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Veri Yer Tutucusu 3">
            <a:extLst>
              <a:ext uri="{FF2B5EF4-FFF2-40B4-BE49-F238E27FC236}">
                <a16:creationId xmlns:a16="http://schemas.microsoft.com/office/drawing/2014/main" id="{1AEE274D-9F67-4C6F-B98F-AE87D7F46314}"/>
              </a:ext>
            </a:extLst>
          </p:cNvPr>
          <p:cNvSpPr>
            <a:spLocks noGrp="1"/>
          </p:cNvSpPr>
          <p:nvPr>
            <p:ph type="dt" sz="half" idx="10"/>
          </p:nvPr>
        </p:nvSpPr>
        <p:spPr/>
        <p:txBody>
          <a:bodyPr/>
          <a:lstStyle/>
          <a:p>
            <a:pPr>
              <a:defRPr/>
            </a:pPr>
            <a:fld id="{7413A151-EC64-4027-9AB7-70655E41D8F9}" type="datetime1">
              <a:rPr lang="tr-TR" smtClean="0">
                <a:solidFill>
                  <a:srgbClr val="FFFFFF"/>
                </a:solidFill>
              </a:rPr>
              <a:t>11.05.2020</a:t>
            </a:fld>
            <a:endParaRPr lang="tr-TR">
              <a:solidFill>
                <a:srgbClr val="FFFFFF"/>
              </a:solidFill>
            </a:endParaRPr>
          </a:p>
        </p:txBody>
      </p:sp>
      <p:sp>
        <p:nvSpPr>
          <p:cNvPr id="5" name="Slayt Numarası Yer Tutucusu 4">
            <a:extLst>
              <a:ext uri="{FF2B5EF4-FFF2-40B4-BE49-F238E27FC236}">
                <a16:creationId xmlns:a16="http://schemas.microsoft.com/office/drawing/2014/main" id="{E2611FD0-7C5C-4141-AE36-4F3B55852600}"/>
              </a:ext>
            </a:extLst>
          </p:cNvPr>
          <p:cNvSpPr>
            <a:spLocks noGrp="1"/>
          </p:cNvSpPr>
          <p:nvPr>
            <p:ph type="sldNum" sz="quarter" idx="12"/>
          </p:nvPr>
        </p:nvSpPr>
        <p:spPr/>
        <p:txBody>
          <a:bodyPr/>
          <a:lstStyle/>
          <a:p>
            <a:pPr>
              <a:defRPr/>
            </a:pPr>
            <a:fld id="{B4D9CBB0-09FD-4FB3-A512-12DBE7913E78}" type="slidenum">
              <a:rPr lang="tr-TR" smtClean="0">
                <a:solidFill>
                  <a:srgbClr val="FFFFFF"/>
                </a:solidFill>
              </a:rPr>
              <a:pPr>
                <a:defRPr/>
              </a:pPr>
              <a:t>42</a:t>
            </a:fld>
            <a:endParaRPr lang="tr-TR">
              <a:solidFill>
                <a:srgbClr val="FFFFFF"/>
              </a:solidFill>
            </a:endParaRPr>
          </a:p>
        </p:txBody>
      </p:sp>
      <p:sp>
        <p:nvSpPr>
          <p:cNvPr id="2" name="Dikdörtgen 1">
            <a:extLst>
              <a:ext uri="{FF2B5EF4-FFF2-40B4-BE49-F238E27FC236}">
                <a16:creationId xmlns:a16="http://schemas.microsoft.com/office/drawing/2014/main" id="{8B06A8A7-FB36-4D48-AB36-E3BCD1BA0BB6}"/>
              </a:ext>
            </a:extLst>
          </p:cNvPr>
          <p:cNvSpPr/>
          <p:nvPr/>
        </p:nvSpPr>
        <p:spPr>
          <a:xfrm>
            <a:off x="232485" y="70388"/>
            <a:ext cx="5263343" cy="6717223"/>
          </a:xfrm>
          <a:prstGeom prst="rect">
            <a:avLst/>
          </a:prstGeom>
          <a:solidFill>
            <a:schemeClr val="tx1">
              <a:lumMod val="95000"/>
            </a:schemeClr>
          </a:solidFill>
        </p:spPr>
        <p:txBody>
          <a:bodyPr wrap="square">
            <a:spAutoFit/>
          </a:bodyPr>
          <a:lstStyle/>
          <a:p>
            <a:r>
              <a:rPr lang="tr-TR" sz="1050" dirty="0" err="1">
                <a:solidFill>
                  <a:srgbClr val="0000FF"/>
                </a:solidFill>
                <a:latin typeface="Consolas" panose="020B0609020204030204" pitchFamily="49" charset="0"/>
              </a:rPr>
              <a:t>using</a:t>
            </a:r>
            <a:r>
              <a:rPr lang="tr-TR" sz="1050" dirty="0">
                <a:solidFill>
                  <a:srgbClr val="000000"/>
                </a:solidFill>
                <a:latin typeface="Consolas" panose="020B0609020204030204" pitchFamily="49" charset="0"/>
              </a:rPr>
              <a:t> </a:t>
            </a:r>
            <a:r>
              <a:rPr lang="tr-TR" sz="1050" dirty="0" err="1">
                <a:solidFill>
                  <a:srgbClr val="000000"/>
                </a:solidFill>
                <a:latin typeface="Consolas" panose="020B0609020204030204" pitchFamily="49" charset="0"/>
              </a:rPr>
              <a:t>System</a:t>
            </a:r>
            <a:r>
              <a:rPr lang="tr-TR" sz="1050" dirty="0">
                <a:solidFill>
                  <a:srgbClr val="000000"/>
                </a:solidFill>
                <a:latin typeface="Consolas" panose="020B0609020204030204" pitchFamily="49" charset="0"/>
              </a:rPr>
              <a:t>;</a:t>
            </a:r>
          </a:p>
          <a:p>
            <a:endParaRPr lang="tr-TR" sz="1050" dirty="0">
              <a:solidFill>
                <a:srgbClr val="000000"/>
              </a:solidFill>
              <a:latin typeface="Consolas" panose="020B0609020204030204" pitchFamily="49" charset="0"/>
            </a:endParaRPr>
          </a:p>
          <a:p>
            <a:r>
              <a:rPr lang="tr-TR" sz="1050" dirty="0" err="1">
                <a:solidFill>
                  <a:srgbClr val="0000FF"/>
                </a:solidFill>
                <a:latin typeface="Consolas" panose="020B0609020204030204" pitchFamily="49" charset="0"/>
              </a:rPr>
              <a:t>namespace</a:t>
            </a:r>
            <a:r>
              <a:rPr lang="tr-TR" sz="1050" dirty="0">
                <a:solidFill>
                  <a:srgbClr val="000000"/>
                </a:solidFill>
                <a:latin typeface="Consolas" panose="020B0609020204030204" pitchFamily="49" charset="0"/>
              </a:rPr>
              <a:t> composition1</a:t>
            </a:r>
          </a:p>
          <a:p>
            <a:r>
              <a:rPr lang="tr-TR" sz="1050" dirty="0">
                <a:solidFill>
                  <a:srgbClr val="000000"/>
                </a:solidFill>
                <a:latin typeface="Consolas" panose="020B0609020204030204" pitchFamily="49" charset="0"/>
              </a:rPr>
              <a:t>{</a:t>
            </a:r>
          </a:p>
          <a:p>
            <a:r>
              <a:rPr lang="tr-TR" sz="1050" dirty="0">
                <a:solidFill>
                  <a:srgbClr val="000000"/>
                </a:solidFill>
                <a:latin typeface="Consolas" panose="020B0609020204030204" pitchFamily="49" charset="0"/>
              </a:rPr>
              <a:t>    </a:t>
            </a:r>
            <a:r>
              <a:rPr lang="tr-TR" sz="1050" dirty="0" err="1">
                <a:solidFill>
                  <a:srgbClr val="0000FF"/>
                </a:solidFill>
                <a:latin typeface="Consolas" panose="020B0609020204030204" pitchFamily="49" charset="0"/>
              </a:rPr>
              <a:t>public</a:t>
            </a:r>
            <a:r>
              <a:rPr lang="tr-TR" sz="1050" dirty="0">
                <a:solidFill>
                  <a:srgbClr val="000000"/>
                </a:solidFill>
                <a:latin typeface="Consolas" panose="020B0609020204030204" pitchFamily="49" charset="0"/>
              </a:rPr>
              <a:t> </a:t>
            </a:r>
            <a:r>
              <a:rPr lang="tr-TR" sz="1050" dirty="0" err="1">
                <a:solidFill>
                  <a:srgbClr val="0000FF"/>
                </a:solidFill>
                <a:latin typeface="Consolas" panose="020B0609020204030204" pitchFamily="49" charset="0"/>
              </a:rPr>
              <a:t>class</a:t>
            </a:r>
            <a:r>
              <a:rPr lang="tr-TR" sz="1050" dirty="0">
                <a:solidFill>
                  <a:srgbClr val="000000"/>
                </a:solidFill>
                <a:latin typeface="Consolas" panose="020B0609020204030204" pitchFamily="49" charset="0"/>
              </a:rPr>
              <a:t> </a:t>
            </a:r>
            <a:r>
              <a:rPr lang="tr-TR" sz="1050" dirty="0">
                <a:solidFill>
                  <a:srgbClr val="2B91AF"/>
                </a:solidFill>
                <a:latin typeface="Consolas" panose="020B0609020204030204" pitchFamily="49" charset="0"/>
              </a:rPr>
              <a:t>Oda</a:t>
            </a:r>
            <a:endParaRPr lang="tr-TR" sz="1050" dirty="0">
              <a:solidFill>
                <a:srgbClr val="000000"/>
              </a:solidFill>
              <a:latin typeface="Consolas" panose="020B0609020204030204" pitchFamily="49" charset="0"/>
            </a:endParaRPr>
          </a:p>
          <a:p>
            <a:r>
              <a:rPr lang="tr-TR" sz="1050" dirty="0">
                <a:solidFill>
                  <a:srgbClr val="000000"/>
                </a:solidFill>
                <a:latin typeface="Consolas" panose="020B0609020204030204" pitchFamily="49" charset="0"/>
              </a:rPr>
              <a:t>    {</a:t>
            </a:r>
          </a:p>
          <a:p>
            <a:r>
              <a:rPr lang="tr-TR" sz="1050" dirty="0">
                <a:solidFill>
                  <a:srgbClr val="000000"/>
                </a:solidFill>
                <a:latin typeface="Consolas" panose="020B0609020204030204" pitchFamily="49" charset="0"/>
              </a:rPr>
              <a:t>        </a:t>
            </a:r>
            <a:r>
              <a:rPr lang="tr-TR" sz="1050" dirty="0" err="1">
                <a:solidFill>
                  <a:srgbClr val="0000FF"/>
                </a:solidFill>
                <a:latin typeface="Consolas" panose="020B0609020204030204" pitchFamily="49" charset="0"/>
              </a:rPr>
              <a:t>string</a:t>
            </a:r>
            <a:r>
              <a:rPr lang="tr-TR" sz="1050" dirty="0">
                <a:solidFill>
                  <a:srgbClr val="000000"/>
                </a:solidFill>
                <a:latin typeface="Consolas" panose="020B0609020204030204" pitchFamily="49" charset="0"/>
              </a:rPr>
              <a:t> adi;</a:t>
            </a:r>
          </a:p>
          <a:p>
            <a:r>
              <a:rPr lang="tr-TR" sz="1050" dirty="0">
                <a:solidFill>
                  <a:srgbClr val="000000"/>
                </a:solidFill>
                <a:latin typeface="Consolas" panose="020B0609020204030204" pitchFamily="49" charset="0"/>
              </a:rPr>
              <a:t>        </a:t>
            </a:r>
            <a:r>
              <a:rPr lang="tr-TR" sz="1050" dirty="0" err="1">
                <a:solidFill>
                  <a:srgbClr val="0000FF"/>
                </a:solidFill>
                <a:latin typeface="Consolas" panose="020B0609020204030204" pitchFamily="49" charset="0"/>
              </a:rPr>
              <a:t>float</a:t>
            </a:r>
            <a:r>
              <a:rPr lang="tr-TR" sz="1050" dirty="0">
                <a:solidFill>
                  <a:srgbClr val="000000"/>
                </a:solidFill>
                <a:latin typeface="Consolas" panose="020B0609020204030204" pitchFamily="49" charset="0"/>
              </a:rPr>
              <a:t> </a:t>
            </a:r>
            <a:r>
              <a:rPr lang="tr-TR" sz="1050" dirty="0" err="1">
                <a:solidFill>
                  <a:srgbClr val="000000"/>
                </a:solidFill>
                <a:latin typeface="Consolas" panose="020B0609020204030204" pitchFamily="49" charset="0"/>
              </a:rPr>
              <a:t>width</a:t>
            </a:r>
            <a:r>
              <a:rPr lang="tr-TR" sz="1050" dirty="0">
                <a:solidFill>
                  <a:srgbClr val="000000"/>
                </a:solidFill>
                <a:latin typeface="Consolas" panose="020B0609020204030204" pitchFamily="49" charset="0"/>
              </a:rPr>
              <a:t>, </a:t>
            </a:r>
            <a:r>
              <a:rPr lang="tr-TR" sz="1050" dirty="0" err="1">
                <a:solidFill>
                  <a:srgbClr val="000000"/>
                </a:solidFill>
                <a:latin typeface="Consolas" panose="020B0609020204030204" pitchFamily="49" charset="0"/>
              </a:rPr>
              <a:t>height</a:t>
            </a:r>
            <a:r>
              <a:rPr lang="tr-TR" sz="1050" dirty="0">
                <a:solidFill>
                  <a:srgbClr val="000000"/>
                </a:solidFill>
                <a:latin typeface="Consolas" panose="020B0609020204030204" pitchFamily="49" charset="0"/>
              </a:rPr>
              <a:t>, </a:t>
            </a:r>
            <a:r>
              <a:rPr lang="tr-TR" sz="1050" dirty="0" err="1">
                <a:solidFill>
                  <a:srgbClr val="000000"/>
                </a:solidFill>
                <a:latin typeface="Consolas" panose="020B0609020204030204" pitchFamily="49" charset="0"/>
              </a:rPr>
              <a:t>length</a:t>
            </a:r>
            <a:r>
              <a:rPr lang="tr-TR" sz="1050" dirty="0">
                <a:solidFill>
                  <a:srgbClr val="000000"/>
                </a:solidFill>
                <a:latin typeface="Consolas" panose="020B0609020204030204" pitchFamily="49" charset="0"/>
              </a:rPr>
              <a:t>;</a:t>
            </a:r>
          </a:p>
          <a:p>
            <a:r>
              <a:rPr lang="en-US" sz="1050" dirty="0">
                <a:solidFill>
                  <a:srgbClr val="000000"/>
                </a:solidFill>
                <a:latin typeface="Consolas" panose="020B0609020204030204" pitchFamily="49" charset="0"/>
              </a:rPr>
              <a:t>        </a:t>
            </a:r>
            <a:r>
              <a:rPr lang="en-US" sz="1050" dirty="0">
                <a:solidFill>
                  <a:srgbClr val="0000FF"/>
                </a:solidFill>
                <a:latin typeface="Consolas" panose="020B0609020204030204" pitchFamily="49" charset="0"/>
              </a:rPr>
              <a:t>public</a:t>
            </a:r>
            <a:r>
              <a:rPr lang="en-US" sz="1050" dirty="0">
                <a:solidFill>
                  <a:srgbClr val="000000"/>
                </a:solidFill>
                <a:latin typeface="Consolas" panose="020B0609020204030204" pitchFamily="49" charset="0"/>
              </a:rPr>
              <a:t> </a:t>
            </a:r>
            <a:r>
              <a:rPr lang="en-US" sz="1050" dirty="0">
                <a:solidFill>
                  <a:srgbClr val="2B91AF"/>
                </a:solidFill>
                <a:latin typeface="Consolas" panose="020B0609020204030204" pitchFamily="49" charset="0"/>
              </a:rPr>
              <a:t>Oda</a:t>
            </a:r>
            <a:r>
              <a:rPr lang="en-US" sz="1050" dirty="0">
                <a:solidFill>
                  <a:srgbClr val="000000"/>
                </a:solidFill>
                <a:latin typeface="Consolas" panose="020B0609020204030204" pitchFamily="49" charset="0"/>
              </a:rPr>
              <a:t>(</a:t>
            </a:r>
            <a:r>
              <a:rPr lang="en-US" sz="1050" dirty="0">
                <a:solidFill>
                  <a:srgbClr val="0000FF"/>
                </a:solidFill>
                <a:latin typeface="Consolas" panose="020B0609020204030204" pitchFamily="49" charset="0"/>
              </a:rPr>
              <a:t>string</a:t>
            </a:r>
            <a:r>
              <a:rPr lang="en-US" sz="1050" dirty="0">
                <a:solidFill>
                  <a:srgbClr val="000000"/>
                </a:solidFill>
                <a:latin typeface="Consolas" panose="020B0609020204030204" pitchFamily="49" charset="0"/>
              </a:rPr>
              <a:t> </a:t>
            </a:r>
            <a:r>
              <a:rPr lang="en-US" sz="1050" dirty="0" err="1">
                <a:solidFill>
                  <a:srgbClr val="000000"/>
                </a:solidFill>
                <a:latin typeface="Consolas" panose="020B0609020204030204" pitchFamily="49" charset="0"/>
              </a:rPr>
              <a:t>a,</a:t>
            </a:r>
            <a:r>
              <a:rPr lang="en-US" sz="1050" dirty="0" err="1">
                <a:solidFill>
                  <a:srgbClr val="0000FF"/>
                </a:solidFill>
                <a:latin typeface="Consolas" panose="020B0609020204030204" pitchFamily="49" charset="0"/>
              </a:rPr>
              <a:t>float</a:t>
            </a:r>
            <a:r>
              <a:rPr lang="en-US" sz="1050" dirty="0">
                <a:solidFill>
                  <a:srgbClr val="000000"/>
                </a:solidFill>
                <a:latin typeface="Consolas" panose="020B0609020204030204" pitchFamily="49" charset="0"/>
              </a:rPr>
              <a:t> </a:t>
            </a:r>
            <a:r>
              <a:rPr lang="en-US" sz="1050" dirty="0" err="1">
                <a:solidFill>
                  <a:srgbClr val="000000"/>
                </a:solidFill>
                <a:latin typeface="Consolas" panose="020B0609020204030204" pitchFamily="49" charset="0"/>
              </a:rPr>
              <a:t>w,</a:t>
            </a:r>
            <a:r>
              <a:rPr lang="en-US" sz="1050" dirty="0" err="1">
                <a:solidFill>
                  <a:srgbClr val="0000FF"/>
                </a:solidFill>
                <a:latin typeface="Consolas" panose="020B0609020204030204" pitchFamily="49" charset="0"/>
              </a:rPr>
              <a:t>float</a:t>
            </a:r>
            <a:r>
              <a:rPr lang="en-US" sz="1050" dirty="0">
                <a:solidFill>
                  <a:srgbClr val="000000"/>
                </a:solidFill>
                <a:latin typeface="Consolas" panose="020B0609020204030204" pitchFamily="49" charset="0"/>
              </a:rPr>
              <a:t> </a:t>
            </a:r>
            <a:r>
              <a:rPr lang="en-US" sz="1050" dirty="0" err="1">
                <a:solidFill>
                  <a:srgbClr val="000000"/>
                </a:solidFill>
                <a:latin typeface="Consolas" panose="020B0609020204030204" pitchFamily="49" charset="0"/>
              </a:rPr>
              <a:t>h,</a:t>
            </a:r>
            <a:r>
              <a:rPr lang="en-US" sz="1050" dirty="0" err="1">
                <a:solidFill>
                  <a:srgbClr val="0000FF"/>
                </a:solidFill>
                <a:latin typeface="Consolas" panose="020B0609020204030204" pitchFamily="49" charset="0"/>
              </a:rPr>
              <a:t>float</a:t>
            </a:r>
            <a:r>
              <a:rPr lang="en-US" sz="1050" dirty="0">
                <a:solidFill>
                  <a:srgbClr val="000000"/>
                </a:solidFill>
                <a:latin typeface="Consolas" panose="020B0609020204030204" pitchFamily="49" charset="0"/>
              </a:rPr>
              <a:t> l)</a:t>
            </a:r>
          </a:p>
          <a:p>
            <a:r>
              <a:rPr lang="tr-TR" sz="1050" dirty="0">
                <a:solidFill>
                  <a:srgbClr val="000000"/>
                </a:solidFill>
                <a:latin typeface="Consolas" panose="020B0609020204030204" pitchFamily="49" charset="0"/>
              </a:rPr>
              <a:t>        {</a:t>
            </a:r>
          </a:p>
          <a:p>
            <a:r>
              <a:rPr lang="tr-TR" sz="1050" dirty="0">
                <a:solidFill>
                  <a:srgbClr val="000000"/>
                </a:solidFill>
                <a:latin typeface="Consolas" panose="020B0609020204030204" pitchFamily="49" charset="0"/>
              </a:rPr>
              <a:t>            adi = a;</a:t>
            </a:r>
          </a:p>
          <a:p>
            <a:r>
              <a:rPr lang="tr-TR" sz="1050" dirty="0">
                <a:solidFill>
                  <a:srgbClr val="000000"/>
                </a:solidFill>
                <a:latin typeface="Consolas" panose="020B0609020204030204" pitchFamily="49" charset="0"/>
              </a:rPr>
              <a:t>            </a:t>
            </a:r>
            <a:r>
              <a:rPr lang="tr-TR" sz="1050" dirty="0" err="1">
                <a:solidFill>
                  <a:srgbClr val="000000"/>
                </a:solidFill>
                <a:latin typeface="Consolas" panose="020B0609020204030204" pitchFamily="49" charset="0"/>
              </a:rPr>
              <a:t>width</a:t>
            </a:r>
            <a:r>
              <a:rPr lang="tr-TR" sz="1050" dirty="0">
                <a:solidFill>
                  <a:srgbClr val="000000"/>
                </a:solidFill>
                <a:latin typeface="Consolas" panose="020B0609020204030204" pitchFamily="49" charset="0"/>
              </a:rPr>
              <a:t> = w;</a:t>
            </a:r>
          </a:p>
          <a:p>
            <a:r>
              <a:rPr lang="tr-TR" sz="1050" dirty="0">
                <a:solidFill>
                  <a:srgbClr val="000000"/>
                </a:solidFill>
                <a:latin typeface="Consolas" panose="020B0609020204030204" pitchFamily="49" charset="0"/>
              </a:rPr>
              <a:t>            </a:t>
            </a:r>
            <a:r>
              <a:rPr lang="tr-TR" sz="1050" dirty="0" err="1">
                <a:solidFill>
                  <a:srgbClr val="000000"/>
                </a:solidFill>
                <a:latin typeface="Consolas" panose="020B0609020204030204" pitchFamily="49" charset="0"/>
              </a:rPr>
              <a:t>height</a:t>
            </a:r>
            <a:r>
              <a:rPr lang="tr-TR" sz="1050" dirty="0">
                <a:solidFill>
                  <a:srgbClr val="000000"/>
                </a:solidFill>
                <a:latin typeface="Consolas" panose="020B0609020204030204" pitchFamily="49" charset="0"/>
              </a:rPr>
              <a:t> = h;</a:t>
            </a:r>
          </a:p>
          <a:p>
            <a:r>
              <a:rPr lang="tr-TR" sz="1050" dirty="0">
                <a:solidFill>
                  <a:srgbClr val="000000"/>
                </a:solidFill>
                <a:latin typeface="Consolas" panose="020B0609020204030204" pitchFamily="49" charset="0"/>
              </a:rPr>
              <a:t>            </a:t>
            </a:r>
            <a:r>
              <a:rPr lang="tr-TR" sz="1050" dirty="0" err="1">
                <a:solidFill>
                  <a:srgbClr val="000000"/>
                </a:solidFill>
                <a:latin typeface="Consolas" panose="020B0609020204030204" pitchFamily="49" charset="0"/>
              </a:rPr>
              <a:t>length</a:t>
            </a:r>
            <a:r>
              <a:rPr lang="tr-TR" sz="1050" dirty="0">
                <a:solidFill>
                  <a:srgbClr val="000000"/>
                </a:solidFill>
                <a:latin typeface="Consolas" panose="020B0609020204030204" pitchFamily="49" charset="0"/>
              </a:rPr>
              <a:t> = l;</a:t>
            </a:r>
          </a:p>
          <a:p>
            <a:r>
              <a:rPr lang="tr-TR" sz="1050" dirty="0">
                <a:solidFill>
                  <a:srgbClr val="000000"/>
                </a:solidFill>
                <a:latin typeface="Consolas" panose="020B0609020204030204" pitchFamily="49" charset="0"/>
              </a:rPr>
              <a:t>        }</a:t>
            </a:r>
          </a:p>
          <a:p>
            <a:r>
              <a:rPr lang="tr-TR" sz="1050" dirty="0">
                <a:solidFill>
                  <a:srgbClr val="000000"/>
                </a:solidFill>
                <a:latin typeface="Consolas" panose="020B0609020204030204" pitchFamily="49" charset="0"/>
              </a:rPr>
              <a:t>        </a:t>
            </a:r>
            <a:r>
              <a:rPr lang="tr-TR" sz="1050" dirty="0" err="1">
                <a:solidFill>
                  <a:srgbClr val="0000FF"/>
                </a:solidFill>
                <a:latin typeface="Consolas" panose="020B0609020204030204" pitchFamily="49" charset="0"/>
              </a:rPr>
              <a:t>public</a:t>
            </a:r>
            <a:r>
              <a:rPr lang="tr-TR" sz="1050" dirty="0">
                <a:solidFill>
                  <a:srgbClr val="000000"/>
                </a:solidFill>
                <a:latin typeface="Consolas" panose="020B0609020204030204" pitchFamily="49" charset="0"/>
              </a:rPr>
              <a:t> </a:t>
            </a:r>
            <a:r>
              <a:rPr lang="tr-TR" sz="1050" dirty="0" err="1">
                <a:solidFill>
                  <a:srgbClr val="0000FF"/>
                </a:solidFill>
                <a:latin typeface="Consolas" panose="020B0609020204030204" pitchFamily="49" charset="0"/>
              </a:rPr>
              <a:t>void</a:t>
            </a:r>
            <a:r>
              <a:rPr lang="tr-TR" sz="1050" dirty="0">
                <a:solidFill>
                  <a:srgbClr val="000000"/>
                </a:solidFill>
                <a:latin typeface="Consolas" panose="020B0609020204030204" pitchFamily="49" charset="0"/>
              </a:rPr>
              <a:t> </a:t>
            </a:r>
            <a:r>
              <a:rPr lang="tr-TR" sz="1050" dirty="0" err="1">
                <a:solidFill>
                  <a:srgbClr val="000000"/>
                </a:solidFill>
                <a:latin typeface="Consolas" panose="020B0609020204030204" pitchFamily="49" charset="0"/>
              </a:rPr>
              <a:t>input</a:t>
            </a:r>
            <a:r>
              <a:rPr lang="tr-TR" sz="1050" dirty="0">
                <a:solidFill>
                  <a:srgbClr val="000000"/>
                </a:solidFill>
                <a:latin typeface="Consolas" panose="020B0609020204030204" pitchFamily="49" charset="0"/>
              </a:rPr>
              <a:t>()</a:t>
            </a:r>
          </a:p>
          <a:p>
            <a:r>
              <a:rPr lang="tr-TR" sz="1050" dirty="0">
                <a:solidFill>
                  <a:srgbClr val="000000"/>
                </a:solidFill>
                <a:latin typeface="Consolas" panose="020B0609020204030204" pitchFamily="49" charset="0"/>
              </a:rPr>
              <a:t>        {</a:t>
            </a:r>
          </a:p>
          <a:p>
            <a:r>
              <a:rPr lang="tr-TR" sz="1050" dirty="0">
                <a:solidFill>
                  <a:srgbClr val="000000"/>
                </a:solidFill>
                <a:latin typeface="Consolas" panose="020B0609020204030204" pitchFamily="49" charset="0"/>
              </a:rPr>
              <a:t>            </a:t>
            </a:r>
            <a:r>
              <a:rPr lang="tr-TR" sz="1050" dirty="0" err="1">
                <a:solidFill>
                  <a:srgbClr val="000000"/>
                </a:solidFill>
                <a:latin typeface="Consolas" panose="020B0609020204030204" pitchFamily="49" charset="0"/>
              </a:rPr>
              <a:t>Console.Write</a:t>
            </a:r>
            <a:r>
              <a:rPr lang="tr-TR" sz="1050" dirty="0">
                <a:solidFill>
                  <a:srgbClr val="000000"/>
                </a:solidFill>
                <a:latin typeface="Consolas" panose="020B0609020204030204" pitchFamily="49" charset="0"/>
              </a:rPr>
              <a:t>(</a:t>
            </a:r>
            <a:r>
              <a:rPr lang="tr-TR" sz="1050" dirty="0">
                <a:solidFill>
                  <a:srgbClr val="A31515"/>
                </a:solidFill>
                <a:latin typeface="Consolas" panose="020B0609020204030204" pitchFamily="49" charset="0"/>
              </a:rPr>
              <a:t>" adi    :"</a:t>
            </a:r>
            <a:r>
              <a:rPr lang="tr-TR" sz="1050" dirty="0">
                <a:solidFill>
                  <a:srgbClr val="000000"/>
                </a:solidFill>
                <a:latin typeface="Consolas" panose="020B0609020204030204" pitchFamily="49" charset="0"/>
              </a:rPr>
              <a:t>);</a:t>
            </a:r>
          </a:p>
          <a:p>
            <a:r>
              <a:rPr lang="tr-TR" sz="1050" dirty="0">
                <a:solidFill>
                  <a:srgbClr val="000000"/>
                </a:solidFill>
                <a:latin typeface="Consolas" panose="020B0609020204030204" pitchFamily="49" charset="0"/>
              </a:rPr>
              <a:t>            adi = </a:t>
            </a:r>
            <a:r>
              <a:rPr lang="tr-TR" sz="1050" dirty="0" err="1">
                <a:solidFill>
                  <a:srgbClr val="000000"/>
                </a:solidFill>
                <a:latin typeface="Consolas" panose="020B0609020204030204" pitchFamily="49" charset="0"/>
              </a:rPr>
              <a:t>Console.ReadLine</a:t>
            </a:r>
            <a:r>
              <a:rPr lang="tr-TR" sz="1050" dirty="0">
                <a:solidFill>
                  <a:srgbClr val="000000"/>
                </a:solidFill>
                <a:latin typeface="Consolas" panose="020B0609020204030204" pitchFamily="49" charset="0"/>
              </a:rPr>
              <a:t>();</a:t>
            </a:r>
          </a:p>
          <a:p>
            <a:r>
              <a:rPr lang="tr-TR" sz="1050" dirty="0">
                <a:solidFill>
                  <a:srgbClr val="000000"/>
                </a:solidFill>
                <a:latin typeface="Consolas" panose="020B0609020204030204" pitchFamily="49" charset="0"/>
              </a:rPr>
              <a:t>            </a:t>
            </a:r>
            <a:r>
              <a:rPr lang="tr-TR" sz="1050" dirty="0" err="1">
                <a:solidFill>
                  <a:srgbClr val="000000"/>
                </a:solidFill>
                <a:latin typeface="Consolas" panose="020B0609020204030204" pitchFamily="49" charset="0"/>
              </a:rPr>
              <a:t>Console.Write</a:t>
            </a:r>
            <a:r>
              <a:rPr lang="tr-TR" sz="1050" dirty="0">
                <a:solidFill>
                  <a:srgbClr val="000000"/>
                </a:solidFill>
                <a:latin typeface="Consolas" panose="020B0609020204030204" pitchFamily="49" charset="0"/>
              </a:rPr>
              <a:t>(</a:t>
            </a:r>
            <a:r>
              <a:rPr lang="tr-TR" sz="1050" dirty="0">
                <a:solidFill>
                  <a:srgbClr val="A31515"/>
                </a:solidFill>
                <a:latin typeface="Consolas" panose="020B0609020204030204" pitchFamily="49" charset="0"/>
              </a:rPr>
              <a:t>" </a:t>
            </a:r>
            <a:r>
              <a:rPr lang="tr-TR" sz="1050" dirty="0" err="1">
                <a:solidFill>
                  <a:srgbClr val="A31515"/>
                </a:solidFill>
                <a:latin typeface="Consolas" panose="020B0609020204030204" pitchFamily="49" charset="0"/>
              </a:rPr>
              <a:t>width</a:t>
            </a:r>
            <a:r>
              <a:rPr lang="tr-TR" sz="1050" dirty="0">
                <a:solidFill>
                  <a:srgbClr val="A31515"/>
                </a:solidFill>
                <a:latin typeface="Consolas" panose="020B0609020204030204" pitchFamily="49" charset="0"/>
              </a:rPr>
              <a:t>  :"</a:t>
            </a:r>
            <a:r>
              <a:rPr lang="tr-TR" sz="1050" dirty="0">
                <a:solidFill>
                  <a:srgbClr val="000000"/>
                </a:solidFill>
                <a:latin typeface="Consolas" panose="020B0609020204030204" pitchFamily="49" charset="0"/>
              </a:rPr>
              <a:t>);</a:t>
            </a:r>
          </a:p>
          <a:p>
            <a:r>
              <a:rPr lang="tr-TR" sz="1050" dirty="0">
                <a:solidFill>
                  <a:srgbClr val="000000"/>
                </a:solidFill>
                <a:latin typeface="Consolas" panose="020B0609020204030204" pitchFamily="49" charset="0"/>
              </a:rPr>
              <a:t>            </a:t>
            </a:r>
            <a:r>
              <a:rPr lang="tr-TR" sz="1050" dirty="0" err="1">
                <a:solidFill>
                  <a:srgbClr val="000000"/>
                </a:solidFill>
                <a:latin typeface="Consolas" panose="020B0609020204030204" pitchFamily="49" charset="0"/>
              </a:rPr>
              <a:t>width</a:t>
            </a:r>
            <a:r>
              <a:rPr lang="tr-TR" sz="1050" dirty="0">
                <a:solidFill>
                  <a:srgbClr val="000000"/>
                </a:solidFill>
                <a:latin typeface="Consolas" panose="020B0609020204030204" pitchFamily="49" charset="0"/>
              </a:rPr>
              <a:t> = </a:t>
            </a:r>
            <a:r>
              <a:rPr lang="tr-TR" sz="1050" dirty="0" err="1">
                <a:solidFill>
                  <a:srgbClr val="0000FF"/>
                </a:solidFill>
                <a:latin typeface="Consolas" panose="020B0609020204030204" pitchFamily="49" charset="0"/>
              </a:rPr>
              <a:t>int</a:t>
            </a:r>
            <a:r>
              <a:rPr lang="tr-TR" sz="1050" dirty="0" err="1">
                <a:solidFill>
                  <a:srgbClr val="000000"/>
                </a:solidFill>
                <a:latin typeface="Consolas" panose="020B0609020204030204" pitchFamily="49" charset="0"/>
              </a:rPr>
              <a:t>.Parse</a:t>
            </a:r>
            <a:r>
              <a:rPr lang="tr-TR" sz="1050" dirty="0">
                <a:solidFill>
                  <a:srgbClr val="000000"/>
                </a:solidFill>
                <a:latin typeface="Consolas" panose="020B0609020204030204" pitchFamily="49" charset="0"/>
              </a:rPr>
              <a:t>(</a:t>
            </a:r>
            <a:r>
              <a:rPr lang="tr-TR" sz="1050" dirty="0" err="1">
                <a:solidFill>
                  <a:srgbClr val="000000"/>
                </a:solidFill>
                <a:latin typeface="Consolas" panose="020B0609020204030204" pitchFamily="49" charset="0"/>
              </a:rPr>
              <a:t>Console.ReadLine</a:t>
            </a:r>
            <a:r>
              <a:rPr lang="tr-TR" sz="1050" dirty="0">
                <a:solidFill>
                  <a:srgbClr val="000000"/>
                </a:solidFill>
                <a:latin typeface="Consolas" panose="020B0609020204030204" pitchFamily="49" charset="0"/>
              </a:rPr>
              <a:t>());</a:t>
            </a:r>
          </a:p>
          <a:p>
            <a:r>
              <a:rPr lang="tr-TR" sz="1050" dirty="0">
                <a:solidFill>
                  <a:srgbClr val="000000"/>
                </a:solidFill>
                <a:latin typeface="Consolas" panose="020B0609020204030204" pitchFamily="49" charset="0"/>
              </a:rPr>
              <a:t>            </a:t>
            </a:r>
            <a:r>
              <a:rPr lang="tr-TR" sz="1050" dirty="0" err="1">
                <a:solidFill>
                  <a:srgbClr val="000000"/>
                </a:solidFill>
                <a:latin typeface="Consolas" panose="020B0609020204030204" pitchFamily="49" charset="0"/>
              </a:rPr>
              <a:t>Console.Write</a:t>
            </a:r>
            <a:r>
              <a:rPr lang="tr-TR" sz="1050" dirty="0">
                <a:solidFill>
                  <a:srgbClr val="000000"/>
                </a:solidFill>
                <a:latin typeface="Consolas" panose="020B0609020204030204" pitchFamily="49" charset="0"/>
              </a:rPr>
              <a:t>(</a:t>
            </a:r>
            <a:r>
              <a:rPr lang="tr-TR" sz="1050" dirty="0">
                <a:solidFill>
                  <a:srgbClr val="A31515"/>
                </a:solidFill>
                <a:latin typeface="Consolas" panose="020B0609020204030204" pitchFamily="49" charset="0"/>
              </a:rPr>
              <a:t>" </a:t>
            </a:r>
            <a:r>
              <a:rPr lang="tr-TR" sz="1050" dirty="0" err="1">
                <a:solidFill>
                  <a:srgbClr val="A31515"/>
                </a:solidFill>
                <a:latin typeface="Consolas" panose="020B0609020204030204" pitchFamily="49" charset="0"/>
              </a:rPr>
              <a:t>heigth</a:t>
            </a:r>
            <a:r>
              <a:rPr lang="tr-TR" sz="1050" dirty="0">
                <a:solidFill>
                  <a:srgbClr val="A31515"/>
                </a:solidFill>
                <a:latin typeface="Consolas" panose="020B0609020204030204" pitchFamily="49" charset="0"/>
              </a:rPr>
              <a:t> :"</a:t>
            </a:r>
            <a:r>
              <a:rPr lang="tr-TR" sz="1050" dirty="0">
                <a:solidFill>
                  <a:srgbClr val="000000"/>
                </a:solidFill>
                <a:latin typeface="Consolas" panose="020B0609020204030204" pitchFamily="49" charset="0"/>
              </a:rPr>
              <a:t> );</a:t>
            </a:r>
          </a:p>
          <a:p>
            <a:r>
              <a:rPr lang="en-US" sz="1050" dirty="0">
                <a:solidFill>
                  <a:srgbClr val="000000"/>
                </a:solidFill>
                <a:latin typeface="Consolas" panose="020B0609020204030204" pitchFamily="49" charset="0"/>
              </a:rPr>
              <a:t>            height=</a:t>
            </a:r>
            <a:r>
              <a:rPr lang="en-US" sz="1050" dirty="0" err="1">
                <a:solidFill>
                  <a:srgbClr val="0000FF"/>
                </a:solidFill>
                <a:latin typeface="Consolas" panose="020B0609020204030204" pitchFamily="49" charset="0"/>
              </a:rPr>
              <a:t>int</a:t>
            </a:r>
            <a:r>
              <a:rPr lang="en-US" sz="1050" dirty="0" err="1">
                <a:solidFill>
                  <a:srgbClr val="000000"/>
                </a:solidFill>
                <a:latin typeface="Consolas" panose="020B0609020204030204" pitchFamily="49" charset="0"/>
              </a:rPr>
              <a:t>.Parse</a:t>
            </a:r>
            <a:r>
              <a:rPr lang="en-US" sz="1050" dirty="0">
                <a:solidFill>
                  <a:srgbClr val="000000"/>
                </a:solidFill>
                <a:latin typeface="Consolas" panose="020B0609020204030204" pitchFamily="49" charset="0"/>
              </a:rPr>
              <a:t>(</a:t>
            </a:r>
            <a:r>
              <a:rPr lang="en-US" sz="1050" dirty="0" err="1">
                <a:solidFill>
                  <a:srgbClr val="000000"/>
                </a:solidFill>
                <a:latin typeface="Consolas" panose="020B0609020204030204" pitchFamily="49" charset="0"/>
              </a:rPr>
              <a:t>Console.ReadLine</a:t>
            </a:r>
            <a:r>
              <a:rPr lang="en-US" sz="1050" dirty="0">
                <a:solidFill>
                  <a:srgbClr val="000000"/>
                </a:solidFill>
                <a:latin typeface="Consolas" panose="020B0609020204030204" pitchFamily="49" charset="0"/>
              </a:rPr>
              <a:t>());</a:t>
            </a:r>
          </a:p>
          <a:p>
            <a:r>
              <a:rPr lang="tr-TR" sz="1050" dirty="0">
                <a:solidFill>
                  <a:srgbClr val="000000"/>
                </a:solidFill>
                <a:latin typeface="Consolas" panose="020B0609020204030204" pitchFamily="49" charset="0"/>
              </a:rPr>
              <a:t>            </a:t>
            </a:r>
            <a:r>
              <a:rPr lang="tr-TR" sz="1050" dirty="0" err="1">
                <a:solidFill>
                  <a:srgbClr val="000000"/>
                </a:solidFill>
                <a:latin typeface="Consolas" panose="020B0609020204030204" pitchFamily="49" charset="0"/>
              </a:rPr>
              <a:t>Console.Write</a:t>
            </a:r>
            <a:r>
              <a:rPr lang="tr-TR" sz="1050" dirty="0">
                <a:solidFill>
                  <a:srgbClr val="000000"/>
                </a:solidFill>
                <a:latin typeface="Consolas" panose="020B0609020204030204" pitchFamily="49" charset="0"/>
              </a:rPr>
              <a:t>(</a:t>
            </a:r>
            <a:r>
              <a:rPr lang="tr-TR" sz="1050" dirty="0">
                <a:solidFill>
                  <a:srgbClr val="A31515"/>
                </a:solidFill>
                <a:latin typeface="Consolas" panose="020B0609020204030204" pitchFamily="49" charset="0"/>
              </a:rPr>
              <a:t>" </a:t>
            </a:r>
            <a:r>
              <a:rPr lang="tr-TR" sz="1050" dirty="0" err="1">
                <a:solidFill>
                  <a:srgbClr val="A31515"/>
                </a:solidFill>
                <a:latin typeface="Consolas" panose="020B0609020204030204" pitchFamily="49" charset="0"/>
              </a:rPr>
              <a:t>length</a:t>
            </a:r>
            <a:r>
              <a:rPr lang="tr-TR" sz="1050" dirty="0">
                <a:solidFill>
                  <a:srgbClr val="A31515"/>
                </a:solidFill>
                <a:latin typeface="Consolas" panose="020B0609020204030204" pitchFamily="49" charset="0"/>
              </a:rPr>
              <a:t> :"</a:t>
            </a:r>
            <a:r>
              <a:rPr lang="tr-TR" sz="1050" dirty="0">
                <a:solidFill>
                  <a:srgbClr val="000000"/>
                </a:solidFill>
                <a:latin typeface="Consolas" panose="020B0609020204030204" pitchFamily="49" charset="0"/>
              </a:rPr>
              <a:t>);</a:t>
            </a:r>
          </a:p>
          <a:p>
            <a:r>
              <a:rPr lang="en-US" sz="1050" dirty="0">
                <a:solidFill>
                  <a:srgbClr val="000000"/>
                </a:solidFill>
                <a:latin typeface="Consolas" panose="020B0609020204030204" pitchFamily="49" charset="0"/>
              </a:rPr>
              <a:t>            length=</a:t>
            </a:r>
            <a:r>
              <a:rPr lang="en-US" sz="1050" dirty="0" err="1">
                <a:solidFill>
                  <a:srgbClr val="0000FF"/>
                </a:solidFill>
                <a:latin typeface="Consolas" panose="020B0609020204030204" pitchFamily="49" charset="0"/>
              </a:rPr>
              <a:t>int</a:t>
            </a:r>
            <a:r>
              <a:rPr lang="en-US" sz="1050" dirty="0" err="1">
                <a:solidFill>
                  <a:srgbClr val="000000"/>
                </a:solidFill>
                <a:latin typeface="Consolas" panose="020B0609020204030204" pitchFamily="49" charset="0"/>
              </a:rPr>
              <a:t>.Parse</a:t>
            </a:r>
            <a:r>
              <a:rPr lang="en-US" sz="1050" dirty="0">
                <a:solidFill>
                  <a:srgbClr val="000000"/>
                </a:solidFill>
                <a:latin typeface="Consolas" panose="020B0609020204030204" pitchFamily="49" charset="0"/>
              </a:rPr>
              <a:t>(</a:t>
            </a:r>
            <a:r>
              <a:rPr lang="en-US" sz="1050" dirty="0" err="1">
                <a:solidFill>
                  <a:srgbClr val="000000"/>
                </a:solidFill>
                <a:latin typeface="Consolas" panose="020B0609020204030204" pitchFamily="49" charset="0"/>
              </a:rPr>
              <a:t>Console.ReadLine</a:t>
            </a:r>
            <a:r>
              <a:rPr lang="en-US" sz="1050" dirty="0">
                <a:solidFill>
                  <a:srgbClr val="000000"/>
                </a:solidFill>
                <a:latin typeface="Consolas" panose="020B0609020204030204" pitchFamily="49" charset="0"/>
              </a:rPr>
              <a:t>());</a:t>
            </a:r>
          </a:p>
          <a:p>
            <a:r>
              <a:rPr lang="tr-TR" sz="1050" dirty="0">
                <a:solidFill>
                  <a:srgbClr val="000000"/>
                </a:solidFill>
                <a:latin typeface="Consolas" panose="020B0609020204030204" pitchFamily="49" charset="0"/>
              </a:rPr>
              <a:t>            </a:t>
            </a:r>
          </a:p>
          <a:p>
            <a:r>
              <a:rPr lang="tr-TR" sz="1050" dirty="0">
                <a:solidFill>
                  <a:srgbClr val="000000"/>
                </a:solidFill>
                <a:latin typeface="Consolas" panose="020B0609020204030204" pitchFamily="49" charset="0"/>
              </a:rPr>
              <a:t>        }</a:t>
            </a:r>
          </a:p>
          <a:p>
            <a:r>
              <a:rPr lang="tr-TR" sz="1050" dirty="0">
                <a:solidFill>
                  <a:srgbClr val="000000"/>
                </a:solidFill>
                <a:latin typeface="Consolas" panose="020B0609020204030204" pitchFamily="49" charset="0"/>
              </a:rPr>
              <a:t>        </a:t>
            </a:r>
            <a:r>
              <a:rPr lang="tr-TR" sz="1050" dirty="0" err="1">
                <a:solidFill>
                  <a:srgbClr val="0000FF"/>
                </a:solidFill>
                <a:latin typeface="Consolas" panose="020B0609020204030204" pitchFamily="49" charset="0"/>
              </a:rPr>
              <a:t>public</a:t>
            </a:r>
            <a:r>
              <a:rPr lang="tr-TR" sz="1050" dirty="0">
                <a:solidFill>
                  <a:srgbClr val="000000"/>
                </a:solidFill>
                <a:latin typeface="Consolas" panose="020B0609020204030204" pitchFamily="49" charset="0"/>
              </a:rPr>
              <a:t> </a:t>
            </a:r>
            <a:r>
              <a:rPr lang="tr-TR" sz="1050" dirty="0" err="1">
                <a:solidFill>
                  <a:srgbClr val="0000FF"/>
                </a:solidFill>
                <a:latin typeface="Consolas" panose="020B0609020204030204" pitchFamily="49" charset="0"/>
              </a:rPr>
              <a:t>void</a:t>
            </a:r>
            <a:r>
              <a:rPr lang="tr-TR" sz="1050" dirty="0">
                <a:solidFill>
                  <a:srgbClr val="000000"/>
                </a:solidFill>
                <a:latin typeface="Consolas" panose="020B0609020204030204" pitchFamily="49" charset="0"/>
              </a:rPr>
              <a:t> </a:t>
            </a:r>
            <a:r>
              <a:rPr lang="tr-TR" sz="1050" dirty="0" err="1">
                <a:solidFill>
                  <a:srgbClr val="000000"/>
                </a:solidFill>
                <a:latin typeface="Consolas" panose="020B0609020204030204" pitchFamily="49" charset="0"/>
              </a:rPr>
              <a:t>yazdir</a:t>
            </a:r>
            <a:r>
              <a:rPr lang="tr-TR" sz="1050" dirty="0">
                <a:solidFill>
                  <a:srgbClr val="000000"/>
                </a:solidFill>
                <a:latin typeface="Consolas" panose="020B0609020204030204" pitchFamily="49" charset="0"/>
              </a:rPr>
              <a:t>()</a:t>
            </a:r>
          </a:p>
          <a:p>
            <a:r>
              <a:rPr lang="tr-TR" sz="1050" dirty="0">
                <a:solidFill>
                  <a:srgbClr val="000000"/>
                </a:solidFill>
                <a:latin typeface="Consolas" panose="020B0609020204030204" pitchFamily="49" charset="0"/>
              </a:rPr>
              <a:t>        {</a:t>
            </a:r>
          </a:p>
          <a:p>
            <a:r>
              <a:rPr lang="tr-TR" sz="1050" dirty="0">
                <a:solidFill>
                  <a:srgbClr val="000000"/>
                </a:solidFill>
                <a:latin typeface="Consolas" panose="020B0609020204030204" pitchFamily="49" charset="0"/>
              </a:rPr>
              <a:t>            </a:t>
            </a:r>
            <a:r>
              <a:rPr lang="tr-TR" sz="1050" dirty="0" err="1">
                <a:solidFill>
                  <a:srgbClr val="0000FF"/>
                </a:solidFill>
                <a:latin typeface="Consolas" panose="020B0609020204030204" pitchFamily="49" charset="0"/>
              </a:rPr>
              <a:t>if</a:t>
            </a:r>
            <a:r>
              <a:rPr lang="tr-TR" sz="1050" dirty="0">
                <a:solidFill>
                  <a:srgbClr val="000000"/>
                </a:solidFill>
                <a:latin typeface="Consolas" panose="020B0609020204030204" pitchFamily="49" charset="0"/>
              </a:rPr>
              <a:t> (adi != </a:t>
            </a:r>
            <a:r>
              <a:rPr lang="tr-TR" sz="1050" dirty="0">
                <a:solidFill>
                  <a:srgbClr val="A31515"/>
                </a:solidFill>
                <a:latin typeface="Consolas" panose="020B0609020204030204" pitchFamily="49" charset="0"/>
              </a:rPr>
              <a:t>""</a:t>
            </a:r>
            <a:r>
              <a:rPr lang="tr-TR" sz="1050" dirty="0">
                <a:solidFill>
                  <a:srgbClr val="000000"/>
                </a:solidFill>
                <a:latin typeface="Consolas" panose="020B0609020204030204" pitchFamily="49" charset="0"/>
              </a:rPr>
              <a:t>)</a:t>
            </a:r>
          </a:p>
          <a:p>
            <a:r>
              <a:rPr lang="tr-TR" sz="1050" dirty="0">
                <a:solidFill>
                  <a:srgbClr val="000000"/>
                </a:solidFill>
                <a:latin typeface="Consolas" panose="020B0609020204030204" pitchFamily="49" charset="0"/>
              </a:rPr>
              <a:t>            {</a:t>
            </a:r>
          </a:p>
          <a:p>
            <a:r>
              <a:rPr lang="tr-TR" sz="1050" dirty="0">
                <a:solidFill>
                  <a:srgbClr val="000000"/>
                </a:solidFill>
                <a:latin typeface="Consolas" panose="020B0609020204030204" pitchFamily="49" charset="0"/>
              </a:rPr>
              <a:t>                </a:t>
            </a:r>
            <a:r>
              <a:rPr lang="tr-TR" sz="1050" dirty="0" err="1">
                <a:solidFill>
                  <a:srgbClr val="000000"/>
                </a:solidFill>
                <a:latin typeface="Consolas" panose="020B0609020204030204" pitchFamily="49" charset="0"/>
              </a:rPr>
              <a:t>Console.WriteLine</a:t>
            </a:r>
            <a:r>
              <a:rPr lang="tr-TR" sz="1050" dirty="0">
                <a:solidFill>
                  <a:srgbClr val="000000"/>
                </a:solidFill>
                <a:latin typeface="Consolas" panose="020B0609020204030204" pitchFamily="49" charset="0"/>
              </a:rPr>
              <a:t>(</a:t>
            </a:r>
            <a:r>
              <a:rPr lang="tr-TR" sz="1050" dirty="0">
                <a:solidFill>
                  <a:srgbClr val="A31515"/>
                </a:solidFill>
                <a:latin typeface="Consolas" panose="020B0609020204030204" pitchFamily="49" charset="0"/>
              </a:rPr>
              <a:t>" adi    :"</a:t>
            </a:r>
            <a:r>
              <a:rPr lang="tr-TR" sz="1050" dirty="0">
                <a:solidFill>
                  <a:srgbClr val="000000"/>
                </a:solidFill>
                <a:latin typeface="Consolas" panose="020B0609020204030204" pitchFamily="49" charset="0"/>
              </a:rPr>
              <a:t> + adi);</a:t>
            </a:r>
          </a:p>
          <a:p>
            <a:r>
              <a:rPr lang="tr-TR" sz="1050" dirty="0">
                <a:solidFill>
                  <a:srgbClr val="000000"/>
                </a:solidFill>
                <a:latin typeface="Consolas" panose="020B0609020204030204" pitchFamily="49" charset="0"/>
              </a:rPr>
              <a:t>                </a:t>
            </a:r>
            <a:r>
              <a:rPr lang="tr-TR" sz="1050" dirty="0" err="1">
                <a:solidFill>
                  <a:srgbClr val="000000"/>
                </a:solidFill>
                <a:latin typeface="Consolas" panose="020B0609020204030204" pitchFamily="49" charset="0"/>
              </a:rPr>
              <a:t>Console.WriteLine</a:t>
            </a:r>
            <a:r>
              <a:rPr lang="tr-TR" sz="1050" dirty="0">
                <a:solidFill>
                  <a:srgbClr val="000000"/>
                </a:solidFill>
                <a:latin typeface="Consolas" panose="020B0609020204030204" pitchFamily="49" charset="0"/>
              </a:rPr>
              <a:t>(</a:t>
            </a:r>
            <a:r>
              <a:rPr lang="tr-TR" sz="1050" dirty="0">
                <a:solidFill>
                  <a:srgbClr val="A31515"/>
                </a:solidFill>
                <a:latin typeface="Consolas" panose="020B0609020204030204" pitchFamily="49" charset="0"/>
              </a:rPr>
              <a:t>" </a:t>
            </a:r>
            <a:r>
              <a:rPr lang="tr-TR" sz="1050" dirty="0" err="1">
                <a:solidFill>
                  <a:srgbClr val="A31515"/>
                </a:solidFill>
                <a:latin typeface="Consolas" panose="020B0609020204030204" pitchFamily="49" charset="0"/>
              </a:rPr>
              <a:t>width</a:t>
            </a:r>
            <a:r>
              <a:rPr lang="tr-TR" sz="1050" dirty="0">
                <a:solidFill>
                  <a:srgbClr val="A31515"/>
                </a:solidFill>
                <a:latin typeface="Consolas" panose="020B0609020204030204" pitchFamily="49" charset="0"/>
              </a:rPr>
              <a:t>  :"</a:t>
            </a:r>
            <a:r>
              <a:rPr lang="tr-TR" sz="1050" dirty="0">
                <a:solidFill>
                  <a:srgbClr val="000000"/>
                </a:solidFill>
                <a:latin typeface="Consolas" panose="020B0609020204030204" pitchFamily="49" charset="0"/>
              </a:rPr>
              <a:t> + </a:t>
            </a:r>
            <a:r>
              <a:rPr lang="tr-TR" sz="1050" dirty="0" err="1">
                <a:solidFill>
                  <a:srgbClr val="000000"/>
                </a:solidFill>
                <a:latin typeface="Consolas" panose="020B0609020204030204" pitchFamily="49" charset="0"/>
              </a:rPr>
              <a:t>width</a:t>
            </a:r>
            <a:r>
              <a:rPr lang="tr-TR" sz="1050" dirty="0">
                <a:solidFill>
                  <a:srgbClr val="000000"/>
                </a:solidFill>
                <a:latin typeface="Consolas" panose="020B0609020204030204" pitchFamily="49" charset="0"/>
              </a:rPr>
              <a:t>);</a:t>
            </a:r>
          </a:p>
          <a:p>
            <a:r>
              <a:rPr lang="tr-TR" sz="1050" dirty="0">
                <a:solidFill>
                  <a:srgbClr val="000000"/>
                </a:solidFill>
                <a:latin typeface="Consolas" panose="020B0609020204030204" pitchFamily="49" charset="0"/>
              </a:rPr>
              <a:t>                </a:t>
            </a:r>
            <a:r>
              <a:rPr lang="tr-TR" sz="1050" dirty="0" err="1">
                <a:solidFill>
                  <a:srgbClr val="000000"/>
                </a:solidFill>
                <a:latin typeface="Consolas" panose="020B0609020204030204" pitchFamily="49" charset="0"/>
              </a:rPr>
              <a:t>Console.WriteLine</a:t>
            </a:r>
            <a:r>
              <a:rPr lang="tr-TR" sz="1050" dirty="0">
                <a:solidFill>
                  <a:srgbClr val="000000"/>
                </a:solidFill>
                <a:latin typeface="Consolas" panose="020B0609020204030204" pitchFamily="49" charset="0"/>
              </a:rPr>
              <a:t>(</a:t>
            </a:r>
            <a:r>
              <a:rPr lang="tr-TR" sz="1050" dirty="0">
                <a:solidFill>
                  <a:srgbClr val="A31515"/>
                </a:solidFill>
                <a:latin typeface="Consolas" panose="020B0609020204030204" pitchFamily="49" charset="0"/>
              </a:rPr>
              <a:t>" </a:t>
            </a:r>
            <a:r>
              <a:rPr lang="tr-TR" sz="1050" dirty="0" err="1">
                <a:solidFill>
                  <a:srgbClr val="A31515"/>
                </a:solidFill>
                <a:latin typeface="Consolas" panose="020B0609020204030204" pitchFamily="49" charset="0"/>
              </a:rPr>
              <a:t>heigth</a:t>
            </a:r>
            <a:r>
              <a:rPr lang="tr-TR" sz="1050" dirty="0">
                <a:solidFill>
                  <a:srgbClr val="A31515"/>
                </a:solidFill>
                <a:latin typeface="Consolas" panose="020B0609020204030204" pitchFamily="49" charset="0"/>
              </a:rPr>
              <a:t> :"</a:t>
            </a:r>
            <a:r>
              <a:rPr lang="tr-TR" sz="1050" dirty="0">
                <a:solidFill>
                  <a:srgbClr val="000000"/>
                </a:solidFill>
                <a:latin typeface="Consolas" panose="020B0609020204030204" pitchFamily="49" charset="0"/>
              </a:rPr>
              <a:t> + </a:t>
            </a:r>
            <a:r>
              <a:rPr lang="tr-TR" sz="1050" dirty="0" err="1">
                <a:solidFill>
                  <a:srgbClr val="000000"/>
                </a:solidFill>
                <a:latin typeface="Consolas" panose="020B0609020204030204" pitchFamily="49" charset="0"/>
              </a:rPr>
              <a:t>height</a:t>
            </a:r>
            <a:r>
              <a:rPr lang="tr-TR" sz="1050" dirty="0">
                <a:solidFill>
                  <a:srgbClr val="000000"/>
                </a:solidFill>
                <a:latin typeface="Consolas" panose="020B0609020204030204" pitchFamily="49" charset="0"/>
              </a:rPr>
              <a:t>);</a:t>
            </a:r>
          </a:p>
          <a:p>
            <a:r>
              <a:rPr lang="tr-TR" sz="1050" dirty="0">
                <a:solidFill>
                  <a:srgbClr val="000000"/>
                </a:solidFill>
                <a:latin typeface="Consolas" panose="020B0609020204030204" pitchFamily="49" charset="0"/>
              </a:rPr>
              <a:t>                </a:t>
            </a:r>
            <a:r>
              <a:rPr lang="tr-TR" sz="1050" dirty="0" err="1">
                <a:solidFill>
                  <a:srgbClr val="000000"/>
                </a:solidFill>
                <a:latin typeface="Consolas" panose="020B0609020204030204" pitchFamily="49" charset="0"/>
              </a:rPr>
              <a:t>Console.WriteLine</a:t>
            </a:r>
            <a:r>
              <a:rPr lang="tr-TR" sz="1050" dirty="0">
                <a:solidFill>
                  <a:srgbClr val="000000"/>
                </a:solidFill>
                <a:latin typeface="Consolas" panose="020B0609020204030204" pitchFamily="49" charset="0"/>
              </a:rPr>
              <a:t>(</a:t>
            </a:r>
            <a:r>
              <a:rPr lang="tr-TR" sz="1050" dirty="0">
                <a:solidFill>
                  <a:srgbClr val="A31515"/>
                </a:solidFill>
                <a:latin typeface="Consolas" panose="020B0609020204030204" pitchFamily="49" charset="0"/>
              </a:rPr>
              <a:t>" </a:t>
            </a:r>
            <a:r>
              <a:rPr lang="tr-TR" sz="1050" dirty="0" err="1">
                <a:solidFill>
                  <a:srgbClr val="A31515"/>
                </a:solidFill>
                <a:latin typeface="Consolas" panose="020B0609020204030204" pitchFamily="49" charset="0"/>
              </a:rPr>
              <a:t>length</a:t>
            </a:r>
            <a:r>
              <a:rPr lang="tr-TR" sz="1050" dirty="0">
                <a:solidFill>
                  <a:srgbClr val="A31515"/>
                </a:solidFill>
                <a:latin typeface="Consolas" panose="020B0609020204030204" pitchFamily="49" charset="0"/>
              </a:rPr>
              <a:t> :"</a:t>
            </a:r>
            <a:r>
              <a:rPr lang="tr-TR" sz="1050" dirty="0">
                <a:solidFill>
                  <a:srgbClr val="000000"/>
                </a:solidFill>
                <a:latin typeface="Consolas" panose="020B0609020204030204" pitchFamily="49" charset="0"/>
              </a:rPr>
              <a:t> + </a:t>
            </a:r>
            <a:r>
              <a:rPr lang="tr-TR" sz="1050" dirty="0" err="1">
                <a:solidFill>
                  <a:srgbClr val="000000"/>
                </a:solidFill>
                <a:latin typeface="Consolas" panose="020B0609020204030204" pitchFamily="49" charset="0"/>
              </a:rPr>
              <a:t>length</a:t>
            </a:r>
            <a:r>
              <a:rPr lang="tr-TR" sz="1050" dirty="0">
                <a:solidFill>
                  <a:srgbClr val="000000"/>
                </a:solidFill>
                <a:latin typeface="Consolas" panose="020B0609020204030204" pitchFamily="49" charset="0"/>
              </a:rPr>
              <a:t>);</a:t>
            </a:r>
          </a:p>
          <a:p>
            <a:r>
              <a:rPr lang="tr-TR" sz="1050" dirty="0">
                <a:solidFill>
                  <a:srgbClr val="000000"/>
                </a:solidFill>
                <a:latin typeface="Consolas" panose="020B0609020204030204" pitchFamily="49" charset="0"/>
              </a:rPr>
              <a:t>                </a:t>
            </a:r>
            <a:r>
              <a:rPr lang="tr-TR" sz="1050" dirty="0" err="1">
                <a:solidFill>
                  <a:srgbClr val="000000"/>
                </a:solidFill>
                <a:latin typeface="Consolas" panose="020B0609020204030204" pitchFamily="49" charset="0"/>
              </a:rPr>
              <a:t>Console.WriteLine</a:t>
            </a:r>
            <a:r>
              <a:rPr lang="tr-TR" sz="1050" dirty="0">
                <a:solidFill>
                  <a:srgbClr val="000000"/>
                </a:solidFill>
                <a:latin typeface="Consolas" panose="020B0609020204030204" pitchFamily="49" charset="0"/>
              </a:rPr>
              <a:t>(</a:t>
            </a:r>
            <a:r>
              <a:rPr lang="tr-TR" sz="1050" dirty="0">
                <a:solidFill>
                  <a:srgbClr val="A31515"/>
                </a:solidFill>
                <a:latin typeface="Consolas" panose="020B0609020204030204" pitchFamily="49" charset="0"/>
              </a:rPr>
              <a:t>"---------------"</a:t>
            </a:r>
            <a:r>
              <a:rPr lang="tr-TR" sz="1050" dirty="0">
                <a:solidFill>
                  <a:srgbClr val="000000"/>
                </a:solidFill>
                <a:latin typeface="Consolas" panose="020B0609020204030204" pitchFamily="49" charset="0"/>
              </a:rPr>
              <a:t>);</a:t>
            </a:r>
          </a:p>
          <a:p>
            <a:r>
              <a:rPr lang="tr-TR" sz="1050" dirty="0">
                <a:solidFill>
                  <a:srgbClr val="000000"/>
                </a:solidFill>
                <a:latin typeface="Consolas" panose="020B0609020204030204" pitchFamily="49" charset="0"/>
              </a:rPr>
              <a:t>            }</a:t>
            </a:r>
          </a:p>
          <a:p>
            <a:r>
              <a:rPr lang="tr-TR" sz="1050" dirty="0">
                <a:solidFill>
                  <a:srgbClr val="000000"/>
                </a:solidFill>
                <a:latin typeface="Consolas" panose="020B0609020204030204" pitchFamily="49" charset="0"/>
              </a:rPr>
              <a:t>        }</a:t>
            </a:r>
          </a:p>
          <a:p>
            <a:r>
              <a:rPr lang="tr-TR" sz="1050" dirty="0">
                <a:solidFill>
                  <a:srgbClr val="000000"/>
                </a:solidFill>
                <a:latin typeface="Consolas" panose="020B0609020204030204" pitchFamily="49" charset="0"/>
              </a:rPr>
              <a:t>        ~</a:t>
            </a:r>
            <a:r>
              <a:rPr lang="tr-TR" sz="1050" dirty="0">
                <a:solidFill>
                  <a:srgbClr val="2B91AF"/>
                </a:solidFill>
                <a:latin typeface="Consolas" panose="020B0609020204030204" pitchFamily="49" charset="0"/>
              </a:rPr>
              <a:t>Oda</a:t>
            </a:r>
            <a:r>
              <a:rPr lang="tr-TR" sz="1050" dirty="0">
                <a:solidFill>
                  <a:srgbClr val="000000"/>
                </a:solidFill>
                <a:latin typeface="Consolas" panose="020B0609020204030204" pitchFamily="49" charset="0"/>
              </a:rPr>
              <a:t>()</a:t>
            </a:r>
          </a:p>
          <a:p>
            <a:r>
              <a:rPr lang="tr-TR" sz="1050" dirty="0">
                <a:solidFill>
                  <a:srgbClr val="000000"/>
                </a:solidFill>
                <a:latin typeface="Consolas" panose="020B0609020204030204" pitchFamily="49" charset="0"/>
              </a:rPr>
              <a:t>        {  }</a:t>
            </a:r>
          </a:p>
          <a:p>
            <a:r>
              <a:rPr lang="tr-TR" sz="1050" dirty="0">
                <a:solidFill>
                  <a:srgbClr val="000000"/>
                </a:solidFill>
                <a:latin typeface="Consolas" panose="020B0609020204030204" pitchFamily="49" charset="0"/>
              </a:rPr>
              <a:t>    }</a:t>
            </a:r>
            <a:endParaRPr lang="tr-TR" sz="2400" dirty="0"/>
          </a:p>
        </p:txBody>
      </p:sp>
      <p:sp>
        <p:nvSpPr>
          <p:cNvPr id="3" name="Dikdörtgen 2">
            <a:extLst>
              <a:ext uri="{FF2B5EF4-FFF2-40B4-BE49-F238E27FC236}">
                <a16:creationId xmlns:a16="http://schemas.microsoft.com/office/drawing/2014/main" id="{D296C647-7BF5-428D-8FFA-78032C9E159E}"/>
              </a:ext>
            </a:extLst>
          </p:cNvPr>
          <p:cNvSpPr/>
          <p:nvPr/>
        </p:nvSpPr>
        <p:spPr>
          <a:xfrm>
            <a:off x="5665510" y="136525"/>
            <a:ext cx="6400799" cy="6555641"/>
          </a:xfrm>
          <a:prstGeom prst="rect">
            <a:avLst/>
          </a:prstGeom>
          <a:solidFill>
            <a:schemeClr val="tx1">
              <a:lumMod val="95000"/>
            </a:schemeClr>
          </a:solidFill>
        </p:spPr>
        <p:txBody>
          <a:bodyPr wrap="square">
            <a:spAutoFit/>
          </a:bodyPr>
          <a:lstStyle/>
          <a:p>
            <a:r>
              <a:rPr lang="tr-TR" sz="1200" dirty="0" err="1">
                <a:solidFill>
                  <a:srgbClr val="0000FF"/>
                </a:solidFill>
                <a:latin typeface="Consolas" panose="020B0609020204030204" pitchFamily="49" charset="0"/>
              </a:rPr>
              <a:t>public</a:t>
            </a:r>
            <a:r>
              <a:rPr lang="tr-TR" sz="1200" dirty="0">
                <a:solidFill>
                  <a:srgbClr val="000000"/>
                </a:solidFill>
                <a:latin typeface="Consolas" panose="020B0609020204030204" pitchFamily="49" charset="0"/>
              </a:rPr>
              <a:t> </a:t>
            </a:r>
            <a:r>
              <a:rPr lang="tr-TR" sz="1200" dirty="0" err="1">
                <a:solidFill>
                  <a:srgbClr val="0000FF"/>
                </a:solidFill>
                <a:latin typeface="Consolas" panose="020B0609020204030204" pitchFamily="49" charset="0"/>
              </a:rPr>
              <a:t>class</a:t>
            </a:r>
            <a:r>
              <a:rPr lang="tr-TR" sz="1200" dirty="0">
                <a:solidFill>
                  <a:srgbClr val="000000"/>
                </a:solidFill>
                <a:latin typeface="Consolas" panose="020B0609020204030204" pitchFamily="49" charset="0"/>
              </a:rPr>
              <a:t> </a:t>
            </a:r>
            <a:r>
              <a:rPr lang="tr-TR" sz="1200" dirty="0">
                <a:solidFill>
                  <a:srgbClr val="2B91AF"/>
                </a:solidFill>
                <a:latin typeface="Consolas" panose="020B0609020204030204" pitchFamily="49" charset="0"/>
              </a:rPr>
              <a:t>Daire</a:t>
            </a:r>
            <a:endParaRPr lang="tr-TR" sz="1200" dirty="0">
              <a:solidFill>
                <a:srgbClr val="000000"/>
              </a:solidFill>
              <a:latin typeface="Consolas" panose="020B0609020204030204" pitchFamily="49" charset="0"/>
            </a:endParaRPr>
          </a:p>
          <a:p>
            <a:r>
              <a:rPr lang="tr-TR" sz="1200" dirty="0">
                <a:solidFill>
                  <a:srgbClr val="000000"/>
                </a:solidFill>
                <a:latin typeface="Consolas" panose="020B0609020204030204" pitchFamily="49" charset="0"/>
              </a:rPr>
              <a:t>    {</a:t>
            </a:r>
          </a:p>
          <a:p>
            <a:r>
              <a:rPr lang="tr-TR" sz="1200" dirty="0">
                <a:solidFill>
                  <a:srgbClr val="000000"/>
                </a:solidFill>
                <a:latin typeface="Consolas" panose="020B0609020204030204" pitchFamily="49" charset="0"/>
              </a:rPr>
              <a:t>        </a:t>
            </a:r>
            <a:r>
              <a:rPr lang="tr-TR" sz="1200" dirty="0" err="1">
                <a:solidFill>
                  <a:srgbClr val="0000FF"/>
                </a:solidFill>
                <a:latin typeface="Consolas" panose="020B0609020204030204" pitchFamily="49" charset="0"/>
              </a:rPr>
              <a:t>private</a:t>
            </a:r>
            <a:r>
              <a:rPr lang="tr-TR" sz="1200" dirty="0">
                <a:solidFill>
                  <a:srgbClr val="000000"/>
                </a:solidFill>
                <a:latin typeface="Consolas" panose="020B0609020204030204" pitchFamily="49" charset="0"/>
              </a:rPr>
              <a:t> </a:t>
            </a:r>
            <a:r>
              <a:rPr lang="tr-TR" sz="1200" dirty="0" err="1">
                <a:solidFill>
                  <a:srgbClr val="0000FF"/>
                </a:solidFill>
                <a:latin typeface="Consolas" panose="020B0609020204030204" pitchFamily="49" charset="0"/>
              </a:rPr>
              <a:t>string</a:t>
            </a:r>
            <a:r>
              <a:rPr lang="tr-TR" sz="1200" dirty="0">
                <a:solidFill>
                  <a:srgbClr val="000000"/>
                </a:solidFill>
                <a:latin typeface="Consolas" panose="020B0609020204030204" pitchFamily="49" charset="0"/>
              </a:rPr>
              <a:t> </a:t>
            </a:r>
            <a:r>
              <a:rPr lang="tr-TR" sz="1200" dirty="0" err="1">
                <a:solidFill>
                  <a:srgbClr val="000000"/>
                </a:solidFill>
                <a:latin typeface="Consolas" panose="020B0609020204030204" pitchFamily="49" charset="0"/>
              </a:rPr>
              <a:t>binaAdi</a:t>
            </a:r>
            <a:r>
              <a:rPr lang="tr-TR" sz="1200" dirty="0">
                <a:solidFill>
                  <a:srgbClr val="000000"/>
                </a:solidFill>
                <a:latin typeface="Consolas" panose="020B0609020204030204" pitchFamily="49" charset="0"/>
              </a:rPr>
              <a:t>;</a:t>
            </a:r>
          </a:p>
          <a:p>
            <a:r>
              <a:rPr lang="tr-TR" sz="1200" dirty="0">
                <a:solidFill>
                  <a:srgbClr val="000000"/>
                </a:solidFill>
                <a:latin typeface="Consolas" panose="020B0609020204030204" pitchFamily="49" charset="0"/>
              </a:rPr>
              <a:t>        </a:t>
            </a:r>
            <a:r>
              <a:rPr lang="tr-TR" sz="1200" dirty="0" err="1">
                <a:solidFill>
                  <a:srgbClr val="0000FF"/>
                </a:solidFill>
                <a:latin typeface="Consolas" panose="020B0609020204030204" pitchFamily="49" charset="0"/>
              </a:rPr>
              <a:t>private</a:t>
            </a:r>
            <a:r>
              <a:rPr lang="tr-TR" sz="1200" dirty="0">
                <a:solidFill>
                  <a:srgbClr val="000000"/>
                </a:solidFill>
                <a:latin typeface="Consolas" panose="020B0609020204030204" pitchFamily="49" charset="0"/>
              </a:rPr>
              <a:t> </a:t>
            </a:r>
            <a:r>
              <a:rPr lang="tr-TR" sz="1200" dirty="0" err="1">
                <a:solidFill>
                  <a:srgbClr val="0000FF"/>
                </a:solidFill>
                <a:latin typeface="Consolas" panose="020B0609020204030204" pitchFamily="49" charset="0"/>
              </a:rPr>
              <a:t>int</a:t>
            </a:r>
            <a:r>
              <a:rPr lang="tr-TR" sz="1200" dirty="0">
                <a:solidFill>
                  <a:srgbClr val="000000"/>
                </a:solidFill>
                <a:latin typeface="Consolas" panose="020B0609020204030204" pitchFamily="49" charset="0"/>
              </a:rPr>
              <a:t> kat;</a:t>
            </a:r>
          </a:p>
          <a:p>
            <a:r>
              <a:rPr lang="en-US" sz="1200" dirty="0">
                <a:solidFill>
                  <a:srgbClr val="000000"/>
                </a:solidFill>
                <a:latin typeface="Consolas" panose="020B0609020204030204" pitchFamily="49" charset="0"/>
              </a:rPr>
              <a:t>        Oda[] o = </a:t>
            </a:r>
            <a:r>
              <a:rPr lang="en-US" sz="1200" dirty="0">
                <a:solidFill>
                  <a:srgbClr val="0000FF"/>
                </a:solidFill>
                <a:latin typeface="Consolas" panose="020B0609020204030204" pitchFamily="49" charset="0"/>
              </a:rPr>
              <a:t>new</a:t>
            </a:r>
            <a:r>
              <a:rPr lang="en-US" sz="1200" dirty="0">
                <a:solidFill>
                  <a:srgbClr val="000000"/>
                </a:solidFill>
                <a:latin typeface="Consolas" panose="020B0609020204030204" pitchFamily="49" charset="0"/>
              </a:rPr>
              <a:t> Oda[5]{ </a:t>
            </a:r>
            <a:r>
              <a:rPr lang="en-US" sz="1200" dirty="0">
                <a:solidFill>
                  <a:srgbClr val="0000FF"/>
                </a:solidFill>
                <a:latin typeface="Consolas" panose="020B0609020204030204" pitchFamily="49" charset="0"/>
              </a:rPr>
              <a:t>new</a:t>
            </a:r>
            <a:r>
              <a:rPr lang="en-US" sz="1200" dirty="0">
                <a:solidFill>
                  <a:srgbClr val="000000"/>
                </a:solidFill>
                <a:latin typeface="Consolas" panose="020B0609020204030204" pitchFamily="49" charset="0"/>
              </a:rPr>
              <a:t> Oda(</a:t>
            </a:r>
            <a:r>
              <a:rPr lang="en-US" sz="1200" dirty="0">
                <a:solidFill>
                  <a:srgbClr val="A31515"/>
                </a:solidFill>
                <a:latin typeface="Consolas" panose="020B0609020204030204" pitchFamily="49" charset="0"/>
              </a:rPr>
              <a:t>""</a:t>
            </a:r>
            <a:r>
              <a:rPr lang="en-US" sz="1200" dirty="0">
                <a:solidFill>
                  <a:srgbClr val="000000"/>
                </a:solidFill>
                <a:latin typeface="Consolas" panose="020B0609020204030204" pitchFamily="49" charset="0"/>
              </a:rPr>
              <a:t>, 0, 0, 0), </a:t>
            </a:r>
            <a:r>
              <a:rPr lang="en-US" sz="1200" dirty="0">
                <a:solidFill>
                  <a:srgbClr val="0000FF"/>
                </a:solidFill>
                <a:latin typeface="Consolas" panose="020B0609020204030204" pitchFamily="49" charset="0"/>
              </a:rPr>
              <a:t>new</a:t>
            </a:r>
            <a:r>
              <a:rPr lang="en-US" sz="1200" dirty="0">
                <a:solidFill>
                  <a:srgbClr val="000000"/>
                </a:solidFill>
                <a:latin typeface="Consolas" panose="020B0609020204030204" pitchFamily="49" charset="0"/>
              </a:rPr>
              <a:t> Oda(</a:t>
            </a:r>
            <a:r>
              <a:rPr lang="en-US" sz="1200" dirty="0">
                <a:solidFill>
                  <a:srgbClr val="A31515"/>
                </a:solidFill>
                <a:latin typeface="Consolas" panose="020B0609020204030204" pitchFamily="49" charset="0"/>
              </a:rPr>
              <a:t>""</a:t>
            </a:r>
            <a:r>
              <a:rPr lang="en-US" sz="1200" dirty="0">
                <a:solidFill>
                  <a:srgbClr val="000000"/>
                </a:solidFill>
                <a:latin typeface="Consolas" panose="020B0609020204030204" pitchFamily="49" charset="0"/>
              </a:rPr>
              <a:t>, 0, 0, 0),</a:t>
            </a:r>
          </a:p>
          <a:p>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new</a:t>
            </a:r>
            <a:r>
              <a:rPr lang="en-US" sz="1200" dirty="0">
                <a:solidFill>
                  <a:srgbClr val="000000"/>
                </a:solidFill>
                <a:latin typeface="Consolas" panose="020B0609020204030204" pitchFamily="49" charset="0"/>
              </a:rPr>
              <a:t> Oda(</a:t>
            </a:r>
            <a:r>
              <a:rPr lang="en-US" sz="1200" dirty="0">
                <a:solidFill>
                  <a:srgbClr val="A31515"/>
                </a:solidFill>
                <a:latin typeface="Consolas" panose="020B0609020204030204" pitchFamily="49" charset="0"/>
              </a:rPr>
              <a:t>""</a:t>
            </a:r>
            <a:r>
              <a:rPr lang="en-US" sz="1200" dirty="0">
                <a:solidFill>
                  <a:srgbClr val="000000"/>
                </a:solidFill>
                <a:latin typeface="Consolas" panose="020B0609020204030204" pitchFamily="49" charset="0"/>
              </a:rPr>
              <a:t>, 0, 0, 0),</a:t>
            </a:r>
            <a:r>
              <a:rPr lang="en-US" sz="1200" dirty="0">
                <a:solidFill>
                  <a:srgbClr val="0000FF"/>
                </a:solidFill>
                <a:latin typeface="Consolas" panose="020B0609020204030204" pitchFamily="49" charset="0"/>
              </a:rPr>
              <a:t>new</a:t>
            </a:r>
            <a:r>
              <a:rPr lang="en-US" sz="1200" dirty="0">
                <a:solidFill>
                  <a:srgbClr val="000000"/>
                </a:solidFill>
                <a:latin typeface="Consolas" panose="020B0609020204030204" pitchFamily="49" charset="0"/>
              </a:rPr>
              <a:t> Oda(</a:t>
            </a:r>
            <a:r>
              <a:rPr lang="en-US" sz="1200" dirty="0">
                <a:solidFill>
                  <a:srgbClr val="A31515"/>
                </a:solidFill>
                <a:latin typeface="Consolas" panose="020B0609020204030204" pitchFamily="49" charset="0"/>
              </a:rPr>
              <a:t>""</a:t>
            </a:r>
            <a:r>
              <a:rPr lang="en-US" sz="1200" dirty="0">
                <a:solidFill>
                  <a:srgbClr val="000000"/>
                </a:solidFill>
                <a:latin typeface="Consolas" panose="020B0609020204030204" pitchFamily="49" charset="0"/>
              </a:rPr>
              <a:t>, 0, 0, 0),</a:t>
            </a:r>
            <a:r>
              <a:rPr lang="en-US" sz="1200" dirty="0">
                <a:solidFill>
                  <a:srgbClr val="0000FF"/>
                </a:solidFill>
                <a:latin typeface="Consolas" panose="020B0609020204030204" pitchFamily="49" charset="0"/>
              </a:rPr>
              <a:t>new</a:t>
            </a:r>
            <a:r>
              <a:rPr lang="en-US" sz="1200" dirty="0">
                <a:solidFill>
                  <a:srgbClr val="000000"/>
                </a:solidFill>
                <a:latin typeface="Consolas" panose="020B0609020204030204" pitchFamily="49" charset="0"/>
              </a:rPr>
              <a:t> Oda(</a:t>
            </a:r>
            <a:r>
              <a:rPr lang="en-US" sz="1200" dirty="0">
                <a:solidFill>
                  <a:srgbClr val="A31515"/>
                </a:solidFill>
                <a:latin typeface="Consolas" panose="020B0609020204030204" pitchFamily="49" charset="0"/>
              </a:rPr>
              <a:t>""</a:t>
            </a:r>
            <a:r>
              <a:rPr lang="en-US" sz="1200" dirty="0">
                <a:solidFill>
                  <a:srgbClr val="000000"/>
                </a:solidFill>
                <a:latin typeface="Consolas" panose="020B0609020204030204" pitchFamily="49" charset="0"/>
              </a:rPr>
              <a:t>, 0, 0, 0) };</a:t>
            </a:r>
          </a:p>
          <a:p>
            <a:r>
              <a:rPr lang="tr-TR" sz="1200" dirty="0">
                <a:solidFill>
                  <a:srgbClr val="000000"/>
                </a:solidFill>
                <a:latin typeface="Consolas" panose="020B0609020204030204" pitchFamily="49" charset="0"/>
              </a:rPr>
              <a:t>    </a:t>
            </a:r>
          </a:p>
          <a:p>
            <a:r>
              <a:rPr lang="tr-TR" sz="1200" dirty="0">
                <a:solidFill>
                  <a:srgbClr val="000000"/>
                </a:solidFill>
                <a:latin typeface="Consolas" panose="020B0609020204030204" pitchFamily="49" charset="0"/>
              </a:rPr>
              <a:t>        </a:t>
            </a:r>
            <a:r>
              <a:rPr lang="tr-TR" sz="1200" dirty="0" err="1">
                <a:solidFill>
                  <a:srgbClr val="0000FF"/>
                </a:solidFill>
                <a:latin typeface="Consolas" panose="020B0609020204030204" pitchFamily="49" charset="0"/>
              </a:rPr>
              <a:t>public</a:t>
            </a:r>
            <a:r>
              <a:rPr lang="tr-TR" sz="1200" dirty="0">
                <a:solidFill>
                  <a:srgbClr val="000000"/>
                </a:solidFill>
                <a:latin typeface="Consolas" panose="020B0609020204030204" pitchFamily="49" charset="0"/>
              </a:rPr>
              <a:t> </a:t>
            </a:r>
            <a:r>
              <a:rPr lang="tr-TR" sz="1200" dirty="0">
                <a:solidFill>
                  <a:srgbClr val="2B91AF"/>
                </a:solidFill>
                <a:latin typeface="Consolas" panose="020B0609020204030204" pitchFamily="49" charset="0"/>
              </a:rPr>
              <a:t>Daire</a:t>
            </a:r>
            <a:r>
              <a:rPr lang="tr-TR" sz="1200" dirty="0">
                <a:solidFill>
                  <a:srgbClr val="000000"/>
                </a:solidFill>
                <a:latin typeface="Consolas" panose="020B0609020204030204" pitchFamily="49" charset="0"/>
              </a:rPr>
              <a:t>()</a:t>
            </a:r>
          </a:p>
          <a:p>
            <a:r>
              <a:rPr lang="tr-TR" sz="1200" dirty="0">
                <a:solidFill>
                  <a:srgbClr val="000000"/>
                </a:solidFill>
                <a:latin typeface="Consolas" panose="020B0609020204030204" pitchFamily="49" charset="0"/>
              </a:rPr>
              <a:t>        {</a:t>
            </a:r>
          </a:p>
          <a:p>
            <a:r>
              <a:rPr lang="tr-TR" sz="1200" dirty="0">
                <a:solidFill>
                  <a:srgbClr val="000000"/>
                </a:solidFill>
                <a:latin typeface="Consolas" panose="020B0609020204030204" pitchFamily="49" charset="0"/>
              </a:rPr>
              <a:t>            </a:t>
            </a:r>
            <a:r>
              <a:rPr lang="tr-TR" sz="1200" dirty="0" err="1">
                <a:solidFill>
                  <a:srgbClr val="000000"/>
                </a:solidFill>
                <a:latin typeface="Consolas" panose="020B0609020204030204" pitchFamily="49" charset="0"/>
              </a:rPr>
              <a:t>binaAdi</a:t>
            </a:r>
            <a:r>
              <a:rPr lang="tr-TR" sz="1200" dirty="0">
                <a:solidFill>
                  <a:srgbClr val="000000"/>
                </a:solidFill>
                <a:latin typeface="Consolas" panose="020B0609020204030204" pitchFamily="49" charset="0"/>
              </a:rPr>
              <a:t> = </a:t>
            </a:r>
            <a:r>
              <a:rPr lang="tr-TR" sz="1200" dirty="0">
                <a:solidFill>
                  <a:srgbClr val="A31515"/>
                </a:solidFill>
                <a:latin typeface="Consolas" panose="020B0609020204030204" pitchFamily="49" charset="0"/>
              </a:rPr>
              <a:t>""</a:t>
            </a:r>
            <a:r>
              <a:rPr lang="tr-TR" sz="1200" dirty="0">
                <a:solidFill>
                  <a:srgbClr val="000000"/>
                </a:solidFill>
                <a:latin typeface="Consolas" panose="020B0609020204030204" pitchFamily="49" charset="0"/>
              </a:rPr>
              <a:t>;</a:t>
            </a:r>
          </a:p>
          <a:p>
            <a:r>
              <a:rPr lang="tr-TR" sz="1200" dirty="0">
                <a:solidFill>
                  <a:srgbClr val="000000"/>
                </a:solidFill>
                <a:latin typeface="Consolas" panose="020B0609020204030204" pitchFamily="49" charset="0"/>
              </a:rPr>
              <a:t>            kat = 0;</a:t>
            </a:r>
          </a:p>
          <a:p>
            <a:r>
              <a:rPr lang="nn-NO" sz="1200" dirty="0">
                <a:solidFill>
                  <a:srgbClr val="000000"/>
                </a:solidFill>
                <a:latin typeface="Consolas" panose="020B0609020204030204" pitchFamily="49" charset="0"/>
              </a:rPr>
              <a:t>            </a:t>
            </a:r>
            <a:r>
              <a:rPr lang="nn-NO" sz="1200" dirty="0">
                <a:solidFill>
                  <a:srgbClr val="0000FF"/>
                </a:solidFill>
                <a:latin typeface="Consolas" panose="020B0609020204030204" pitchFamily="49" charset="0"/>
              </a:rPr>
              <a:t>for</a:t>
            </a:r>
            <a:r>
              <a:rPr lang="nn-NO" sz="1200" dirty="0">
                <a:solidFill>
                  <a:srgbClr val="000000"/>
                </a:solidFill>
                <a:latin typeface="Consolas" panose="020B0609020204030204" pitchFamily="49" charset="0"/>
              </a:rPr>
              <a:t> (</a:t>
            </a:r>
            <a:r>
              <a:rPr lang="nn-NO" sz="1200" dirty="0">
                <a:solidFill>
                  <a:srgbClr val="0000FF"/>
                </a:solidFill>
                <a:latin typeface="Consolas" panose="020B0609020204030204" pitchFamily="49" charset="0"/>
              </a:rPr>
              <a:t>int</a:t>
            </a:r>
            <a:r>
              <a:rPr lang="nn-NO" sz="1200" dirty="0">
                <a:solidFill>
                  <a:srgbClr val="000000"/>
                </a:solidFill>
                <a:latin typeface="Consolas" panose="020B0609020204030204" pitchFamily="49" charset="0"/>
              </a:rPr>
              <a:t> i = 0; i &lt; o.Length; i++)</a:t>
            </a:r>
          </a:p>
          <a:p>
            <a:r>
              <a:rPr lang="tr-TR" sz="1200" dirty="0">
                <a:solidFill>
                  <a:srgbClr val="000000"/>
                </a:solidFill>
                <a:latin typeface="Consolas" panose="020B0609020204030204" pitchFamily="49" charset="0"/>
              </a:rPr>
              <a:t>            {</a:t>
            </a:r>
          </a:p>
          <a:p>
            <a:r>
              <a:rPr lang="pl-PL" sz="1200" dirty="0">
                <a:solidFill>
                  <a:srgbClr val="000000"/>
                </a:solidFill>
                <a:latin typeface="Consolas" panose="020B0609020204030204" pitchFamily="49" charset="0"/>
              </a:rPr>
              <a:t>                o[i] = </a:t>
            </a:r>
            <a:r>
              <a:rPr lang="pl-PL" sz="1200" dirty="0">
                <a:solidFill>
                  <a:srgbClr val="0000FF"/>
                </a:solidFill>
                <a:latin typeface="Consolas" panose="020B0609020204030204" pitchFamily="49" charset="0"/>
              </a:rPr>
              <a:t>new</a:t>
            </a:r>
            <a:r>
              <a:rPr lang="pl-PL" sz="1200" dirty="0">
                <a:solidFill>
                  <a:srgbClr val="000000"/>
                </a:solidFill>
                <a:latin typeface="Consolas" panose="020B0609020204030204" pitchFamily="49" charset="0"/>
              </a:rPr>
              <a:t> Oda(</a:t>
            </a:r>
            <a:r>
              <a:rPr lang="pl-PL" sz="1200" dirty="0">
                <a:solidFill>
                  <a:srgbClr val="A31515"/>
                </a:solidFill>
                <a:latin typeface="Consolas" panose="020B0609020204030204" pitchFamily="49" charset="0"/>
              </a:rPr>
              <a:t>""</a:t>
            </a:r>
            <a:r>
              <a:rPr lang="pl-PL" sz="1200" dirty="0">
                <a:solidFill>
                  <a:srgbClr val="000000"/>
                </a:solidFill>
                <a:latin typeface="Consolas" panose="020B0609020204030204" pitchFamily="49" charset="0"/>
              </a:rPr>
              <a:t>, 0, 0, 0);</a:t>
            </a:r>
          </a:p>
          <a:p>
            <a:r>
              <a:rPr lang="tr-TR" sz="1200" dirty="0">
                <a:solidFill>
                  <a:srgbClr val="000000"/>
                </a:solidFill>
                <a:latin typeface="Consolas" panose="020B0609020204030204" pitchFamily="49" charset="0"/>
              </a:rPr>
              <a:t>            }</a:t>
            </a:r>
          </a:p>
          <a:p>
            <a:r>
              <a:rPr lang="tr-TR" sz="1200" dirty="0">
                <a:solidFill>
                  <a:srgbClr val="000000"/>
                </a:solidFill>
                <a:latin typeface="Consolas" panose="020B0609020204030204" pitchFamily="49" charset="0"/>
              </a:rPr>
              <a:t>        }</a:t>
            </a:r>
          </a:p>
          <a:p>
            <a:r>
              <a:rPr lang="tr-TR" sz="1200" dirty="0">
                <a:solidFill>
                  <a:srgbClr val="000000"/>
                </a:solidFill>
                <a:latin typeface="Consolas" panose="020B0609020204030204" pitchFamily="49" charset="0"/>
              </a:rPr>
              <a:t>        </a:t>
            </a:r>
            <a:r>
              <a:rPr lang="tr-TR" sz="1200" dirty="0" err="1">
                <a:solidFill>
                  <a:srgbClr val="0000FF"/>
                </a:solidFill>
                <a:latin typeface="Consolas" panose="020B0609020204030204" pitchFamily="49" charset="0"/>
              </a:rPr>
              <a:t>public</a:t>
            </a:r>
            <a:r>
              <a:rPr lang="tr-TR" sz="1200" dirty="0">
                <a:solidFill>
                  <a:srgbClr val="000000"/>
                </a:solidFill>
                <a:latin typeface="Consolas" panose="020B0609020204030204" pitchFamily="49" charset="0"/>
              </a:rPr>
              <a:t> </a:t>
            </a:r>
            <a:r>
              <a:rPr lang="tr-TR" sz="1200" dirty="0">
                <a:solidFill>
                  <a:srgbClr val="2B91AF"/>
                </a:solidFill>
                <a:latin typeface="Consolas" panose="020B0609020204030204" pitchFamily="49" charset="0"/>
              </a:rPr>
              <a:t>Daire</a:t>
            </a:r>
            <a:r>
              <a:rPr lang="tr-TR" sz="1200" dirty="0">
                <a:solidFill>
                  <a:srgbClr val="000000"/>
                </a:solidFill>
                <a:latin typeface="Consolas" panose="020B0609020204030204" pitchFamily="49" charset="0"/>
              </a:rPr>
              <a:t>(</a:t>
            </a:r>
            <a:r>
              <a:rPr lang="tr-TR" sz="1200" dirty="0" err="1">
                <a:solidFill>
                  <a:srgbClr val="0000FF"/>
                </a:solidFill>
                <a:latin typeface="Consolas" panose="020B0609020204030204" pitchFamily="49" charset="0"/>
              </a:rPr>
              <a:t>string</a:t>
            </a:r>
            <a:r>
              <a:rPr lang="tr-TR" sz="1200" dirty="0">
                <a:solidFill>
                  <a:srgbClr val="000000"/>
                </a:solidFill>
                <a:latin typeface="Consolas" panose="020B0609020204030204" pitchFamily="49" charset="0"/>
              </a:rPr>
              <a:t> </a:t>
            </a:r>
            <a:r>
              <a:rPr lang="tr-TR" sz="1200" dirty="0" err="1">
                <a:solidFill>
                  <a:srgbClr val="000000"/>
                </a:solidFill>
                <a:latin typeface="Consolas" panose="020B0609020204030204" pitchFamily="49" charset="0"/>
              </a:rPr>
              <a:t>ba</a:t>
            </a:r>
            <a:r>
              <a:rPr lang="tr-TR" sz="1200" dirty="0">
                <a:solidFill>
                  <a:srgbClr val="000000"/>
                </a:solidFill>
                <a:latin typeface="Consolas" panose="020B0609020204030204" pitchFamily="49" charset="0"/>
              </a:rPr>
              <a:t>, </a:t>
            </a:r>
            <a:r>
              <a:rPr lang="tr-TR" sz="1200" dirty="0" err="1">
                <a:solidFill>
                  <a:srgbClr val="0000FF"/>
                </a:solidFill>
                <a:latin typeface="Consolas" panose="020B0609020204030204" pitchFamily="49" charset="0"/>
              </a:rPr>
              <a:t>int</a:t>
            </a:r>
            <a:r>
              <a:rPr lang="tr-TR" sz="1200" dirty="0">
                <a:solidFill>
                  <a:srgbClr val="000000"/>
                </a:solidFill>
                <a:latin typeface="Consolas" panose="020B0609020204030204" pitchFamily="49" charset="0"/>
              </a:rPr>
              <a:t> </a:t>
            </a:r>
            <a:r>
              <a:rPr lang="tr-TR" sz="1200" dirty="0" err="1">
                <a:solidFill>
                  <a:srgbClr val="000000"/>
                </a:solidFill>
                <a:latin typeface="Consolas" panose="020B0609020204030204" pitchFamily="49" charset="0"/>
              </a:rPr>
              <a:t>k,Oda</a:t>
            </a:r>
            <a:r>
              <a:rPr lang="tr-TR" sz="1200" dirty="0">
                <a:solidFill>
                  <a:srgbClr val="000000"/>
                </a:solidFill>
                <a:latin typeface="Consolas" panose="020B0609020204030204" pitchFamily="49" charset="0"/>
              </a:rPr>
              <a:t>[] o1)</a:t>
            </a:r>
          </a:p>
          <a:p>
            <a:r>
              <a:rPr lang="tr-TR" sz="1200" dirty="0">
                <a:solidFill>
                  <a:srgbClr val="000000"/>
                </a:solidFill>
                <a:latin typeface="Consolas" panose="020B0609020204030204" pitchFamily="49" charset="0"/>
              </a:rPr>
              <a:t>        {</a:t>
            </a:r>
          </a:p>
          <a:p>
            <a:r>
              <a:rPr lang="tr-TR" sz="1200" dirty="0">
                <a:solidFill>
                  <a:srgbClr val="000000"/>
                </a:solidFill>
                <a:latin typeface="Consolas" panose="020B0609020204030204" pitchFamily="49" charset="0"/>
              </a:rPr>
              <a:t>            </a:t>
            </a:r>
            <a:r>
              <a:rPr lang="tr-TR" sz="1200" dirty="0" err="1">
                <a:solidFill>
                  <a:srgbClr val="000000"/>
                </a:solidFill>
                <a:latin typeface="Consolas" panose="020B0609020204030204" pitchFamily="49" charset="0"/>
              </a:rPr>
              <a:t>binaAdi</a:t>
            </a:r>
            <a:r>
              <a:rPr lang="tr-TR" sz="1200" dirty="0">
                <a:solidFill>
                  <a:srgbClr val="000000"/>
                </a:solidFill>
                <a:latin typeface="Consolas" panose="020B0609020204030204" pitchFamily="49" charset="0"/>
              </a:rPr>
              <a:t> = </a:t>
            </a:r>
            <a:r>
              <a:rPr lang="tr-TR" sz="1200" dirty="0" err="1">
                <a:solidFill>
                  <a:srgbClr val="000000"/>
                </a:solidFill>
                <a:latin typeface="Consolas" panose="020B0609020204030204" pitchFamily="49" charset="0"/>
              </a:rPr>
              <a:t>ba</a:t>
            </a:r>
            <a:r>
              <a:rPr lang="tr-TR" sz="1200" dirty="0">
                <a:solidFill>
                  <a:srgbClr val="000000"/>
                </a:solidFill>
                <a:latin typeface="Consolas" panose="020B0609020204030204" pitchFamily="49" charset="0"/>
              </a:rPr>
              <a:t>;</a:t>
            </a:r>
          </a:p>
          <a:p>
            <a:r>
              <a:rPr lang="tr-TR" sz="1200" dirty="0">
                <a:solidFill>
                  <a:srgbClr val="000000"/>
                </a:solidFill>
                <a:latin typeface="Consolas" panose="020B0609020204030204" pitchFamily="49" charset="0"/>
              </a:rPr>
              <a:t>            kat = k;</a:t>
            </a:r>
          </a:p>
          <a:p>
            <a:r>
              <a:rPr lang="tr-TR" sz="1200" dirty="0">
                <a:solidFill>
                  <a:srgbClr val="000000"/>
                </a:solidFill>
                <a:latin typeface="Consolas" panose="020B0609020204030204" pitchFamily="49" charset="0"/>
              </a:rPr>
              <a:t>            </a:t>
            </a:r>
            <a:r>
              <a:rPr lang="tr-TR" sz="1200" dirty="0" err="1">
                <a:solidFill>
                  <a:srgbClr val="0000FF"/>
                </a:solidFill>
                <a:latin typeface="Consolas" panose="020B0609020204030204" pitchFamily="49" charset="0"/>
              </a:rPr>
              <a:t>for</a:t>
            </a:r>
            <a:r>
              <a:rPr lang="tr-TR" sz="1200" dirty="0">
                <a:solidFill>
                  <a:srgbClr val="000000"/>
                </a:solidFill>
                <a:latin typeface="Consolas" panose="020B0609020204030204" pitchFamily="49" charset="0"/>
              </a:rPr>
              <a:t>(</a:t>
            </a:r>
            <a:r>
              <a:rPr lang="tr-TR" sz="1200" dirty="0" err="1">
                <a:solidFill>
                  <a:srgbClr val="0000FF"/>
                </a:solidFill>
                <a:latin typeface="Consolas" panose="020B0609020204030204" pitchFamily="49" charset="0"/>
              </a:rPr>
              <a:t>int</a:t>
            </a:r>
            <a:r>
              <a:rPr lang="tr-TR" sz="1200" dirty="0">
                <a:solidFill>
                  <a:srgbClr val="000000"/>
                </a:solidFill>
                <a:latin typeface="Consolas" panose="020B0609020204030204" pitchFamily="49" charset="0"/>
              </a:rPr>
              <a:t> i=0; i&lt;o1.Length;i++)</a:t>
            </a:r>
          </a:p>
          <a:p>
            <a:r>
              <a:rPr lang="tr-TR" sz="1200" dirty="0">
                <a:solidFill>
                  <a:srgbClr val="000000"/>
                </a:solidFill>
                <a:latin typeface="Consolas" panose="020B0609020204030204" pitchFamily="49" charset="0"/>
              </a:rPr>
              <a:t>            {</a:t>
            </a:r>
          </a:p>
          <a:p>
            <a:r>
              <a:rPr lang="tr-TR" sz="1200" dirty="0">
                <a:solidFill>
                  <a:srgbClr val="000000"/>
                </a:solidFill>
                <a:latin typeface="Consolas" panose="020B0609020204030204" pitchFamily="49" charset="0"/>
              </a:rPr>
              <a:t>                o[i] = o1[i];</a:t>
            </a:r>
          </a:p>
          <a:p>
            <a:r>
              <a:rPr lang="tr-TR" sz="1200" dirty="0">
                <a:solidFill>
                  <a:srgbClr val="000000"/>
                </a:solidFill>
                <a:latin typeface="Consolas" panose="020B0609020204030204" pitchFamily="49" charset="0"/>
              </a:rPr>
              <a:t>            }</a:t>
            </a:r>
          </a:p>
          <a:p>
            <a:r>
              <a:rPr lang="tr-TR" sz="1200" dirty="0">
                <a:solidFill>
                  <a:srgbClr val="000000"/>
                </a:solidFill>
                <a:latin typeface="Consolas" panose="020B0609020204030204" pitchFamily="49" charset="0"/>
              </a:rPr>
              <a:t>        }</a:t>
            </a:r>
          </a:p>
          <a:p>
            <a:r>
              <a:rPr lang="tr-TR" sz="1200" dirty="0">
                <a:solidFill>
                  <a:srgbClr val="000000"/>
                </a:solidFill>
                <a:latin typeface="Consolas" panose="020B0609020204030204" pitchFamily="49" charset="0"/>
              </a:rPr>
              <a:t>        </a:t>
            </a:r>
            <a:r>
              <a:rPr lang="tr-TR" sz="1200" dirty="0" err="1">
                <a:solidFill>
                  <a:srgbClr val="0000FF"/>
                </a:solidFill>
                <a:latin typeface="Consolas" panose="020B0609020204030204" pitchFamily="49" charset="0"/>
              </a:rPr>
              <a:t>public</a:t>
            </a:r>
            <a:r>
              <a:rPr lang="tr-TR" sz="1200" dirty="0">
                <a:solidFill>
                  <a:srgbClr val="000000"/>
                </a:solidFill>
                <a:latin typeface="Consolas" panose="020B0609020204030204" pitchFamily="49" charset="0"/>
              </a:rPr>
              <a:t> </a:t>
            </a:r>
            <a:r>
              <a:rPr lang="tr-TR" sz="1200" dirty="0">
                <a:solidFill>
                  <a:srgbClr val="2B91AF"/>
                </a:solidFill>
                <a:latin typeface="Consolas" panose="020B0609020204030204" pitchFamily="49" charset="0"/>
              </a:rPr>
              <a:t>Daire</a:t>
            </a:r>
            <a:r>
              <a:rPr lang="tr-TR" sz="1200" dirty="0">
                <a:solidFill>
                  <a:srgbClr val="000000"/>
                </a:solidFill>
                <a:latin typeface="Consolas" panose="020B0609020204030204" pitchFamily="49" charset="0"/>
              </a:rPr>
              <a:t>(</a:t>
            </a:r>
            <a:r>
              <a:rPr lang="tr-TR" sz="1200" dirty="0" err="1">
                <a:solidFill>
                  <a:srgbClr val="0000FF"/>
                </a:solidFill>
                <a:latin typeface="Consolas" panose="020B0609020204030204" pitchFamily="49" charset="0"/>
              </a:rPr>
              <a:t>string</a:t>
            </a:r>
            <a:r>
              <a:rPr lang="tr-TR" sz="1200" dirty="0">
                <a:solidFill>
                  <a:srgbClr val="000000"/>
                </a:solidFill>
                <a:latin typeface="Consolas" panose="020B0609020204030204" pitchFamily="49" charset="0"/>
              </a:rPr>
              <a:t> </a:t>
            </a:r>
            <a:r>
              <a:rPr lang="tr-TR" sz="1200" dirty="0" err="1">
                <a:solidFill>
                  <a:srgbClr val="000000"/>
                </a:solidFill>
                <a:latin typeface="Consolas" panose="020B0609020204030204" pitchFamily="49" charset="0"/>
              </a:rPr>
              <a:t>ba</a:t>
            </a:r>
            <a:r>
              <a:rPr lang="tr-TR" sz="1200" dirty="0">
                <a:solidFill>
                  <a:srgbClr val="000000"/>
                </a:solidFill>
                <a:latin typeface="Consolas" panose="020B0609020204030204" pitchFamily="49" charset="0"/>
              </a:rPr>
              <a:t>, </a:t>
            </a:r>
            <a:r>
              <a:rPr lang="tr-TR" sz="1200" dirty="0" err="1">
                <a:solidFill>
                  <a:srgbClr val="0000FF"/>
                </a:solidFill>
                <a:latin typeface="Consolas" panose="020B0609020204030204" pitchFamily="49" charset="0"/>
              </a:rPr>
              <a:t>int</a:t>
            </a:r>
            <a:r>
              <a:rPr lang="tr-TR" sz="1200" dirty="0">
                <a:solidFill>
                  <a:srgbClr val="000000"/>
                </a:solidFill>
                <a:latin typeface="Consolas" panose="020B0609020204030204" pitchFamily="49" charset="0"/>
              </a:rPr>
              <a:t> k, </a:t>
            </a:r>
            <a:r>
              <a:rPr lang="tr-TR" sz="1200" dirty="0" err="1">
                <a:solidFill>
                  <a:srgbClr val="0000FF"/>
                </a:solidFill>
                <a:latin typeface="Consolas" panose="020B0609020204030204" pitchFamily="49" charset="0"/>
              </a:rPr>
              <a:t>int</a:t>
            </a:r>
            <a:r>
              <a:rPr lang="tr-TR" sz="1200" dirty="0">
                <a:solidFill>
                  <a:srgbClr val="000000"/>
                </a:solidFill>
                <a:latin typeface="Consolas" panose="020B0609020204030204" pitchFamily="49" charset="0"/>
              </a:rPr>
              <a:t> n)</a:t>
            </a:r>
          </a:p>
          <a:p>
            <a:r>
              <a:rPr lang="tr-TR" sz="1200" dirty="0">
                <a:solidFill>
                  <a:srgbClr val="000000"/>
                </a:solidFill>
                <a:latin typeface="Consolas" panose="020B0609020204030204" pitchFamily="49" charset="0"/>
              </a:rPr>
              <a:t>        {</a:t>
            </a:r>
          </a:p>
          <a:p>
            <a:r>
              <a:rPr lang="tr-TR" sz="1200" dirty="0">
                <a:solidFill>
                  <a:srgbClr val="000000"/>
                </a:solidFill>
                <a:latin typeface="Consolas" panose="020B0609020204030204" pitchFamily="49" charset="0"/>
              </a:rPr>
              <a:t> 	 </a:t>
            </a:r>
            <a:r>
              <a:rPr lang="tr-TR" sz="1200" dirty="0" err="1">
                <a:solidFill>
                  <a:srgbClr val="000000"/>
                </a:solidFill>
                <a:latin typeface="Consolas" panose="020B0609020204030204" pitchFamily="49" charset="0"/>
              </a:rPr>
              <a:t>binaAdi</a:t>
            </a:r>
            <a:r>
              <a:rPr lang="tr-TR" sz="1200" dirty="0">
                <a:solidFill>
                  <a:srgbClr val="000000"/>
                </a:solidFill>
                <a:latin typeface="Consolas" panose="020B0609020204030204" pitchFamily="49" charset="0"/>
              </a:rPr>
              <a:t> = </a:t>
            </a:r>
            <a:r>
              <a:rPr lang="tr-TR" sz="1200" dirty="0" err="1">
                <a:solidFill>
                  <a:srgbClr val="000000"/>
                </a:solidFill>
                <a:latin typeface="Consolas" panose="020B0609020204030204" pitchFamily="49" charset="0"/>
              </a:rPr>
              <a:t>ba</a:t>
            </a:r>
            <a:r>
              <a:rPr lang="tr-TR" sz="1200" dirty="0">
                <a:solidFill>
                  <a:srgbClr val="000000"/>
                </a:solidFill>
                <a:latin typeface="Consolas" panose="020B0609020204030204" pitchFamily="49" charset="0"/>
              </a:rPr>
              <a:t>;</a:t>
            </a:r>
          </a:p>
          <a:p>
            <a:r>
              <a:rPr lang="tr-TR" sz="1200" dirty="0">
                <a:solidFill>
                  <a:srgbClr val="000000"/>
                </a:solidFill>
                <a:latin typeface="Consolas" panose="020B0609020204030204" pitchFamily="49" charset="0"/>
              </a:rPr>
              <a:t>            kat = k;	</a:t>
            </a:r>
          </a:p>
          <a:p>
            <a:r>
              <a:rPr lang="nn-NO" sz="1200" dirty="0">
                <a:solidFill>
                  <a:srgbClr val="000000"/>
                </a:solidFill>
                <a:latin typeface="Consolas" panose="020B0609020204030204" pitchFamily="49" charset="0"/>
              </a:rPr>
              <a:t>            </a:t>
            </a:r>
            <a:r>
              <a:rPr lang="nn-NO" sz="1200" dirty="0">
                <a:solidFill>
                  <a:srgbClr val="0000FF"/>
                </a:solidFill>
                <a:latin typeface="Consolas" panose="020B0609020204030204" pitchFamily="49" charset="0"/>
              </a:rPr>
              <a:t>for</a:t>
            </a:r>
            <a:r>
              <a:rPr lang="nn-NO" sz="1200" dirty="0">
                <a:solidFill>
                  <a:srgbClr val="000000"/>
                </a:solidFill>
                <a:latin typeface="Consolas" panose="020B0609020204030204" pitchFamily="49" charset="0"/>
              </a:rPr>
              <a:t> (</a:t>
            </a:r>
            <a:r>
              <a:rPr lang="nn-NO" sz="1200" dirty="0">
                <a:solidFill>
                  <a:srgbClr val="0000FF"/>
                </a:solidFill>
                <a:latin typeface="Consolas" panose="020B0609020204030204" pitchFamily="49" charset="0"/>
              </a:rPr>
              <a:t>int</a:t>
            </a:r>
            <a:r>
              <a:rPr lang="nn-NO" sz="1200" dirty="0">
                <a:solidFill>
                  <a:srgbClr val="000000"/>
                </a:solidFill>
                <a:latin typeface="Consolas" panose="020B0609020204030204" pitchFamily="49" charset="0"/>
              </a:rPr>
              <a:t> i = 0; i &lt; n; i++)</a:t>
            </a:r>
          </a:p>
          <a:p>
            <a:r>
              <a:rPr lang="tr-TR" sz="1200" dirty="0">
                <a:solidFill>
                  <a:srgbClr val="000000"/>
                </a:solidFill>
                <a:latin typeface="Consolas" panose="020B0609020204030204" pitchFamily="49" charset="0"/>
              </a:rPr>
              <a:t>            {</a:t>
            </a:r>
          </a:p>
          <a:p>
            <a:r>
              <a:rPr lang="tr-TR" sz="1200" dirty="0">
                <a:solidFill>
                  <a:srgbClr val="000000"/>
                </a:solidFill>
                <a:latin typeface="Consolas" panose="020B0609020204030204" pitchFamily="49" charset="0"/>
              </a:rPr>
              <a:t>                o[i].</a:t>
            </a:r>
            <a:r>
              <a:rPr lang="tr-TR" sz="1200" dirty="0" err="1">
                <a:solidFill>
                  <a:srgbClr val="000000"/>
                </a:solidFill>
                <a:latin typeface="Consolas" panose="020B0609020204030204" pitchFamily="49" charset="0"/>
              </a:rPr>
              <a:t>input</a:t>
            </a:r>
            <a:r>
              <a:rPr lang="tr-TR" sz="1200" dirty="0">
                <a:solidFill>
                  <a:srgbClr val="000000"/>
                </a:solidFill>
                <a:latin typeface="Consolas" panose="020B0609020204030204" pitchFamily="49" charset="0"/>
              </a:rPr>
              <a:t>();</a:t>
            </a:r>
          </a:p>
          <a:p>
            <a:r>
              <a:rPr lang="tr-TR" sz="1200" dirty="0">
                <a:solidFill>
                  <a:srgbClr val="000000"/>
                </a:solidFill>
                <a:latin typeface="Consolas" panose="020B0609020204030204" pitchFamily="49" charset="0"/>
              </a:rPr>
              <a:t>            }</a:t>
            </a:r>
          </a:p>
          <a:p>
            <a:r>
              <a:rPr lang="tr-TR" sz="1200" dirty="0">
                <a:solidFill>
                  <a:srgbClr val="000000"/>
                </a:solidFill>
                <a:latin typeface="Consolas" panose="020B0609020204030204" pitchFamily="49" charset="0"/>
              </a:rPr>
              <a:t>        }</a:t>
            </a:r>
          </a:p>
          <a:p>
            <a:r>
              <a:rPr lang="tr-TR" sz="1200" dirty="0">
                <a:solidFill>
                  <a:srgbClr val="000000"/>
                </a:solidFill>
                <a:latin typeface="Consolas" panose="020B0609020204030204" pitchFamily="49" charset="0"/>
              </a:rPr>
              <a:t>        </a:t>
            </a:r>
            <a:endParaRPr lang="tr-TR" sz="3200" dirty="0"/>
          </a:p>
        </p:txBody>
      </p:sp>
    </p:spTree>
    <p:extLst>
      <p:ext uri="{BB962C8B-B14F-4D97-AF65-F5344CB8AC3E}">
        <p14:creationId xmlns:p14="http://schemas.microsoft.com/office/powerpoint/2010/main" val="926670404"/>
      </p:ext>
    </p:extLst>
  </p:cSld>
  <p:clrMapOvr>
    <a:masterClrMapping/>
  </p:clrMapOvr>
  <p:transition spd="med" advClick="0" advTm="1000">
    <p:split/>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Veri Yer Tutucusu 3">
            <a:extLst>
              <a:ext uri="{FF2B5EF4-FFF2-40B4-BE49-F238E27FC236}">
                <a16:creationId xmlns:a16="http://schemas.microsoft.com/office/drawing/2014/main" id="{1AEE274D-9F67-4C6F-B98F-AE87D7F46314}"/>
              </a:ext>
            </a:extLst>
          </p:cNvPr>
          <p:cNvSpPr>
            <a:spLocks noGrp="1"/>
          </p:cNvSpPr>
          <p:nvPr>
            <p:ph type="dt" sz="half" idx="10"/>
          </p:nvPr>
        </p:nvSpPr>
        <p:spPr/>
        <p:txBody>
          <a:bodyPr/>
          <a:lstStyle/>
          <a:p>
            <a:pPr>
              <a:defRPr/>
            </a:pPr>
            <a:fld id="{7413A151-EC64-4027-9AB7-70655E41D8F9}" type="datetime1">
              <a:rPr lang="tr-TR" smtClean="0">
                <a:solidFill>
                  <a:srgbClr val="FFFFFF"/>
                </a:solidFill>
              </a:rPr>
              <a:t>11.05.2020</a:t>
            </a:fld>
            <a:endParaRPr lang="tr-TR">
              <a:solidFill>
                <a:srgbClr val="FFFFFF"/>
              </a:solidFill>
            </a:endParaRPr>
          </a:p>
        </p:txBody>
      </p:sp>
      <p:sp>
        <p:nvSpPr>
          <p:cNvPr id="5" name="Slayt Numarası Yer Tutucusu 4">
            <a:extLst>
              <a:ext uri="{FF2B5EF4-FFF2-40B4-BE49-F238E27FC236}">
                <a16:creationId xmlns:a16="http://schemas.microsoft.com/office/drawing/2014/main" id="{E2611FD0-7C5C-4141-AE36-4F3B55852600}"/>
              </a:ext>
            </a:extLst>
          </p:cNvPr>
          <p:cNvSpPr>
            <a:spLocks noGrp="1"/>
          </p:cNvSpPr>
          <p:nvPr>
            <p:ph type="sldNum" sz="quarter" idx="12"/>
          </p:nvPr>
        </p:nvSpPr>
        <p:spPr/>
        <p:txBody>
          <a:bodyPr/>
          <a:lstStyle/>
          <a:p>
            <a:pPr>
              <a:defRPr/>
            </a:pPr>
            <a:fld id="{B4D9CBB0-09FD-4FB3-A512-12DBE7913E78}" type="slidenum">
              <a:rPr lang="tr-TR" smtClean="0">
                <a:solidFill>
                  <a:srgbClr val="FFFFFF"/>
                </a:solidFill>
              </a:rPr>
              <a:pPr>
                <a:defRPr/>
              </a:pPr>
              <a:t>43</a:t>
            </a:fld>
            <a:endParaRPr lang="tr-TR">
              <a:solidFill>
                <a:srgbClr val="FFFFFF"/>
              </a:solidFill>
            </a:endParaRPr>
          </a:p>
        </p:txBody>
      </p:sp>
      <p:sp>
        <p:nvSpPr>
          <p:cNvPr id="3" name="Dikdörtgen 2">
            <a:extLst>
              <a:ext uri="{FF2B5EF4-FFF2-40B4-BE49-F238E27FC236}">
                <a16:creationId xmlns:a16="http://schemas.microsoft.com/office/drawing/2014/main" id="{D296C647-7BF5-428D-8FFA-78032C9E159E}"/>
              </a:ext>
            </a:extLst>
          </p:cNvPr>
          <p:cNvSpPr/>
          <p:nvPr/>
        </p:nvSpPr>
        <p:spPr>
          <a:xfrm>
            <a:off x="207432" y="136525"/>
            <a:ext cx="5344956" cy="4708981"/>
          </a:xfrm>
          <a:prstGeom prst="rect">
            <a:avLst/>
          </a:prstGeom>
          <a:solidFill>
            <a:schemeClr val="tx1">
              <a:lumMod val="95000"/>
            </a:schemeClr>
          </a:solidFill>
        </p:spPr>
        <p:txBody>
          <a:bodyPr wrap="square">
            <a:spAutoFit/>
          </a:bodyPr>
          <a:lstStyle/>
          <a:p>
            <a:r>
              <a:rPr lang="tr-TR" sz="1200" dirty="0">
                <a:solidFill>
                  <a:srgbClr val="0000FF"/>
                </a:solidFill>
                <a:latin typeface="Consolas" panose="020B0609020204030204" pitchFamily="49" charset="0"/>
              </a:rPr>
              <a:t>        </a:t>
            </a:r>
            <a:r>
              <a:rPr lang="tr-TR" sz="1200" dirty="0" err="1">
                <a:solidFill>
                  <a:srgbClr val="0000FF"/>
                </a:solidFill>
                <a:latin typeface="Consolas" panose="020B0609020204030204" pitchFamily="49" charset="0"/>
              </a:rPr>
              <a:t>public</a:t>
            </a:r>
            <a:r>
              <a:rPr lang="tr-TR" sz="1200" dirty="0">
                <a:solidFill>
                  <a:srgbClr val="000000"/>
                </a:solidFill>
                <a:latin typeface="Consolas" panose="020B0609020204030204" pitchFamily="49" charset="0"/>
              </a:rPr>
              <a:t> </a:t>
            </a:r>
            <a:r>
              <a:rPr lang="tr-TR" sz="1200" dirty="0" err="1">
                <a:solidFill>
                  <a:srgbClr val="0000FF"/>
                </a:solidFill>
                <a:latin typeface="Consolas" panose="020B0609020204030204" pitchFamily="49" charset="0"/>
              </a:rPr>
              <a:t>void</a:t>
            </a:r>
            <a:r>
              <a:rPr lang="tr-TR" sz="1200" dirty="0">
                <a:solidFill>
                  <a:srgbClr val="000000"/>
                </a:solidFill>
                <a:latin typeface="Consolas" panose="020B0609020204030204" pitchFamily="49" charset="0"/>
              </a:rPr>
              <a:t> </a:t>
            </a:r>
            <a:r>
              <a:rPr lang="tr-TR" sz="1200" dirty="0" err="1">
                <a:solidFill>
                  <a:srgbClr val="000000"/>
                </a:solidFill>
                <a:latin typeface="Consolas" panose="020B0609020204030204" pitchFamily="49" charset="0"/>
              </a:rPr>
              <a:t>yazdir</a:t>
            </a:r>
            <a:r>
              <a:rPr lang="tr-TR" sz="1200" dirty="0">
                <a:solidFill>
                  <a:srgbClr val="000000"/>
                </a:solidFill>
                <a:latin typeface="Consolas" panose="020B0609020204030204" pitchFamily="49" charset="0"/>
              </a:rPr>
              <a:t>()</a:t>
            </a:r>
          </a:p>
          <a:p>
            <a:r>
              <a:rPr lang="tr-TR" sz="1200" dirty="0">
                <a:solidFill>
                  <a:srgbClr val="000000"/>
                </a:solidFill>
                <a:latin typeface="Consolas" panose="020B0609020204030204" pitchFamily="49" charset="0"/>
              </a:rPr>
              <a:t>        {</a:t>
            </a:r>
          </a:p>
          <a:p>
            <a:r>
              <a:rPr lang="tr-TR" sz="1200" dirty="0">
                <a:solidFill>
                  <a:srgbClr val="000000"/>
                </a:solidFill>
                <a:latin typeface="Consolas" panose="020B0609020204030204" pitchFamily="49" charset="0"/>
              </a:rPr>
              <a:t>            </a:t>
            </a:r>
            <a:r>
              <a:rPr lang="tr-TR" sz="1200" dirty="0" err="1">
                <a:solidFill>
                  <a:srgbClr val="000000"/>
                </a:solidFill>
                <a:latin typeface="Consolas" panose="020B0609020204030204" pitchFamily="49" charset="0"/>
              </a:rPr>
              <a:t>Console.WriteLine</a:t>
            </a:r>
            <a:r>
              <a:rPr lang="tr-TR" sz="1200" dirty="0">
                <a:solidFill>
                  <a:srgbClr val="000000"/>
                </a:solidFill>
                <a:latin typeface="Consolas" panose="020B0609020204030204" pitchFamily="49" charset="0"/>
              </a:rPr>
              <a:t>(</a:t>
            </a:r>
            <a:r>
              <a:rPr lang="tr-TR" sz="1200" dirty="0">
                <a:solidFill>
                  <a:srgbClr val="A31515"/>
                </a:solidFill>
                <a:latin typeface="Consolas" panose="020B0609020204030204" pitchFamily="49" charset="0"/>
              </a:rPr>
              <a:t>" Bina adını gir: "</a:t>
            </a:r>
            <a:r>
              <a:rPr lang="tr-TR" sz="1200" dirty="0">
                <a:solidFill>
                  <a:srgbClr val="000000"/>
                </a:solidFill>
                <a:latin typeface="Consolas" panose="020B0609020204030204" pitchFamily="49" charset="0"/>
              </a:rPr>
              <a:t>+</a:t>
            </a:r>
            <a:r>
              <a:rPr lang="tr-TR" sz="1200" dirty="0" err="1">
                <a:solidFill>
                  <a:srgbClr val="000000"/>
                </a:solidFill>
                <a:latin typeface="Consolas" panose="020B0609020204030204" pitchFamily="49" charset="0"/>
              </a:rPr>
              <a:t>binaAdi</a:t>
            </a:r>
            <a:r>
              <a:rPr lang="tr-TR" sz="1200" dirty="0">
                <a:solidFill>
                  <a:srgbClr val="000000"/>
                </a:solidFill>
                <a:latin typeface="Consolas" panose="020B0609020204030204" pitchFamily="49" charset="0"/>
              </a:rPr>
              <a:t>);</a:t>
            </a:r>
          </a:p>
          <a:p>
            <a:r>
              <a:rPr lang="fi-FI" sz="1200" dirty="0">
                <a:solidFill>
                  <a:srgbClr val="000000"/>
                </a:solidFill>
                <a:latin typeface="Consolas" panose="020B0609020204030204" pitchFamily="49" charset="0"/>
              </a:rPr>
              <a:t>            Console.WriteLine(</a:t>
            </a:r>
            <a:r>
              <a:rPr lang="fi-FI" sz="1200" dirty="0">
                <a:solidFill>
                  <a:srgbClr val="A31515"/>
                </a:solidFill>
                <a:latin typeface="Consolas" panose="020B0609020204030204" pitchFamily="49" charset="0"/>
              </a:rPr>
              <a:t>" Bulunduğu kat : "</a:t>
            </a:r>
            <a:r>
              <a:rPr lang="fi-FI" sz="1200" dirty="0">
                <a:solidFill>
                  <a:srgbClr val="000000"/>
                </a:solidFill>
                <a:latin typeface="Consolas" panose="020B0609020204030204" pitchFamily="49" charset="0"/>
              </a:rPr>
              <a:t>+kat);</a:t>
            </a:r>
          </a:p>
          <a:p>
            <a:r>
              <a:rPr lang="nn-NO" sz="1200" dirty="0">
                <a:solidFill>
                  <a:srgbClr val="000000"/>
                </a:solidFill>
                <a:latin typeface="Consolas" panose="020B0609020204030204" pitchFamily="49" charset="0"/>
              </a:rPr>
              <a:t>            </a:t>
            </a:r>
            <a:r>
              <a:rPr lang="nn-NO" sz="1200" dirty="0">
                <a:solidFill>
                  <a:srgbClr val="0000FF"/>
                </a:solidFill>
                <a:latin typeface="Consolas" panose="020B0609020204030204" pitchFamily="49" charset="0"/>
              </a:rPr>
              <a:t>for</a:t>
            </a:r>
            <a:r>
              <a:rPr lang="nn-NO" sz="1200" dirty="0">
                <a:solidFill>
                  <a:srgbClr val="000000"/>
                </a:solidFill>
                <a:latin typeface="Consolas" panose="020B0609020204030204" pitchFamily="49" charset="0"/>
              </a:rPr>
              <a:t> (</a:t>
            </a:r>
            <a:r>
              <a:rPr lang="nn-NO" sz="1200" dirty="0">
                <a:solidFill>
                  <a:srgbClr val="0000FF"/>
                </a:solidFill>
                <a:latin typeface="Consolas" panose="020B0609020204030204" pitchFamily="49" charset="0"/>
              </a:rPr>
              <a:t>int</a:t>
            </a:r>
            <a:r>
              <a:rPr lang="nn-NO" sz="1200" dirty="0">
                <a:solidFill>
                  <a:srgbClr val="000000"/>
                </a:solidFill>
                <a:latin typeface="Consolas" panose="020B0609020204030204" pitchFamily="49" charset="0"/>
              </a:rPr>
              <a:t> i = 0; i &lt; o.Length; i++)</a:t>
            </a:r>
          </a:p>
          <a:p>
            <a:r>
              <a:rPr lang="tr-TR" sz="1200" dirty="0">
                <a:solidFill>
                  <a:srgbClr val="000000"/>
                </a:solidFill>
                <a:latin typeface="Consolas" panose="020B0609020204030204" pitchFamily="49" charset="0"/>
              </a:rPr>
              <a:t>            {</a:t>
            </a:r>
          </a:p>
          <a:p>
            <a:r>
              <a:rPr lang="tr-TR" sz="1200" dirty="0">
                <a:solidFill>
                  <a:srgbClr val="000000"/>
                </a:solidFill>
                <a:latin typeface="Consolas" panose="020B0609020204030204" pitchFamily="49" charset="0"/>
              </a:rPr>
              <a:t>                o[i].</a:t>
            </a:r>
            <a:r>
              <a:rPr lang="tr-TR" sz="1200" dirty="0" err="1">
                <a:solidFill>
                  <a:srgbClr val="000000"/>
                </a:solidFill>
                <a:latin typeface="Consolas" panose="020B0609020204030204" pitchFamily="49" charset="0"/>
              </a:rPr>
              <a:t>yazdir</a:t>
            </a:r>
            <a:r>
              <a:rPr lang="tr-TR" sz="1200" dirty="0">
                <a:solidFill>
                  <a:srgbClr val="000000"/>
                </a:solidFill>
                <a:latin typeface="Consolas" panose="020B0609020204030204" pitchFamily="49" charset="0"/>
              </a:rPr>
              <a:t>();  </a:t>
            </a:r>
          </a:p>
          <a:p>
            <a:r>
              <a:rPr lang="tr-TR" sz="1200" dirty="0">
                <a:solidFill>
                  <a:srgbClr val="000000"/>
                </a:solidFill>
                <a:latin typeface="Consolas" panose="020B0609020204030204" pitchFamily="49" charset="0"/>
              </a:rPr>
              <a:t>            }</a:t>
            </a:r>
          </a:p>
          <a:p>
            <a:r>
              <a:rPr lang="tr-TR" sz="1200" dirty="0">
                <a:solidFill>
                  <a:srgbClr val="000000"/>
                </a:solidFill>
                <a:latin typeface="Consolas" panose="020B0609020204030204" pitchFamily="49" charset="0"/>
              </a:rPr>
              <a:t>        }</a:t>
            </a:r>
          </a:p>
          <a:p>
            <a:r>
              <a:rPr lang="tr-TR" sz="1200" dirty="0">
                <a:solidFill>
                  <a:srgbClr val="000000"/>
                </a:solidFill>
                <a:latin typeface="Consolas" panose="020B0609020204030204" pitchFamily="49" charset="0"/>
              </a:rPr>
              <a:t>        </a:t>
            </a:r>
            <a:r>
              <a:rPr lang="tr-TR" sz="1200" dirty="0" err="1">
                <a:solidFill>
                  <a:srgbClr val="0000FF"/>
                </a:solidFill>
                <a:latin typeface="Consolas" panose="020B0609020204030204" pitchFamily="49" charset="0"/>
              </a:rPr>
              <a:t>public</a:t>
            </a:r>
            <a:r>
              <a:rPr lang="tr-TR" sz="1200" dirty="0">
                <a:solidFill>
                  <a:srgbClr val="000000"/>
                </a:solidFill>
                <a:latin typeface="Consolas" panose="020B0609020204030204" pitchFamily="49" charset="0"/>
              </a:rPr>
              <a:t> </a:t>
            </a:r>
            <a:r>
              <a:rPr lang="tr-TR" sz="1200" dirty="0" err="1">
                <a:solidFill>
                  <a:srgbClr val="0000FF"/>
                </a:solidFill>
                <a:latin typeface="Consolas" panose="020B0609020204030204" pitchFamily="49" charset="0"/>
              </a:rPr>
              <a:t>void</a:t>
            </a:r>
            <a:r>
              <a:rPr lang="tr-TR" sz="1200" dirty="0">
                <a:solidFill>
                  <a:srgbClr val="000000"/>
                </a:solidFill>
                <a:latin typeface="Consolas" panose="020B0609020204030204" pitchFamily="49" charset="0"/>
              </a:rPr>
              <a:t> </a:t>
            </a:r>
            <a:r>
              <a:rPr lang="tr-TR" sz="1200" dirty="0" err="1">
                <a:solidFill>
                  <a:srgbClr val="000000"/>
                </a:solidFill>
                <a:latin typeface="Consolas" panose="020B0609020204030204" pitchFamily="49" charset="0"/>
              </a:rPr>
              <a:t>input</a:t>
            </a:r>
            <a:r>
              <a:rPr lang="tr-TR" sz="1200" dirty="0">
                <a:solidFill>
                  <a:srgbClr val="000000"/>
                </a:solidFill>
                <a:latin typeface="Consolas" panose="020B0609020204030204" pitchFamily="49" charset="0"/>
              </a:rPr>
              <a:t>()</a:t>
            </a:r>
          </a:p>
          <a:p>
            <a:r>
              <a:rPr lang="tr-TR" sz="1200" dirty="0">
                <a:solidFill>
                  <a:srgbClr val="000000"/>
                </a:solidFill>
                <a:latin typeface="Consolas" panose="020B0609020204030204" pitchFamily="49" charset="0"/>
              </a:rPr>
              <a:t>        {</a:t>
            </a:r>
          </a:p>
          <a:p>
            <a:r>
              <a:rPr lang="tr-TR" sz="1200" dirty="0">
                <a:solidFill>
                  <a:srgbClr val="000000"/>
                </a:solidFill>
                <a:latin typeface="Consolas" panose="020B0609020204030204" pitchFamily="49" charset="0"/>
              </a:rPr>
              <a:t>            </a:t>
            </a:r>
            <a:r>
              <a:rPr lang="tr-TR" sz="1200" dirty="0" err="1">
                <a:solidFill>
                  <a:srgbClr val="000000"/>
                </a:solidFill>
                <a:latin typeface="Consolas" panose="020B0609020204030204" pitchFamily="49" charset="0"/>
              </a:rPr>
              <a:t>Console.Write</a:t>
            </a:r>
            <a:r>
              <a:rPr lang="tr-TR" sz="1200" dirty="0">
                <a:solidFill>
                  <a:srgbClr val="000000"/>
                </a:solidFill>
                <a:latin typeface="Consolas" panose="020B0609020204030204" pitchFamily="49" charset="0"/>
              </a:rPr>
              <a:t>(</a:t>
            </a:r>
            <a:r>
              <a:rPr lang="tr-TR" sz="1200" dirty="0">
                <a:solidFill>
                  <a:srgbClr val="A31515"/>
                </a:solidFill>
                <a:latin typeface="Consolas" panose="020B0609020204030204" pitchFamily="49" charset="0"/>
              </a:rPr>
              <a:t>" Bina adını gir: "</a:t>
            </a:r>
            <a:r>
              <a:rPr lang="tr-TR" sz="1200" dirty="0">
                <a:solidFill>
                  <a:srgbClr val="000000"/>
                </a:solidFill>
                <a:latin typeface="Consolas" panose="020B0609020204030204" pitchFamily="49" charset="0"/>
              </a:rPr>
              <a:t>);</a:t>
            </a:r>
          </a:p>
          <a:p>
            <a:r>
              <a:rPr lang="tr-TR" sz="1200" dirty="0">
                <a:solidFill>
                  <a:srgbClr val="000000"/>
                </a:solidFill>
                <a:latin typeface="Consolas" panose="020B0609020204030204" pitchFamily="49" charset="0"/>
              </a:rPr>
              <a:t>            </a:t>
            </a:r>
            <a:r>
              <a:rPr lang="tr-TR" sz="1200" dirty="0" err="1">
                <a:solidFill>
                  <a:srgbClr val="000000"/>
                </a:solidFill>
                <a:latin typeface="Consolas" panose="020B0609020204030204" pitchFamily="49" charset="0"/>
              </a:rPr>
              <a:t>binaAdi</a:t>
            </a:r>
            <a:r>
              <a:rPr lang="tr-TR" sz="1200" dirty="0">
                <a:solidFill>
                  <a:srgbClr val="000000"/>
                </a:solidFill>
                <a:latin typeface="Consolas" panose="020B0609020204030204" pitchFamily="49" charset="0"/>
              </a:rPr>
              <a:t> = </a:t>
            </a:r>
            <a:r>
              <a:rPr lang="tr-TR" sz="1200" dirty="0" err="1">
                <a:solidFill>
                  <a:srgbClr val="000000"/>
                </a:solidFill>
                <a:latin typeface="Consolas" panose="020B0609020204030204" pitchFamily="49" charset="0"/>
              </a:rPr>
              <a:t>Console.ReadLine</a:t>
            </a:r>
            <a:r>
              <a:rPr lang="tr-TR" sz="1200" dirty="0">
                <a:solidFill>
                  <a:srgbClr val="000000"/>
                </a:solidFill>
                <a:latin typeface="Consolas" panose="020B0609020204030204" pitchFamily="49" charset="0"/>
              </a:rPr>
              <a:t>();</a:t>
            </a:r>
          </a:p>
          <a:p>
            <a:r>
              <a:rPr lang="tr-TR" sz="1200" dirty="0">
                <a:solidFill>
                  <a:srgbClr val="000000"/>
                </a:solidFill>
                <a:latin typeface="Consolas" panose="020B0609020204030204" pitchFamily="49" charset="0"/>
              </a:rPr>
              <a:t>            </a:t>
            </a:r>
            <a:r>
              <a:rPr lang="tr-TR" sz="1200" dirty="0" err="1">
                <a:solidFill>
                  <a:srgbClr val="000000"/>
                </a:solidFill>
                <a:latin typeface="Consolas" panose="020B0609020204030204" pitchFamily="49" charset="0"/>
              </a:rPr>
              <a:t>Console.Write</a:t>
            </a:r>
            <a:r>
              <a:rPr lang="tr-TR" sz="1200" dirty="0">
                <a:solidFill>
                  <a:srgbClr val="000000"/>
                </a:solidFill>
                <a:latin typeface="Consolas" panose="020B0609020204030204" pitchFamily="49" charset="0"/>
              </a:rPr>
              <a:t>(</a:t>
            </a:r>
            <a:r>
              <a:rPr lang="tr-TR" sz="1200" dirty="0">
                <a:solidFill>
                  <a:srgbClr val="A31515"/>
                </a:solidFill>
                <a:latin typeface="Consolas" panose="020B0609020204030204" pitchFamily="49" charset="0"/>
              </a:rPr>
              <a:t>" Bina adını gir: "</a:t>
            </a:r>
            <a:r>
              <a:rPr lang="tr-TR" sz="1200" dirty="0">
                <a:solidFill>
                  <a:srgbClr val="000000"/>
                </a:solidFill>
                <a:latin typeface="Consolas" panose="020B0609020204030204" pitchFamily="49" charset="0"/>
              </a:rPr>
              <a:t>);</a:t>
            </a:r>
          </a:p>
          <a:p>
            <a:r>
              <a:rPr lang="it-IT" sz="1200" dirty="0">
                <a:solidFill>
                  <a:srgbClr val="000000"/>
                </a:solidFill>
                <a:latin typeface="Consolas" panose="020B0609020204030204" pitchFamily="49" charset="0"/>
              </a:rPr>
              <a:t>            kat = </a:t>
            </a:r>
            <a:r>
              <a:rPr lang="it-IT" sz="1200" dirty="0">
                <a:solidFill>
                  <a:srgbClr val="0000FF"/>
                </a:solidFill>
                <a:latin typeface="Consolas" panose="020B0609020204030204" pitchFamily="49" charset="0"/>
              </a:rPr>
              <a:t>int</a:t>
            </a:r>
            <a:r>
              <a:rPr lang="it-IT" sz="1200" dirty="0">
                <a:solidFill>
                  <a:srgbClr val="000000"/>
                </a:solidFill>
                <a:latin typeface="Consolas" panose="020B0609020204030204" pitchFamily="49" charset="0"/>
              </a:rPr>
              <a:t>.Parse(Console.ReadLine());</a:t>
            </a:r>
          </a:p>
          <a:p>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Console.Write</a:t>
            </a:r>
            <a:r>
              <a:rPr lang="en-US" sz="1200" dirty="0">
                <a:solidFill>
                  <a:srgbClr val="000000"/>
                </a:solidFill>
                <a:latin typeface="Consolas" panose="020B0609020204030204" pitchFamily="49" charset="0"/>
              </a:rPr>
              <a:t>(</a:t>
            </a:r>
            <a:r>
              <a:rPr lang="en-US" sz="1200" dirty="0">
                <a:solidFill>
                  <a:srgbClr val="A31515"/>
                </a:solidFill>
                <a:latin typeface="Consolas" panose="020B0609020204030204" pitchFamily="49" charset="0"/>
              </a:rPr>
              <a:t>" how many rooms?(less then 5"</a:t>
            </a:r>
            <a:r>
              <a:rPr lang="en-US" sz="1200" dirty="0">
                <a:solidFill>
                  <a:srgbClr val="000000"/>
                </a:solidFill>
                <a:latin typeface="Consolas" panose="020B0609020204030204" pitchFamily="49" charset="0"/>
              </a:rPr>
              <a:t>);</a:t>
            </a:r>
          </a:p>
          <a:p>
            <a:r>
              <a:rPr lang="tr-TR" sz="1200" dirty="0">
                <a:solidFill>
                  <a:srgbClr val="000000"/>
                </a:solidFill>
                <a:latin typeface="Consolas" panose="020B0609020204030204" pitchFamily="49" charset="0"/>
              </a:rPr>
              <a:t>            </a:t>
            </a:r>
            <a:r>
              <a:rPr lang="tr-TR" sz="1200" dirty="0" err="1">
                <a:solidFill>
                  <a:srgbClr val="0000FF"/>
                </a:solidFill>
                <a:latin typeface="Consolas" panose="020B0609020204030204" pitchFamily="49" charset="0"/>
              </a:rPr>
              <a:t>int</a:t>
            </a:r>
            <a:r>
              <a:rPr lang="tr-TR" sz="1200" dirty="0">
                <a:solidFill>
                  <a:srgbClr val="000000"/>
                </a:solidFill>
                <a:latin typeface="Consolas" panose="020B0609020204030204" pitchFamily="49" charset="0"/>
              </a:rPr>
              <a:t> n = </a:t>
            </a:r>
            <a:r>
              <a:rPr lang="tr-TR" sz="1200" dirty="0" err="1">
                <a:solidFill>
                  <a:srgbClr val="0000FF"/>
                </a:solidFill>
                <a:latin typeface="Consolas" panose="020B0609020204030204" pitchFamily="49" charset="0"/>
              </a:rPr>
              <a:t>int</a:t>
            </a:r>
            <a:r>
              <a:rPr lang="tr-TR" sz="1200" dirty="0" err="1">
                <a:solidFill>
                  <a:srgbClr val="000000"/>
                </a:solidFill>
                <a:latin typeface="Consolas" panose="020B0609020204030204" pitchFamily="49" charset="0"/>
              </a:rPr>
              <a:t>.Parse</a:t>
            </a:r>
            <a:r>
              <a:rPr lang="tr-TR" sz="1200" dirty="0">
                <a:solidFill>
                  <a:srgbClr val="000000"/>
                </a:solidFill>
                <a:latin typeface="Consolas" panose="020B0609020204030204" pitchFamily="49" charset="0"/>
              </a:rPr>
              <a:t>(</a:t>
            </a:r>
            <a:r>
              <a:rPr lang="tr-TR" sz="1200" dirty="0" err="1">
                <a:solidFill>
                  <a:srgbClr val="000000"/>
                </a:solidFill>
                <a:latin typeface="Consolas" panose="020B0609020204030204" pitchFamily="49" charset="0"/>
              </a:rPr>
              <a:t>Console.ReadLine</a:t>
            </a:r>
            <a:r>
              <a:rPr lang="tr-TR" sz="1200" dirty="0">
                <a:solidFill>
                  <a:srgbClr val="000000"/>
                </a:solidFill>
                <a:latin typeface="Consolas" panose="020B0609020204030204" pitchFamily="49" charset="0"/>
              </a:rPr>
              <a:t>());</a:t>
            </a:r>
          </a:p>
          <a:p>
            <a:r>
              <a:rPr lang="nn-NO" sz="1200" dirty="0">
                <a:solidFill>
                  <a:srgbClr val="000000"/>
                </a:solidFill>
                <a:latin typeface="Consolas" panose="020B0609020204030204" pitchFamily="49" charset="0"/>
              </a:rPr>
              <a:t>            </a:t>
            </a:r>
            <a:r>
              <a:rPr lang="nn-NO" sz="1200" dirty="0">
                <a:solidFill>
                  <a:srgbClr val="0000FF"/>
                </a:solidFill>
                <a:latin typeface="Consolas" panose="020B0609020204030204" pitchFamily="49" charset="0"/>
              </a:rPr>
              <a:t>for</a:t>
            </a:r>
            <a:r>
              <a:rPr lang="nn-NO" sz="1200" dirty="0">
                <a:solidFill>
                  <a:srgbClr val="000000"/>
                </a:solidFill>
                <a:latin typeface="Consolas" panose="020B0609020204030204" pitchFamily="49" charset="0"/>
              </a:rPr>
              <a:t> (</a:t>
            </a:r>
            <a:r>
              <a:rPr lang="nn-NO" sz="1200" dirty="0">
                <a:solidFill>
                  <a:srgbClr val="0000FF"/>
                </a:solidFill>
                <a:latin typeface="Consolas" panose="020B0609020204030204" pitchFamily="49" charset="0"/>
              </a:rPr>
              <a:t>int</a:t>
            </a:r>
            <a:r>
              <a:rPr lang="nn-NO" sz="1200" dirty="0">
                <a:solidFill>
                  <a:srgbClr val="000000"/>
                </a:solidFill>
                <a:latin typeface="Consolas" panose="020B0609020204030204" pitchFamily="49" charset="0"/>
              </a:rPr>
              <a:t> i = 0; i &lt; n; i++)</a:t>
            </a:r>
          </a:p>
          <a:p>
            <a:r>
              <a:rPr lang="tr-TR" sz="1200" dirty="0">
                <a:solidFill>
                  <a:srgbClr val="000000"/>
                </a:solidFill>
                <a:latin typeface="Consolas" panose="020B0609020204030204" pitchFamily="49" charset="0"/>
              </a:rPr>
              <a:t>            {</a:t>
            </a:r>
          </a:p>
          <a:p>
            <a:r>
              <a:rPr lang="tr-TR" sz="1200" dirty="0">
                <a:solidFill>
                  <a:srgbClr val="000000"/>
                </a:solidFill>
                <a:latin typeface="Consolas" panose="020B0609020204030204" pitchFamily="49" charset="0"/>
              </a:rPr>
              <a:t>                o[i].</a:t>
            </a:r>
            <a:r>
              <a:rPr lang="tr-TR" sz="1200" dirty="0" err="1">
                <a:solidFill>
                  <a:srgbClr val="000000"/>
                </a:solidFill>
                <a:latin typeface="Consolas" panose="020B0609020204030204" pitchFamily="49" charset="0"/>
              </a:rPr>
              <a:t>input</a:t>
            </a:r>
            <a:r>
              <a:rPr lang="tr-TR" sz="1200" dirty="0">
                <a:solidFill>
                  <a:srgbClr val="000000"/>
                </a:solidFill>
                <a:latin typeface="Consolas" panose="020B0609020204030204" pitchFamily="49" charset="0"/>
              </a:rPr>
              <a:t>();</a:t>
            </a:r>
          </a:p>
          <a:p>
            <a:r>
              <a:rPr lang="tr-TR" sz="1200" dirty="0">
                <a:solidFill>
                  <a:srgbClr val="000000"/>
                </a:solidFill>
                <a:latin typeface="Consolas" panose="020B0609020204030204" pitchFamily="49" charset="0"/>
              </a:rPr>
              <a:t>            }</a:t>
            </a:r>
          </a:p>
          <a:p>
            <a:r>
              <a:rPr lang="tr-TR" sz="1200" dirty="0">
                <a:solidFill>
                  <a:srgbClr val="000000"/>
                </a:solidFill>
                <a:latin typeface="Consolas" panose="020B0609020204030204" pitchFamily="49" charset="0"/>
              </a:rPr>
              <a:t>        }</a:t>
            </a:r>
          </a:p>
          <a:p>
            <a:r>
              <a:rPr lang="tr-TR" sz="1200" dirty="0">
                <a:solidFill>
                  <a:srgbClr val="000000"/>
                </a:solidFill>
                <a:latin typeface="Consolas" panose="020B0609020204030204" pitchFamily="49" charset="0"/>
              </a:rPr>
              <a:t>        ~</a:t>
            </a:r>
            <a:r>
              <a:rPr lang="tr-TR" sz="1200" dirty="0">
                <a:solidFill>
                  <a:srgbClr val="2B91AF"/>
                </a:solidFill>
                <a:latin typeface="Consolas" panose="020B0609020204030204" pitchFamily="49" charset="0"/>
              </a:rPr>
              <a:t>Daire</a:t>
            </a:r>
            <a:r>
              <a:rPr lang="tr-TR" sz="1200" dirty="0">
                <a:solidFill>
                  <a:srgbClr val="000000"/>
                </a:solidFill>
                <a:latin typeface="Consolas" panose="020B0609020204030204" pitchFamily="49" charset="0"/>
              </a:rPr>
              <a:t>()</a:t>
            </a:r>
          </a:p>
          <a:p>
            <a:r>
              <a:rPr lang="tr-TR" sz="1200" dirty="0">
                <a:solidFill>
                  <a:srgbClr val="000000"/>
                </a:solidFill>
                <a:latin typeface="Consolas" panose="020B0609020204030204" pitchFamily="49" charset="0"/>
              </a:rPr>
              <a:t>        { }</a:t>
            </a:r>
          </a:p>
          <a:p>
            <a:r>
              <a:rPr lang="tr-TR" sz="1200" dirty="0">
                <a:solidFill>
                  <a:srgbClr val="000000"/>
                </a:solidFill>
                <a:latin typeface="Consolas" panose="020B0609020204030204" pitchFamily="49" charset="0"/>
              </a:rPr>
              <a:t>    }</a:t>
            </a:r>
            <a:endParaRPr lang="tr-TR" sz="3200" dirty="0"/>
          </a:p>
        </p:txBody>
      </p:sp>
      <p:sp>
        <p:nvSpPr>
          <p:cNvPr id="6" name="Dikdörtgen 5">
            <a:extLst>
              <a:ext uri="{FF2B5EF4-FFF2-40B4-BE49-F238E27FC236}">
                <a16:creationId xmlns:a16="http://schemas.microsoft.com/office/drawing/2014/main" id="{84AA8F6C-2102-4605-BF89-B43FDD3FC311}"/>
              </a:ext>
            </a:extLst>
          </p:cNvPr>
          <p:cNvSpPr/>
          <p:nvPr/>
        </p:nvSpPr>
        <p:spPr>
          <a:xfrm>
            <a:off x="1928283" y="4290442"/>
            <a:ext cx="9861550" cy="2292935"/>
          </a:xfrm>
          <a:prstGeom prst="rect">
            <a:avLst/>
          </a:prstGeom>
          <a:solidFill>
            <a:schemeClr val="bg1">
              <a:lumMod val="20000"/>
              <a:lumOff val="80000"/>
            </a:schemeClr>
          </a:solidFill>
        </p:spPr>
        <p:txBody>
          <a:bodyPr wrap="square">
            <a:spAutoFit/>
          </a:bodyPr>
          <a:lstStyle/>
          <a:p>
            <a:r>
              <a:rPr lang="tr-TR" sz="1100" dirty="0">
                <a:solidFill>
                  <a:srgbClr val="000000"/>
                </a:solidFill>
                <a:latin typeface="Consolas" panose="020B0609020204030204" pitchFamily="49" charset="0"/>
              </a:rPr>
              <a:t> </a:t>
            </a:r>
            <a:r>
              <a:rPr lang="tr-TR" sz="1100" dirty="0" err="1">
                <a:solidFill>
                  <a:srgbClr val="0000FF"/>
                </a:solidFill>
                <a:latin typeface="Consolas" panose="020B0609020204030204" pitchFamily="49" charset="0"/>
              </a:rPr>
              <a:t>class</a:t>
            </a:r>
            <a:r>
              <a:rPr lang="tr-TR" sz="1100" dirty="0">
                <a:solidFill>
                  <a:srgbClr val="000000"/>
                </a:solidFill>
                <a:latin typeface="Consolas" panose="020B0609020204030204" pitchFamily="49" charset="0"/>
              </a:rPr>
              <a:t> </a:t>
            </a:r>
            <a:r>
              <a:rPr lang="tr-TR" sz="1100" dirty="0">
                <a:solidFill>
                  <a:srgbClr val="2B91AF"/>
                </a:solidFill>
                <a:latin typeface="Consolas" panose="020B0609020204030204" pitchFamily="49" charset="0"/>
              </a:rPr>
              <a:t>Program</a:t>
            </a:r>
            <a:endParaRPr lang="tr-TR" sz="1100" dirty="0">
              <a:solidFill>
                <a:srgbClr val="000000"/>
              </a:solidFill>
              <a:latin typeface="Consolas" panose="020B0609020204030204" pitchFamily="49" charset="0"/>
            </a:endParaRPr>
          </a:p>
          <a:p>
            <a:r>
              <a:rPr lang="tr-TR" sz="1100" dirty="0">
                <a:solidFill>
                  <a:srgbClr val="000000"/>
                </a:solidFill>
                <a:latin typeface="Consolas" panose="020B0609020204030204" pitchFamily="49" charset="0"/>
              </a:rPr>
              <a:t>    {</a:t>
            </a:r>
          </a:p>
          <a:p>
            <a:r>
              <a:rPr lang="en-US" sz="1100" dirty="0">
                <a:solidFill>
                  <a:srgbClr val="000000"/>
                </a:solidFill>
                <a:latin typeface="Consolas" panose="020B0609020204030204" pitchFamily="49" charset="0"/>
              </a:rPr>
              <a:t>        </a:t>
            </a:r>
            <a:r>
              <a:rPr lang="en-US" sz="1100" dirty="0">
                <a:solidFill>
                  <a:srgbClr val="0000FF"/>
                </a:solidFill>
                <a:latin typeface="Consolas" panose="020B0609020204030204" pitchFamily="49" charset="0"/>
              </a:rPr>
              <a:t>static</a:t>
            </a:r>
            <a:r>
              <a:rPr lang="en-US" sz="1100" dirty="0">
                <a:solidFill>
                  <a:srgbClr val="000000"/>
                </a:solidFill>
                <a:latin typeface="Consolas" panose="020B0609020204030204" pitchFamily="49" charset="0"/>
              </a:rPr>
              <a:t> </a:t>
            </a:r>
            <a:r>
              <a:rPr lang="en-US" sz="1100" dirty="0">
                <a:solidFill>
                  <a:srgbClr val="0000FF"/>
                </a:solidFill>
                <a:latin typeface="Consolas" panose="020B0609020204030204" pitchFamily="49" charset="0"/>
              </a:rPr>
              <a:t>void</a:t>
            </a:r>
            <a:r>
              <a:rPr lang="en-US" sz="1100" dirty="0">
                <a:solidFill>
                  <a:srgbClr val="000000"/>
                </a:solidFill>
                <a:latin typeface="Consolas" panose="020B0609020204030204" pitchFamily="49" charset="0"/>
              </a:rPr>
              <a:t> Main(</a:t>
            </a:r>
            <a:r>
              <a:rPr lang="en-US" sz="1100" dirty="0">
                <a:solidFill>
                  <a:srgbClr val="0000FF"/>
                </a:solidFill>
                <a:latin typeface="Consolas" panose="020B0609020204030204" pitchFamily="49" charset="0"/>
              </a:rPr>
              <a:t>string</a:t>
            </a:r>
            <a:r>
              <a:rPr lang="en-US" sz="1100" dirty="0">
                <a:solidFill>
                  <a:srgbClr val="000000"/>
                </a:solidFill>
                <a:latin typeface="Consolas" panose="020B0609020204030204" pitchFamily="49" charset="0"/>
              </a:rPr>
              <a:t>[] </a:t>
            </a:r>
            <a:r>
              <a:rPr lang="en-US" sz="1100" dirty="0" err="1">
                <a:solidFill>
                  <a:srgbClr val="000000"/>
                </a:solidFill>
                <a:latin typeface="Consolas" panose="020B0609020204030204" pitchFamily="49" charset="0"/>
              </a:rPr>
              <a:t>args</a:t>
            </a:r>
            <a:r>
              <a:rPr lang="en-US" sz="1100" dirty="0">
                <a:solidFill>
                  <a:srgbClr val="000000"/>
                </a:solidFill>
                <a:latin typeface="Consolas" panose="020B0609020204030204" pitchFamily="49" charset="0"/>
              </a:rPr>
              <a:t>)</a:t>
            </a:r>
          </a:p>
          <a:p>
            <a:r>
              <a:rPr lang="tr-TR" sz="1100" dirty="0">
                <a:solidFill>
                  <a:srgbClr val="000000"/>
                </a:solidFill>
                <a:latin typeface="Consolas" panose="020B0609020204030204" pitchFamily="49" charset="0"/>
              </a:rPr>
              <a:t>        {</a:t>
            </a:r>
          </a:p>
          <a:p>
            <a:r>
              <a:rPr lang="tr-TR" sz="1100" dirty="0">
                <a:solidFill>
                  <a:srgbClr val="000000"/>
                </a:solidFill>
                <a:latin typeface="Consolas" panose="020B0609020204030204" pitchFamily="49" charset="0"/>
              </a:rPr>
              <a:t>            </a:t>
            </a:r>
            <a:r>
              <a:rPr lang="tr-TR" sz="1100" dirty="0">
                <a:solidFill>
                  <a:srgbClr val="008000"/>
                </a:solidFill>
                <a:latin typeface="Consolas" panose="020B0609020204030204" pitchFamily="49" charset="0"/>
              </a:rPr>
              <a:t>//Oda[] od = </a:t>
            </a:r>
            <a:r>
              <a:rPr lang="tr-TR" sz="1100" dirty="0" err="1">
                <a:solidFill>
                  <a:srgbClr val="008000"/>
                </a:solidFill>
                <a:latin typeface="Consolas" panose="020B0609020204030204" pitchFamily="49" charset="0"/>
              </a:rPr>
              <a:t>new</a:t>
            </a:r>
            <a:r>
              <a:rPr lang="tr-TR" sz="1100" dirty="0">
                <a:solidFill>
                  <a:srgbClr val="008000"/>
                </a:solidFill>
                <a:latin typeface="Consolas" panose="020B0609020204030204" pitchFamily="49" charset="0"/>
              </a:rPr>
              <a:t> Oda[3] { </a:t>
            </a:r>
            <a:r>
              <a:rPr lang="tr-TR" sz="1100" dirty="0" err="1">
                <a:solidFill>
                  <a:srgbClr val="008000"/>
                </a:solidFill>
                <a:latin typeface="Consolas" panose="020B0609020204030204" pitchFamily="49" charset="0"/>
              </a:rPr>
              <a:t>new</a:t>
            </a:r>
            <a:r>
              <a:rPr lang="tr-TR" sz="1100" dirty="0">
                <a:solidFill>
                  <a:srgbClr val="008000"/>
                </a:solidFill>
                <a:latin typeface="Consolas" panose="020B0609020204030204" pitchFamily="49" charset="0"/>
              </a:rPr>
              <a:t> Oda("</a:t>
            </a:r>
            <a:r>
              <a:rPr lang="tr-TR" sz="1100" dirty="0" err="1">
                <a:solidFill>
                  <a:srgbClr val="008000"/>
                </a:solidFill>
                <a:latin typeface="Consolas" panose="020B0609020204030204" pitchFamily="49" charset="0"/>
              </a:rPr>
              <a:t>abc</a:t>
            </a:r>
            <a:r>
              <a:rPr lang="tr-TR" sz="1100" dirty="0">
                <a:solidFill>
                  <a:srgbClr val="008000"/>
                </a:solidFill>
                <a:latin typeface="Consolas" panose="020B0609020204030204" pitchFamily="49" charset="0"/>
              </a:rPr>
              <a:t>", 10, 20, 10), </a:t>
            </a:r>
            <a:r>
              <a:rPr lang="tr-TR" sz="1100" dirty="0" err="1">
                <a:solidFill>
                  <a:srgbClr val="008000"/>
                </a:solidFill>
                <a:latin typeface="Consolas" panose="020B0609020204030204" pitchFamily="49" charset="0"/>
              </a:rPr>
              <a:t>new</a:t>
            </a:r>
            <a:r>
              <a:rPr lang="tr-TR" sz="1100" dirty="0">
                <a:solidFill>
                  <a:srgbClr val="008000"/>
                </a:solidFill>
                <a:latin typeface="Consolas" panose="020B0609020204030204" pitchFamily="49" charset="0"/>
              </a:rPr>
              <a:t> Oda("</a:t>
            </a:r>
            <a:r>
              <a:rPr lang="tr-TR" sz="1100" dirty="0" err="1">
                <a:solidFill>
                  <a:srgbClr val="008000"/>
                </a:solidFill>
                <a:latin typeface="Consolas" panose="020B0609020204030204" pitchFamily="49" charset="0"/>
              </a:rPr>
              <a:t>abc</a:t>
            </a:r>
            <a:r>
              <a:rPr lang="tr-TR" sz="1100" dirty="0">
                <a:solidFill>
                  <a:srgbClr val="008000"/>
                </a:solidFill>
                <a:latin typeface="Consolas" panose="020B0609020204030204" pitchFamily="49" charset="0"/>
              </a:rPr>
              <a:t>", 10, 20, 10), </a:t>
            </a:r>
            <a:r>
              <a:rPr lang="tr-TR" sz="1100" dirty="0" err="1">
                <a:solidFill>
                  <a:srgbClr val="008000"/>
                </a:solidFill>
                <a:latin typeface="Consolas" panose="020B0609020204030204" pitchFamily="49" charset="0"/>
              </a:rPr>
              <a:t>new</a:t>
            </a:r>
            <a:r>
              <a:rPr lang="tr-TR" sz="1100" dirty="0">
                <a:solidFill>
                  <a:srgbClr val="008000"/>
                </a:solidFill>
                <a:latin typeface="Consolas" panose="020B0609020204030204" pitchFamily="49" charset="0"/>
              </a:rPr>
              <a:t> Oda("</a:t>
            </a:r>
            <a:r>
              <a:rPr lang="tr-TR" sz="1100" dirty="0" err="1">
                <a:solidFill>
                  <a:srgbClr val="008000"/>
                </a:solidFill>
                <a:latin typeface="Consolas" panose="020B0609020204030204" pitchFamily="49" charset="0"/>
              </a:rPr>
              <a:t>abc</a:t>
            </a:r>
            <a:r>
              <a:rPr lang="tr-TR" sz="1100" dirty="0">
                <a:solidFill>
                  <a:srgbClr val="008000"/>
                </a:solidFill>
                <a:latin typeface="Consolas" panose="020B0609020204030204" pitchFamily="49" charset="0"/>
              </a:rPr>
              <a:t>", 10, 20, 10) };</a:t>
            </a:r>
            <a:endParaRPr lang="tr-TR" sz="1100" dirty="0">
              <a:solidFill>
                <a:srgbClr val="000000"/>
              </a:solidFill>
              <a:latin typeface="Consolas" panose="020B0609020204030204" pitchFamily="49" charset="0"/>
            </a:endParaRPr>
          </a:p>
          <a:p>
            <a:r>
              <a:rPr lang="tr-TR" sz="1100" dirty="0">
                <a:solidFill>
                  <a:srgbClr val="000000"/>
                </a:solidFill>
                <a:latin typeface="Consolas" panose="020B0609020204030204" pitchFamily="49" charset="0"/>
              </a:rPr>
              <a:t>            Daire d1 = </a:t>
            </a:r>
            <a:r>
              <a:rPr lang="tr-TR" sz="1100" dirty="0" err="1">
                <a:solidFill>
                  <a:srgbClr val="0000FF"/>
                </a:solidFill>
                <a:latin typeface="Consolas" panose="020B0609020204030204" pitchFamily="49" charset="0"/>
              </a:rPr>
              <a:t>new</a:t>
            </a:r>
            <a:r>
              <a:rPr lang="tr-TR" sz="1100" dirty="0">
                <a:solidFill>
                  <a:srgbClr val="000000"/>
                </a:solidFill>
                <a:latin typeface="Consolas" panose="020B0609020204030204" pitchFamily="49" charset="0"/>
              </a:rPr>
              <a:t> Daire();</a:t>
            </a:r>
          </a:p>
          <a:p>
            <a:r>
              <a:rPr lang="tr-TR" sz="1100" dirty="0">
                <a:solidFill>
                  <a:srgbClr val="000000"/>
                </a:solidFill>
                <a:latin typeface="Consolas" panose="020B0609020204030204" pitchFamily="49" charset="0"/>
              </a:rPr>
              <a:t>            d1.input();</a:t>
            </a:r>
          </a:p>
          <a:p>
            <a:r>
              <a:rPr lang="tr-TR" sz="1100" dirty="0">
                <a:solidFill>
                  <a:srgbClr val="000000"/>
                </a:solidFill>
                <a:latin typeface="Consolas" panose="020B0609020204030204" pitchFamily="49" charset="0"/>
              </a:rPr>
              <a:t>            d1.yazdir();</a:t>
            </a:r>
          </a:p>
          <a:p>
            <a:r>
              <a:rPr lang="en-US" sz="1100" dirty="0">
                <a:solidFill>
                  <a:srgbClr val="000000"/>
                </a:solidFill>
                <a:latin typeface="Consolas" panose="020B0609020204030204" pitchFamily="49" charset="0"/>
              </a:rPr>
              <a:t>            </a:t>
            </a:r>
            <a:r>
              <a:rPr lang="en-US" sz="1100" dirty="0" err="1">
                <a:solidFill>
                  <a:srgbClr val="000000"/>
                </a:solidFill>
                <a:latin typeface="Consolas" panose="020B0609020204030204" pitchFamily="49" charset="0"/>
              </a:rPr>
              <a:t>Daire</a:t>
            </a:r>
            <a:r>
              <a:rPr lang="en-US" sz="1100" dirty="0">
                <a:solidFill>
                  <a:srgbClr val="000000"/>
                </a:solidFill>
                <a:latin typeface="Consolas" panose="020B0609020204030204" pitchFamily="49" charset="0"/>
              </a:rPr>
              <a:t> d2 = </a:t>
            </a:r>
            <a:r>
              <a:rPr lang="en-US" sz="1100" dirty="0">
                <a:solidFill>
                  <a:srgbClr val="0000FF"/>
                </a:solidFill>
                <a:latin typeface="Consolas" panose="020B0609020204030204" pitchFamily="49" charset="0"/>
              </a:rPr>
              <a:t>new</a:t>
            </a:r>
            <a:r>
              <a:rPr lang="en-US" sz="1100" dirty="0">
                <a:solidFill>
                  <a:srgbClr val="000000"/>
                </a:solidFill>
                <a:latin typeface="Consolas" panose="020B0609020204030204" pitchFamily="49" charset="0"/>
              </a:rPr>
              <a:t> </a:t>
            </a:r>
            <a:r>
              <a:rPr lang="en-US" sz="1100" dirty="0" err="1">
                <a:solidFill>
                  <a:srgbClr val="000000"/>
                </a:solidFill>
                <a:latin typeface="Consolas" panose="020B0609020204030204" pitchFamily="49" charset="0"/>
              </a:rPr>
              <a:t>Daire</a:t>
            </a:r>
            <a:r>
              <a:rPr lang="en-US" sz="1100" dirty="0">
                <a:solidFill>
                  <a:srgbClr val="000000"/>
                </a:solidFill>
                <a:latin typeface="Consolas" panose="020B0609020204030204" pitchFamily="49" charset="0"/>
              </a:rPr>
              <a:t>(</a:t>
            </a:r>
            <a:r>
              <a:rPr lang="en-US" sz="1100" dirty="0">
                <a:solidFill>
                  <a:srgbClr val="A31515"/>
                </a:solidFill>
                <a:latin typeface="Consolas" panose="020B0609020204030204" pitchFamily="49" charset="0"/>
              </a:rPr>
              <a:t>" </a:t>
            </a:r>
            <a:r>
              <a:rPr lang="en-US" sz="1100" dirty="0" err="1">
                <a:solidFill>
                  <a:srgbClr val="A31515"/>
                </a:solidFill>
                <a:latin typeface="Consolas" panose="020B0609020204030204" pitchFamily="49" charset="0"/>
              </a:rPr>
              <a:t>yasemin</a:t>
            </a:r>
            <a:r>
              <a:rPr lang="en-US" sz="1100" dirty="0">
                <a:solidFill>
                  <a:srgbClr val="A31515"/>
                </a:solidFill>
                <a:latin typeface="Consolas" panose="020B0609020204030204" pitchFamily="49" charset="0"/>
              </a:rPr>
              <a:t> "</a:t>
            </a:r>
            <a:r>
              <a:rPr lang="en-US" sz="1100" dirty="0">
                <a:solidFill>
                  <a:srgbClr val="000000"/>
                </a:solidFill>
                <a:latin typeface="Consolas" panose="020B0609020204030204" pitchFamily="49" charset="0"/>
              </a:rPr>
              <a:t>,2,3);</a:t>
            </a:r>
          </a:p>
          <a:p>
            <a:r>
              <a:rPr lang="tr-TR" sz="1100" dirty="0">
                <a:solidFill>
                  <a:srgbClr val="000000"/>
                </a:solidFill>
                <a:latin typeface="Consolas" panose="020B0609020204030204" pitchFamily="49" charset="0"/>
              </a:rPr>
              <a:t>            d2.yazdir();           </a:t>
            </a:r>
          </a:p>
          <a:p>
            <a:r>
              <a:rPr lang="tr-TR" sz="1100" dirty="0">
                <a:solidFill>
                  <a:srgbClr val="000000"/>
                </a:solidFill>
                <a:latin typeface="Consolas" panose="020B0609020204030204" pitchFamily="49" charset="0"/>
              </a:rPr>
              <a:t>        }</a:t>
            </a:r>
          </a:p>
          <a:p>
            <a:r>
              <a:rPr lang="tr-TR" sz="1100" dirty="0">
                <a:solidFill>
                  <a:srgbClr val="000000"/>
                </a:solidFill>
                <a:latin typeface="Consolas" panose="020B0609020204030204" pitchFamily="49" charset="0"/>
              </a:rPr>
              <a:t>    }</a:t>
            </a:r>
          </a:p>
          <a:p>
            <a:r>
              <a:rPr lang="tr-TR" sz="1100" dirty="0">
                <a:solidFill>
                  <a:srgbClr val="000000"/>
                </a:solidFill>
                <a:latin typeface="Consolas" panose="020B0609020204030204" pitchFamily="49" charset="0"/>
              </a:rPr>
              <a:t>}</a:t>
            </a:r>
            <a:endParaRPr lang="tr-TR" sz="2800" dirty="0"/>
          </a:p>
        </p:txBody>
      </p:sp>
      <p:pic>
        <p:nvPicPr>
          <p:cNvPr id="7" name="Resim 6">
            <a:extLst>
              <a:ext uri="{FF2B5EF4-FFF2-40B4-BE49-F238E27FC236}">
                <a16:creationId xmlns:a16="http://schemas.microsoft.com/office/drawing/2014/main" id="{6A5D1B7D-679B-47FC-8234-0BA336CB8FD7}"/>
              </a:ext>
            </a:extLst>
          </p:cNvPr>
          <p:cNvPicPr>
            <a:picLocks noChangeAspect="1"/>
          </p:cNvPicPr>
          <p:nvPr/>
        </p:nvPicPr>
        <p:blipFill>
          <a:blip r:embed="rId2"/>
          <a:stretch>
            <a:fillRect/>
          </a:stretch>
        </p:blipFill>
        <p:spPr>
          <a:xfrm>
            <a:off x="8263554" y="136525"/>
            <a:ext cx="3468672" cy="4542309"/>
          </a:xfrm>
          <a:prstGeom prst="rect">
            <a:avLst/>
          </a:prstGeom>
        </p:spPr>
      </p:pic>
    </p:spTree>
    <p:extLst>
      <p:ext uri="{BB962C8B-B14F-4D97-AF65-F5344CB8AC3E}">
        <p14:creationId xmlns:p14="http://schemas.microsoft.com/office/powerpoint/2010/main" val="278214909"/>
      </p:ext>
    </p:extLst>
  </p:cSld>
  <p:clrMapOvr>
    <a:masterClrMapping/>
  </p:clrMapOvr>
  <p:transition spd="med" advClick="0" advTm="1000">
    <p:split/>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Veri Yer Tutucusu 1">
            <a:extLst>
              <a:ext uri="{FF2B5EF4-FFF2-40B4-BE49-F238E27FC236}">
                <a16:creationId xmlns:a16="http://schemas.microsoft.com/office/drawing/2014/main" id="{630EF397-CB45-42CC-BB5C-014E5ED60C0B}"/>
              </a:ext>
            </a:extLst>
          </p:cNvPr>
          <p:cNvSpPr>
            <a:spLocks noGrp="1"/>
          </p:cNvSpPr>
          <p:nvPr>
            <p:ph type="dt" sz="half" idx="10"/>
          </p:nvPr>
        </p:nvSpPr>
        <p:spPr/>
        <p:txBody>
          <a:bodyPr/>
          <a:lstStyle/>
          <a:p>
            <a:pPr>
              <a:defRPr/>
            </a:pPr>
            <a:fld id="{50EFE7E0-4DD7-4BFD-B25A-EF8EA815FC08}" type="datetime1">
              <a:rPr lang="tr-TR" smtClean="0">
                <a:solidFill>
                  <a:srgbClr val="FFFFFF"/>
                </a:solidFill>
              </a:rPr>
              <a:t>11.05.2020</a:t>
            </a:fld>
            <a:endParaRPr lang="tr-TR">
              <a:solidFill>
                <a:srgbClr val="FFFFFF"/>
              </a:solidFill>
            </a:endParaRPr>
          </a:p>
        </p:txBody>
      </p:sp>
      <p:sp>
        <p:nvSpPr>
          <p:cNvPr id="3" name="Slayt Numarası Yer Tutucusu 2">
            <a:extLst>
              <a:ext uri="{FF2B5EF4-FFF2-40B4-BE49-F238E27FC236}">
                <a16:creationId xmlns:a16="http://schemas.microsoft.com/office/drawing/2014/main" id="{FBFBE874-143A-4EF3-8F7A-C04FD648DC77}"/>
              </a:ext>
            </a:extLst>
          </p:cNvPr>
          <p:cNvSpPr>
            <a:spLocks noGrp="1"/>
          </p:cNvSpPr>
          <p:nvPr>
            <p:ph type="sldNum" sz="quarter" idx="12"/>
          </p:nvPr>
        </p:nvSpPr>
        <p:spPr/>
        <p:txBody>
          <a:bodyPr/>
          <a:lstStyle/>
          <a:p>
            <a:pPr>
              <a:defRPr/>
            </a:pPr>
            <a:fld id="{69FD1CB8-63DB-4FCE-BE81-179D70A48255}" type="slidenum">
              <a:rPr lang="tr-TR" smtClean="0">
                <a:solidFill>
                  <a:srgbClr val="FFFFFF"/>
                </a:solidFill>
              </a:rPr>
              <a:pPr>
                <a:defRPr/>
              </a:pPr>
              <a:t>44</a:t>
            </a:fld>
            <a:endParaRPr lang="tr-TR">
              <a:solidFill>
                <a:srgbClr val="FFFFFF"/>
              </a:solidFill>
            </a:endParaRPr>
          </a:p>
        </p:txBody>
      </p:sp>
      <p:sp>
        <p:nvSpPr>
          <p:cNvPr id="4" name="Dikdörtgen 3">
            <a:extLst>
              <a:ext uri="{FF2B5EF4-FFF2-40B4-BE49-F238E27FC236}">
                <a16:creationId xmlns:a16="http://schemas.microsoft.com/office/drawing/2014/main" id="{532A8660-1164-4EB7-8A5B-86B55767833B}"/>
              </a:ext>
            </a:extLst>
          </p:cNvPr>
          <p:cNvSpPr/>
          <p:nvPr/>
        </p:nvSpPr>
        <p:spPr>
          <a:xfrm>
            <a:off x="5992166" y="136525"/>
            <a:ext cx="6096000" cy="6555641"/>
          </a:xfrm>
          <a:prstGeom prst="rect">
            <a:avLst/>
          </a:prstGeom>
          <a:solidFill>
            <a:schemeClr val="tx1">
              <a:lumMod val="95000"/>
            </a:schemeClr>
          </a:solidFill>
        </p:spPr>
        <p:txBody>
          <a:bodyPr>
            <a:spAutoFit/>
          </a:bodyPr>
          <a:lstStyle/>
          <a:p>
            <a:r>
              <a:rPr lang="tr-TR" sz="1000" dirty="0" err="1">
                <a:solidFill>
                  <a:srgbClr val="0000FF"/>
                </a:solidFill>
                <a:latin typeface="Consolas" panose="020B0609020204030204" pitchFamily="49" charset="0"/>
              </a:rPr>
              <a:t>using</a:t>
            </a:r>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System</a:t>
            </a:r>
            <a:r>
              <a:rPr lang="tr-TR" sz="1000" dirty="0">
                <a:solidFill>
                  <a:srgbClr val="000000"/>
                </a:solidFill>
                <a:latin typeface="Consolas" panose="020B0609020204030204" pitchFamily="49" charset="0"/>
              </a:rPr>
              <a:t>;</a:t>
            </a:r>
          </a:p>
          <a:p>
            <a:r>
              <a:rPr lang="tr-TR" sz="1000" dirty="0" err="1">
                <a:solidFill>
                  <a:srgbClr val="0000FF"/>
                </a:solidFill>
                <a:latin typeface="Consolas" panose="020B0609020204030204" pitchFamily="49" charset="0"/>
              </a:rPr>
              <a:t>using</a:t>
            </a:r>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System.Collections</a:t>
            </a:r>
            <a:r>
              <a:rPr lang="tr-TR" sz="1000" dirty="0">
                <a:solidFill>
                  <a:srgbClr val="000000"/>
                </a:solidFill>
                <a:latin typeface="Consolas" panose="020B0609020204030204" pitchFamily="49" charset="0"/>
              </a:rPr>
              <a:t>;</a:t>
            </a:r>
          </a:p>
          <a:p>
            <a:r>
              <a:rPr lang="tr-TR" sz="1000" dirty="0" err="1">
                <a:solidFill>
                  <a:srgbClr val="0000FF"/>
                </a:solidFill>
                <a:latin typeface="Consolas" panose="020B0609020204030204" pitchFamily="49" charset="0"/>
              </a:rPr>
              <a:t>using</a:t>
            </a:r>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System.Collections.Generic</a:t>
            </a:r>
            <a:r>
              <a:rPr lang="tr-TR" sz="1000" dirty="0">
                <a:solidFill>
                  <a:srgbClr val="000000"/>
                </a:solidFill>
                <a:latin typeface="Consolas" panose="020B0609020204030204" pitchFamily="49" charset="0"/>
              </a:rPr>
              <a:t>;</a:t>
            </a:r>
          </a:p>
          <a:p>
            <a:r>
              <a:rPr lang="tr-TR" sz="1000" dirty="0" err="1">
                <a:solidFill>
                  <a:srgbClr val="0000FF"/>
                </a:solidFill>
                <a:latin typeface="Consolas" panose="020B0609020204030204" pitchFamily="49" charset="0"/>
              </a:rPr>
              <a:t>namespace</a:t>
            </a:r>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compositionwithlist</a:t>
            </a:r>
            <a:endParaRPr lang="tr-TR" sz="1000" dirty="0">
              <a:solidFill>
                <a:srgbClr val="000000"/>
              </a:solidFill>
              <a:latin typeface="Consolas" panose="020B0609020204030204" pitchFamily="49" charset="0"/>
            </a:endParaRPr>
          </a:p>
          <a:p>
            <a:r>
              <a:rPr lang="tr-TR" sz="1000" dirty="0">
                <a:solidFill>
                  <a:srgbClr val="000000"/>
                </a:solidFill>
                <a:latin typeface="Consolas" panose="020B0609020204030204" pitchFamily="49" charset="0"/>
              </a:rPr>
              <a:t>{</a:t>
            </a:r>
          </a:p>
          <a:p>
            <a:r>
              <a:rPr lang="tr-TR" sz="1000" dirty="0">
                <a:solidFill>
                  <a:srgbClr val="000000"/>
                </a:solidFill>
                <a:latin typeface="Consolas" panose="020B0609020204030204" pitchFamily="49" charset="0"/>
              </a:rPr>
              <a:t>        </a:t>
            </a:r>
            <a:r>
              <a:rPr lang="tr-TR" sz="1000" dirty="0" err="1">
                <a:solidFill>
                  <a:srgbClr val="0000FF"/>
                </a:solidFill>
                <a:latin typeface="Consolas" panose="020B0609020204030204" pitchFamily="49" charset="0"/>
              </a:rPr>
              <a:t>public</a:t>
            </a:r>
            <a:r>
              <a:rPr lang="tr-TR" sz="1000" dirty="0">
                <a:solidFill>
                  <a:srgbClr val="000000"/>
                </a:solidFill>
                <a:latin typeface="Consolas" panose="020B0609020204030204" pitchFamily="49" charset="0"/>
              </a:rPr>
              <a:t> </a:t>
            </a:r>
            <a:r>
              <a:rPr lang="tr-TR" sz="1000" dirty="0" err="1">
                <a:solidFill>
                  <a:srgbClr val="0000FF"/>
                </a:solidFill>
                <a:latin typeface="Consolas" panose="020B0609020204030204" pitchFamily="49" charset="0"/>
              </a:rPr>
              <a:t>class</a:t>
            </a:r>
            <a:r>
              <a:rPr lang="tr-TR" sz="1000" dirty="0">
                <a:solidFill>
                  <a:srgbClr val="000000"/>
                </a:solidFill>
                <a:latin typeface="Consolas" panose="020B0609020204030204" pitchFamily="49" charset="0"/>
              </a:rPr>
              <a:t> </a:t>
            </a:r>
            <a:r>
              <a:rPr lang="tr-TR" sz="1000" dirty="0">
                <a:solidFill>
                  <a:srgbClr val="2B91AF"/>
                </a:solidFill>
                <a:latin typeface="Consolas" panose="020B0609020204030204" pitchFamily="49" charset="0"/>
              </a:rPr>
              <a:t>Oda</a:t>
            </a:r>
            <a:endParaRPr lang="tr-TR" sz="1000" dirty="0">
              <a:solidFill>
                <a:srgbClr val="000000"/>
              </a:solidFill>
              <a:latin typeface="Consolas" panose="020B0609020204030204" pitchFamily="49" charset="0"/>
            </a:endParaRPr>
          </a:p>
          <a:p>
            <a:r>
              <a:rPr lang="tr-TR" sz="1000" dirty="0">
                <a:solidFill>
                  <a:srgbClr val="000000"/>
                </a:solidFill>
                <a:latin typeface="Consolas" panose="020B0609020204030204" pitchFamily="49" charset="0"/>
              </a:rPr>
              <a:t>        {</a:t>
            </a:r>
          </a:p>
          <a:p>
            <a:r>
              <a:rPr lang="tr-TR" sz="1000" dirty="0">
                <a:solidFill>
                  <a:srgbClr val="000000"/>
                </a:solidFill>
                <a:latin typeface="Consolas" panose="020B0609020204030204" pitchFamily="49" charset="0"/>
              </a:rPr>
              <a:t>            </a:t>
            </a:r>
            <a:r>
              <a:rPr lang="tr-TR" sz="1000" dirty="0" err="1">
                <a:solidFill>
                  <a:srgbClr val="0000FF"/>
                </a:solidFill>
                <a:latin typeface="Consolas" panose="020B0609020204030204" pitchFamily="49" charset="0"/>
              </a:rPr>
              <a:t>string</a:t>
            </a:r>
            <a:r>
              <a:rPr lang="tr-TR" sz="1000" dirty="0">
                <a:solidFill>
                  <a:srgbClr val="000000"/>
                </a:solidFill>
                <a:latin typeface="Consolas" panose="020B0609020204030204" pitchFamily="49" charset="0"/>
              </a:rPr>
              <a:t> adi;</a:t>
            </a:r>
          </a:p>
          <a:p>
            <a:r>
              <a:rPr lang="tr-TR" sz="1000" dirty="0">
                <a:solidFill>
                  <a:srgbClr val="000000"/>
                </a:solidFill>
                <a:latin typeface="Consolas" panose="020B0609020204030204" pitchFamily="49" charset="0"/>
              </a:rPr>
              <a:t>            </a:t>
            </a:r>
            <a:r>
              <a:rPr lang="tr-TR" sz="1000" dirty="0" err="1">
                <a:solidFill>
                  <a:srgbClr val="0000FF"/>
                </a:solidFill>
                <a:latin typeface="Consolas" panose="020B0609020204030204" pitchFamily="49" charset="0"/>
              </a:rPr>
              <a:t>float</a:t>
            </a:r>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width</a:t>
            </a:r>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height</a:t>
            </a:r>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length</a:t>
            </a:r>
            <a:r>
              <a:rPr lang="tr-TR" sz="1000" dirty="0">
                <a:solidFill>
                  <a:srgbClr val="000000"/>
                </a:solidFill>
                <a:latin typeface="Consolas" panose="020B0609020204030204" pitchFamily="49" charset="0"/>
              </a:rPr>
              <a:t>;</a:t>
            </a:r>
          </a:p>
          <a:p>
            <a:r>
              <a:rPr lang="en-US" sz="1000" dirty="0">
                <a:solidFill>
                  <a:srgbClr val="000000"/>
                </a:solidFill>
                <a:latin typeface="Consolas" panose="020B0609020204030204" pitchFamily="49" charset="0"/>
              </a:rPr>
              <a:t>            </a:t>
            </a:r>
            <a:r>
              <a:rPr lang="en-US" sz="1000" dirty="0">
                <a:solidFill>
                  <a:srgbClr val="0000FF"/>
                </a:solidFill>
                <a:latin typeface="Consolas" panose="020B0609020204030204" pitchFamily="49" charset="0"/>
              </a:rPr>
              <a:t>public</a:t>
            </a:r>
            <a:r>
              <a:rPr lang="en-US" sz="1000" dirty="0">
                <a:solidFill>
                  <a:srgbClr val="000000"/>
                </a:solidFill>
                <a:latin typeface="Consolas" panose="020B0609020204030204" pitchFamily="49" charset="0"/>
              </a:rPr>
              <a:t> </a:t>
            </a:r>
            <a:r>
              <a:rPr lang="en-US" sz="1000" dirty="0">
                <a:solidFill>
                  <a:srgbClr val="2B91AF"/>
                </a:solidFill>
                <a:latin typeface="Consolas" panose="020B0609020204030204" pitchFamily="49" charset="0"/>
              </a:rPr>
              <a:t>Oda</a:t>
            </a:r>
            <a:r>
              <a:rPr lang="en-US" sz="1000" dirty="0">
                <a:solidFill>
                  <a:srgbClr val="000000"/>
                </a:solidFill>
                <a:latin typeface="Consolas" panose="020B0609020204030204" pitchFamily="49" charset="0"/>
              </a:rPr>
              <a:t>(</a:t>
            </a:r>
            <a:r>
              <a:rPr lang="en-US" sz="1000" dirty="0">
                <a:solidFill>
                  <a:srgbClr val="0000FF"/>
                </a:solidFill>
                <a:latin typeface="Consolas" panose="020B0609020204030204" pitchFamily="49" charset="0"/>
              </a:rPr>
              <a:t>string</a:t>
            </a:r>
            <a:r>
              <a:rPr lang="en-US" sz="1000" dirty="0">
                <a:solidFill>
                  <a:srgbClr val="000000"/>
                </a:solidFill>
                <a:latin typeface="Consolas" panose="020B0609020204030204" pitchFamily="49" charset="0"/>
              </a:rPr>
              <a:t> a, </a:t>
            </a:r>
            <a:r>
              <a:rPr lang="en-US" sz="1000" dirty="0">
                <a:solidFill>
                  <a:srgbClr val="0000FF"/>
                </a:solidFill>
                <a:latin typeface="Consolas" panose="020B0609020204030204" pitchFamily="49" charset="0"/>
              </a:rPr>
              <a:t>float</a:t>
            </a:r>
            <a:r>
              <a:rPr lang="en-US" sz="1000" dirty="0">
                <a:solidFill>
                  <a:srgbClr val="000000"/>
                </a:solidFill>
                <a:latin typeface="Consolas" panose="020B0609020204030204" pitchFamily="49" charset="0"/>
              </a:rPr>
              <a:t> w, </a:t>
            </a:r>
            <a:r>
              <a:rPr lang="en-US" sz="1000" dirty="0">
                <a:solidFill>
                  <a:srgbClr val="0000FF"/>
                </a:solidFill>
                <a:latin typeface="Consolas" panose="020B0609020204030204" pitchFamily="49" charset="0"/>
              </a:rPr>
              <a:t>float</a:t>
            </a:r>
            <a:r>
              <a:rPr lang="en-US" sz="1000" dirty="0">
                <a:solidFill>
                  <a:srgbClr val="000000"/>
                </a:solidFill>
                <a:latin typeface="Consolas" panose="020B0609020204030204" pitchFamily="49" charset="0"/>
              </a:rPr>
              <a:t> h, </a:t>
            </a:r>
            <a:r>
              <a:rPr lang="en-US" sz="1000" dirty="0">
                <a:solidFill>
                  <a:srgbClr val="0000FF"/>
                </a:solidFill>
                <a:latin typeface="Consolas" panose="020B0609020204030204" pitchFamily="49" charset="0"/>
              </a:rPr>
              <a:t>float</a:t>
            </a:r>
            <a:r>
              <a:rPr lang="en-US" sz="1000" dirty="0">
                <a:solidFill>
                  <a:srgbClr val="000000"/>
                </a:solidFill>
                <a:latin typeface="Consolas" panose="020B0609020204030204" pitchFamily="49" charset="0"/>
              </a:rPr>
              <a:t> l)</a:t>
            </a:r>
          </a:p>
          <a:p>
            <a:r>
              <a:rPr lang="tr-TR" sz="1000" dirty="0">
                <a:solidFill>
                  <a:srgbClr val="000000"/>
                </a:solidFill>
                <a:latin typeface="Consolas" panose="020B0609020204030204" pitchFamily="49" charset="0"/>
              </a:rPr>
              <a:t>            {</a:t>
            </a:r>
          </a:p>
          <a:p>
            <a:r>
              <a:rPr lang="tr-TR" sz="1000" dirty="0">
                <a:solidFill>
                  <a:srgbClr val="000000"/>
                </a:solidFill>
                <a:latin typeface="Consolas" panose="020B0609020204030204" pitchFamily="49" charset="0"/>
              </a:rPr>
              <a:t>                adi = a;</a:t>
            </a:r>
          </a:p>
          <a:p>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width</a:t>
            </a:r>
            <a:r>
              <a:rPr lang="tr-TR" sz="1000" dirty="0">
                <a:solidFill>
                  <a:srgbClr val="000000"/>
                </a:solidFill>
                <a:latin typeface="Consolas" panose="020B0609020204030204" pitchFamily="49" charset="0"/>
              </a:rPr>
              <a:t> = w;</a:t>
            </a:r>
          </a:p>
          <a:p>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height</a:t>
            </a:r>
            <a:r>
              <a:rPr lang="tr-TR" sz="1000" dirty="0">
                <a:solidFill>
                  <a:srgbClr val="000000"/>
                </a:solidFill>
                <a:latin typeface="Consolas" panose="020B0609020204030204" pitchFamily="49" charset="0"/>
              </a:rPr>
              <a:t> = h;</a:t>
            </a:r>
          </a:p>
          <a:p>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length</a:t>
            </a:r>
            <a:r>
              <a:rPr lang="tr-TR" sz="1000" dirty="0">
                <a:solidFill>
                  <a:srgbClr val="000000"/>
                </a:solidFill>
                <a:latin typeface="Consolas" panose="020B0609020204030204" pitchFamily="49" charset="0"/>
              </a:rPr>
              <a:t> = l;</a:t>
            </a:r>
          </a:p>
          <a:p>
            <a:r>
              <a:rPr lang="tr-TR" sz="1000" dirty="0">
                <a:solidFill>
                  <a:srgbClr val="000000"/>
                </a:solidFill>
                <a:latin typeface="Consolas" panose="020B0609020204030204" pitchFamily="49" charset="0"/>
              </a:rPr>
              <a:t>            }</a:t>
            </a:r>
          </a:p>
          <a:p>
            <a:r>
              <a:rPr lang="tr-TR" sz="1000" dirty="0">
                <a:solidFill>
                  <a:srgbClr val="000000"/>
                </a:solidFill>
                <a:latin typeface="Consolas" panose="020B0609020204030204" pitchFamily="49" charset="0"/>
              </a:rPr>
              <a:t>            </a:t>
            </a:r>
            <a:r>
              <a:rPr lang="tr-TR" sz="1000" dirty="0" err="1">
                <a:solidFill>
                  <a:srgbClr val="0000FF"/>
                </a:solidFill>
                <a:latin typeface="Consolas" panose="020B0609020204030204" pitchFamily="49" charset="0"/>
              </a:rPr>
              <a:t>public</a:t>
            </a:r>
            <a:r>
              <a:rPr lang="tr-TR" sz="1000" dirty="0">
                <a:solidFill>
                  <a:srgbClr val="000000"/>
                </a:solidFill>
                <a:latin typeface="Consolas" panose="020B0609020204030204" pitchFamily="49" charset="0"/>
              </a:rPr>
              <a:t> </a:t>
            </a:r>
            <a:r>
              <a:rPr lang="tr-TR" sz="1000" dirty="0" err="1">
                <a:solidFill>
                  <a:srgbClr val="0000FF"/>
                </a:solidFill>
                <a:latin typeface="Consolas" panose="020B0609020204030204" pitchFamily="49" charset="0"/>
              </a:rPr>
              <a:t>void</a:t>
            </a:r>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input</a:t>
            </a:r>
            <a:r>
              <a:rPr lang="tr-TR" sz="1000" dirty="0">
                <a:solidFill>
                  <a:srgbClr val="000000"/>
                </a:solidFill>
                <a:latin typeface="Consolas" panose="020B0609020204030204" pitchFamily="49" charset="0"/>
              </a:rPr>
              <a:t>()</a:t>
            </a:r>
          </a:p>
          <a:p>
            <a:r>
              <a:rPr lang="tr-TR" sz="1000" dirty="0">
                <a:solidFill>
                  <a:srgbClr val="000000"/>
                </a:solidFill>
                <a:latin typeface="Consolas" panose="020B0609020204030204" pitchFamily="49" charset="0"/>
              </a:rPr>
              <a:t>            {</a:t>
            </a:r>
          </a:p>
          <a:p>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Console.Write</a:t>
            </a:r>
            <a:r>
              <a:rPr lang="tr-TR" sz="1000" dirty="0">
                <a:solidFill>
                  <a:srgbClr val="000000"/>
                </a:solidFill>
                <a:latin typeface="Consolas" panose="020B0609020204030204" pitchFamily="49" charset="0"/>
              </a:rPr>
              <a:t>(</a:t>
            </a:r>
            <a:r>
              <a:rPr lang="tr-TR" sz="1000" dirty="0">
                <a:solidFill>
                  <a:srgbClr val="A31515"/>
                </a:solidFill>
                <a:latin typeface="Consolas" panose="020B0609020204030204" pitchFamily="49" charset="0"/>
              </a:rPr>
              <a:t>" adi    :"</a:t>
            </a:r>
            <a:r>
              <a:rPr lang="tr-TR" sz="1000" dirty="0">
                <a:solidFill>
                  <a:srgbClr val="000000"/>
                </a:solidFill>
                <a:latin typeface="Consolas" panose="020B0609020204030204" pitchFamily="49" charset="0"/>
              </a:rPr>
              <a:t>);</a:t>
            </a:r>
          </a:p>
          <a:p>
            <a:r>
              <a:rPr lang="tr-TR" sz="1000" dirty="0">
                <a:solidFill>
                  <a:srgbClr val="000000"/>
                </a:solidFill>
                <a:latin typeface="Consolas" panose="020B0609020204030204" pitchFamily="49" charset="0"/>
              </a:rPr>
              <a:t>                adi = </a:t>
            </a:r>
            <a:r>
              <a:rPr lang="tr-TR" sz="1000" dirty="0" err="1">
                <a:solidFill>
                  <a:srgbClr val="000000"/>
                </a:solidFill>
                <a:latin typeface="Consolas" panose="020B0609020204030204" pitchFamily="49" charset="0"/>
              </a:rPr>
              <a:t>Console.ReadLine</a:t>
            </a:r>
            <a:r>
              <a:rPr lang="tr-TR" sz="1000" dirty="0">
                <a:solidFill>
                  <a:srgbClr val="000000"/>
                </a:solidFill>
                <a:latin typeface="Consolas" panose="020B0609020204030204" pitchFamily="49" charset="0"/>
              </a:rPr>
              <a:t>();</a:t>
            </a:r>
          </a:p>
          <a:p>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Console.Write</a:t>
            </a:r>
            <a:r>
              <a:rPr lang="tr-TR" sz="1000" dirty="0">
                <a:solidFill>
                  <a:srgbClr val="000000"/>
                </a:solidFill>
                <a:latin typeface="Consolas" panose="020B0609020204030204" pitchFamily="49" charset="0"/>
              </a:rPr>
              <a:t>(</a:t>
            </a:r>
            <a:r>
              <a:rPr lang="tr-TR" sz="1000" dirty="0">
                <a:solidFill>
                  <a:srgbClr val="A31515"/>
                </a:solidFill>
                <a:latin typeface="Consolas" panose="020B0609020204030204" pitchFamily="49" charset="0"/>
              </a:rPr>
              <a:t>" </a:t>
            </a:r>
            <a:r>
              <a:rPr lang="tr-TR" sz="1000" dirty="0" err="1">
                <a:solidFill>
                  <a:srgbClr val="A31515"/>
                </a:solidFill>
                <a:latin typeface="Consolas" panose="020B0609020204030204" pitchFamily="49" charset="0"/>
              </a:rPr>
              <a:t>width</a:t>
            </a:r>
            <a:r>
              <a:rPr lang="tr-TR" sz="1000" dirty="0">
                <a:solidFill>
                  <a:srgbClr val="A31515"/>
                </a:solidFill>
                <a:latin typeface="Consolas" panose="020B0609020204030204" pitchFamily="49" charset="0"/>
              </a:rPr>
              <a:t>  :"</a:t>
            </a:r>
            <a:r>
              <a:rPr lang="tr-TR" sz="1000" dirty="0">
                <a:solidFill>
                  <a:srgbClr val="000000"/>
                </a:solidFill>
                <a:latin typeface="Consolas" panose="020B0609020204030204" pitchFamily="49" charset="0"/>
              </a:rPr>
              <a:t>);</a:t>
            </a:r>
          </a:p>
          <a:p>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width</a:t>
            </a:r>
            <a:r>
              <a:rPr lang="tr-TR" sz="1000" dirty="0">
                <a:solidFill>
                  <a:srgbClr val="000000"/>
                </a:solidFill>
                <a:latin typeface="Consolas" panose="020B0609020204030204" pitchFamily="49" charset="0"/>
              </a:rPr>
              <a:t> = </a:t>
            </a:r>
            <a:r>
              <a:rPr lang="tr-TR" sz="1000" dirty="0" err="1">
                <a:solidFill>
                  <a:srgbClr val="0000FF"/>
                </a:solidFill>
                <a:latin typeface="Consolas" panose="020B0609020204030204" pitchFamily="49" charset="0"/>
              </a:rPr>
              <a:t>int</a:t>
            </a:r>
            <a:r>
              <a:rPr lang="tr-TR" sz="1000" dirty="0" err="1">
                <a:solidFill>
                  <a:srgbClr val="000000"/>
                </a:solidFill>
                <a:latin typeface="Consolas" panose="020B0609020204030204" pitchFamily="49" charset="0"/>
              </a:rPr>
              <a:t>.Parse</a:t>
            </a:r>
            <a:r>
              <a:rPr lang="tr-TR" sz="1000" dirty="0">
                <a:solidFill>
                  <a:srgbClr val="000000"/>
                </a:solidFill>
                <a:latin typeface="Consolas" panose="020B0609020204030204" pitchFamily="49" charset="0"/>
              </a:rPr>
              <a:t>(</a:t>
            </a:r>
            <a:r>
              <a:rPr lang="tr-TR" sz="1000" dirty="0" err="1">
                <a:solidFill>
                  <a:srgbClr val="000000"/>
                </a:solidFill>
                <a:latin typeface="Consolas" panose="020B0609020204030204" pitchFamily="49" charset="0"/>
              </a:rPr>
              <a:t>Console.ReadLine</a:t>
            </a:r>
            <a:r>
              <a:rPr lang="tr-TR" sz="1000" dirty="0">
                <a:solidFill>
                  <a:srgbClr val="000000"/>
                </a:solidFill>
                <a:latin typeface="Consolas" panose="020B0609020204030204" pitchFamily="49" charset="0"/>
              </a:rPr>
              <a:t>());</a:t>
            </a:r>
          </a:p>
          <a:p>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Console.Write</a:t>
            </a:r>
            <a:r>
              <a:rPr lang="tr-TR" sz="1000" dirty="0">
                <a:solidFill>
                  <a:srgbClr val="000000"/>
                </a:solidFill>
                <a:latin typeface="Consolas" panose="020B0609020204030204" pitchFamily="49" charset="0"/>
              </a:rPr>
              <a:t>(</a:t>
            </a:r>
            <a:r>
              <a:rPr lang="tr-TR" sz="1000" dirty="0">
                <a:solidFill>
                  <a:srgbClr val="A31515"/>
                </a:solidFill>
                <a:latin typeface="Consolas" panose="020B0609020204030204" pitchFamily="49" charset="0"/>
              </a:rPr>
              <a:t>" </a:t>
            </a:r>
            <a:r>
              <a:rPr lang="tr-TR" sz="1000" dirty="0" err="1">
                <a:solidFill>
                  <a:srgbClr val="A31515"/>
                </a:solidFill>
                <a:latin typeface="Consolas" panose="020B0609020204030204" pitchFamily="49" charset="0"/>
              </a:rPr>
              <a:t>heigth</a:t>
            </a:r>
            <a:r>
              <a:rPr lang="tr-TR" sz="1000" dirty="0">
                <a:solidFill>
                  <a:srgbClr val="A31515"/>
                </a:solidFill>
                <a:latin typeface="Consolas" panose="020B0609020204030204" pitchFamily="49" charset="0"/>
              </a:rPr>
              <a:t> :"</a:t>
            </a:r>
            <a:r>
              <a:rPr lang="tr-TR" sz="1000" dirty="0">
                <a:solidFill>
                  <a:srgbClr val="000000"/>
                </a:solidFill>
                <a:latin typeface="Consolas" panose="020B0609020204030204" pitchFamily="49" charset="0"/>
              </a:rPr>
              <a:t>);</a:t>
            </a:r>
          </a:p>
          <a:p>
            <a:r>
              <a:rPr lang="en-US" sz="1000" dirty="0">
                <a:solidFill>
                  <a:srgbClr val="000000"/>
                </a:solidFill>
                <a:latin typeface="Consolas" panose="020B0609020204030204" pitchFamily="49" charset="0"/>
              </a:rPr>
              <a:t>                height = </a:t>
            </a:r>
            <a:r>
              <a:rPr lang="en-US" sz="1000" dirty="0" err="1">
                <a:solidFill>
                  <a:srgbClr val="0000FF"/>
                </a:solidFill>
                <a:latin typeface="Consolas" panose="020B0609020204030204" pitchFamily="49" charset="0"/>
              </a:rPr>
              <a:t>int</a:t>
            </a:r>
            <a:r>
              <a:rPr lang="en-US" sz="1000" dirty="0" err="1">
                <a:solidFill>
                  <a:srgbClr val="000000"/>
                </a:solidFill>
                <a:latin typeface="Consolas" panose="020B0609020204030204" pitchFamily="49" charset="0"/>
              </a:rPr>
              <a:t>.Parse</a:t>
            </a:r>
            <a:r>
              <a:rPr lang="en-US" sz="1000" dirty="0">
                <a:solidFill>
                  <a:srgbClr val="000000"/>
                </a:solidFill>
                <a:latin typeface="Consolas" panose="020B0609020204030204" pitchFamily="49" charset="0"/>
              </a:rPr>
              <a:t>(</a:t>
            </a:r>
            <a:r>
              <a:rPr lang="en-US" sz="1000" dirty="0" err="1">
                <a:solidFill>
                  <a:srgbClr val="000000"/>
                </a:solidFill>
                <a:latin typeface="Consolas" panose="020B0609020204030204" pitchFamily="49" charset="0"/>
              </a:rPr>
              <a:t>Console.ReadLine</a:t>
            </a:r>
            <a:r>
              <a:rPr lang="en-US" sz="1000" dirty="0">
                <a:solidFill>
                  <a:srgbClr val="000000"/>
                </a:solidFill>
                <a:latin typeface="Consolas" panose="020B0609020204030204" pitchFamily="49" charset="0"/>
              </a:rPr>
              <a:t>());</a:t>
            </a:r>
          </a:p>
          <a:p>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Console.Write</a:t>
            </a:r>
            <a:r>
              <a:rPr lang="tr-TR" sz="1000" dirty="0">
                <a:solidFill>
                  <a:srgbClr val="000000"/>
                </a:solidFill>
                <a:latin typeface="Consolas" panose="020B0609020204030204" pitchFamily="49" charset="0"/>
              </a:rPr>
              <a:t>(</a:t>
            </a:r>
            <a:r>
              <a:rPr lang="tr-TR" sz="1000" dirty="0">
                <a:solidFill>
                  <a:srgbClr val="A31515"/>
                </a:solidFill>
                <a:latin typeface="Consolas" panose="020B0609020204030204" pitchFamily="49" charset="0"/>
              </a:rPr>
              <a:t>" </a:t>
            </a:r>
            <a:r>
              <a:rPr lang="tr-TR" sz="1000" dirty="0" err="1">
                <a:solidFill>
                  <a:srgbClr val="A31515"/>
                </a:solidFill>
                <a:latin typeface="Consolas" panose="020B0609020204030204" pitchFamily="49" charset="0"/>
              </a:rPr>
              <a:t>length</a:t>
            </a:r>
            <a:r>
              <a:rPr lang="tr-TR" sz="1000" dirty="0">
                <a:solidFill>
                  <a:srgbClr val="A31515"/>
                </a:solidFill>
                <a:latin typeface="Consolas" panose="020B0609020204030204" pitchFamily="49" charset="0"/>
              </a:rPr>
              <a:t> :"</a:t>
            </a:r>
            <a:r>
              <a:rPr lang="tr-TR" sz="1000" dirty="0">
                <a:solidFill>
                  <a:srgbClr val="000000"/>
                </a:solidFill>
                <a:latin typeface="Consolas" panose="020B0609020204030204" pitchFamily="49" charset="0"/>
              </a:rPr>
              <a:t>);</a:t>
            </a:r>
          </a:p>
          <a:p>
            <a:r>
              <a:rPr lang="en-US" sz="1000" dirty="0">
                <a:solidFill>
                  <a:srgbClr val="000000"/>
                </a:solidFill>
                <a:latin typeface="Consolas" panose="020B0609020204030204" pitchFamily="49" charset="0"/>
              </a:rPr>
              <a:t>                length = </a:t>
            </a:r>
            <a:r>
              <a:rPr lang="en-US" sz="1000" dirty="0" err="1">
                <a:solidFill>
                  <a:srgbClr val="0000FF"/>
                </a:solidFill>
                <a:latin typeface="Consolas" panose="020B0609020204030204" pitchFamily="49" charset="0"/>
              </a:rPr>
              <a:t>int</a:t>
            </a:r>
            <a:r>
              <a:rPr lang="en-US" sz="1000" dirty="0" err="1">
                <a:solidFill>
                  <a:srgbClr val="000000"/>
                </a:solidFill>
                <a:latin typeface="Consolas" panose="020B0609020204030204" pitchFamily="49" charset="0"/>
              </a:rPr>
              <a:t>.Parse</a:t>
            </a:r>
            <a:r>
              <a:rPr lang="en-US" sz="1000" dirty="0">
                <a:solidFill>
                  <a:srgbClr val="000000"/>
                </a:solidFill>
                <a:latin typeface="Consolas" panose="020B0609020204030204" pitchFamily="49" charset="0"/>
              </a:rPr>
              <a:t>(</a:t>
            </a:r>
            <a:r>
              <a:rPr lang="en-US" sz="1000" dirty="0" err="1">
                <a:solidFill>
                  <a:srgbClr val="000000"/>
                </a:solidFill>
                <a:latin typeface="Consolas" panose="020B0609020204030204" pitchFamily="49" charset="0"/>
              </a:rPr>
              <a:t>Console.ReadLine</a:t>
            </a:r>
            <a:r>
              <a:rPr lang="en-US" sz="1000" dirty="0">
                <a:solidFill>
                  <a:srgbClr val="000000"/>
                </a:solidFill>
                <a:latin typeface="Consolas" panose="020B0609020204030204" pitchFamily="49" charset="0"/>
              </a:rPr>
              <a:t>());</a:t>
            </a:r>
          </a:p>
          <a:p>
            <a:endParaRPr lang="tr-TR" sz="1000" dirty="0">
              <a:solidFill>
                <a:srgbClr val="000000"/>
              </a:solidFill>
              <a:latin typeface="Consolas" panose="020B0609020204030204" pitchFamily="49" charset="0"/>
            </a:endParaRPr>
          </a:p>
          <a:p>
            <a:r>
              <a:rPr lang="tr-TR" sz="1000" dirty="0">
                <a:solidFill>
                  <a:srgbClr val="000000"/>
                </a:solidFill>
                <a:latin typeface="Consolas" panose="020B0609020204030204" pitchFamily="49" charset="0"/>
              </a:rPr>
              <a:t>            }</a:t>
            </a:r>
          </a:p>
          <a:p>
            <a:r>
              <a:rPr lang="tr-TR" sz="1000" dirty="0">
                <a:solidFill>
                  <a:srgbClr val="000000"/>
                </a:solidFill>
                <a:latin typeface="Consolas" panose="020B0609020204030204" pitchFamily="49" charset="0"/>
              </a:rPr>
              <a:t>            </a:t>
            </a:r>
            <a:r>
              <a:rPr lang="tr-TR" sz="1000" dirty="0" err="1">
                <a:solidFill>
                  <a:srgbClr val="0000FF"/>
                </a:solidFill>
                <a:latin typeface="Consolas" panose="020B0609020204030204" pitchFamily="49" charset="0"/>
              </a:rPr>
              <a:t>public</a:t>
            </a:r>
            <a:r>
              <a:rPr lang="tr-TR" sz="1000" dirty="0">
                <a:solidFill>
                  <a:srgbClr val="000000"/>
                </a:solidFill>
                <a:latin typeface="Consolas" panose="020B0609020204030204" pitchFamily="49" charset="0"/>
              </a:rPr>
              <a:t> </a:t>
            </a:r>
            <a:r>
              <a:rPr lang="tr-TR" sz="1000" dirty="0" err="1">
                <a:solidFill>
                  <a:srgbClr val="0000FF"/>
                </a:solidFill>
                <a:latin typeface="Consolas" panose="020B0609020204030204" pitchFamily="49" charset="0"/>
              </a:rPr>
              <a:t>void</a:t>
            </a:r>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yazdir</a:t>
            </a:r>
            <a:r>
              <a:rPr lang="tr-TR" sz="1000" dirty="0">
                <a:solidFill>
                  <a:srgbClr val="000000"/>
                </a:solidFill>
                <a:latin typeface="Consolas" panose="020B0609020204030204" pitchFamily="49" charset="0"/>
              </a:rPr>
              <a:t>()</a:t>
            </a:r>
          </a:p>
          <a:p>
            <a:r>
              <a:rPr lang="tr-TR" sz="1000" dirty="0">
                <a:solidFill>
                  <a:srgbClr val="000000"/>
                </a:solidFill>
                <a:latin typeface="Consolas" panose="020B0609020204030204" pitchFamily="49" charset="0"/>
              </a:rPr>
              <a:t>            {</a:t>
            </a:r>
          </a:p>
          <a:p>
            <a:r>
              <a:rPr lang="tr-TR" sz="1000" dirty="0">
                <a:solidFill>
                  <a:srgbClr val="000000"/>
                </a:solidFill>
                <a:latin typeface="Consolas" panose="020B0609020204030204" pitchFamily="49" charset="0"/>
              </a:rPr>
              <a:t>                </a:t>
            </a:r>
            <a:r>
              <a:rPr lang="tr-TR" sz="1000" dirty="0" err="1">
                <a:solidFill>
                  <a:srgbClr val="0000FF"/>
                </a:solidFill>
                <a:latin typeface="Consolas" panose="020B0609020204030204" pitchFamily="49" charset="0"/>
              </a:rPr>
              <a:t>if</a:t>
            </a:r>
            <a:r>
              <a:rPr lang="tr-TR" sz="1000" dirty="0">
                <a:solidFill>
                  <a:srgbClr val="000000"/>
                </a:solidFill>
                <a:latin typeface="Consolas" panose="020B0609020204030204" pitchFamily="49" charset="0"/>
              </a:rPr>
              <a:t> (adi != </a:t>
            </a:r>
            <a:r>
              <a:rPr lang="tr-TR" sz="1000" dirty="0">
                <a:solidFill>
                  <a:srgbClr val="A31515"/>
                </a:solidFill>
                <a:latin typeface="Consolas" panose="020B0609020204030204" pitchFamily="49" charset="0"/>
              </a:rPr>
              <a:t>""</a:t>
            </a:r>
            <a:r>
              <a:rPr lang="tr-TR" sz="1000" dirty="0">
                <a:solidFill>
                  <a:srgbClr val="000000"/>
                </a:solidFill>
                <a:latin typeface="Consolas" panose="020B0609020204030204" pitchFamily="49" charset="0"/>
              </a:rPr>
              <a:t>)</a:t>
            </a:r>
          </a:p>
          <a:p>
            <a:r>
              <a:rPr lang="tr-TR" sz="1000" dirty="0">
                <a:solidFill>
                  <a:srgbClr val="000000"/>
                </a:solidFill>
                <a:latin typeface="Consolas" panose="020B0609020204030204" pitchFamily="49" charset="0"/>
              </a:rPr>
              <a:t>                {</a:t>
            </a:r>
          </a:p>
          <a:p>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Console.WriteLine</a:t>
            </a:r>
            <a:r>
              <a:rPr lang="tr-TR" sz="1000" dirty="0">
                <a:solidFill>
                  <a:srgbClr val="000000"/>
                </a:solidFill>
                <a:latin typeface="Consolas" panose="020B0609020204030204" pitchFamily="49" charset="0"/>
              </a:rPr>
              <a:t>(</a:t>
            </a:r>
            <a:r>
              <a:rPr lang="tr-TR" sz="1000" dirty="0">
                <a:solidFill>
                  <a:srgbClr val="A31515"/>
                </a:solidFill>
                <a:latin typeface="Consolas" panose="020B0609020204030204" pitchFamily="49" charset="0"/>
              </a:rPr>
              <a:t>" adi    :"</a:t>
            </a:r>
            <a:r>
              <a:rPr lang="tr-TR" sz="1000" dirty="0">
                <a:solidFill>
                  <a:srgbClr val="000000"/>
                </a:solidFill>
                <a:latin typeface="Consolas" panose="020B0609020204030204" pitchFamily="49" charset="0"/>
              </a:rPr>
              <a:t> + adi);</a:t>
            </a:r>
          </a:p>
          <a:p>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Console.WriteLine</a:t>
            </a:r>
            <a:r>
              <a:rPr lang="tr-TR" sz="1000" dirty="0">
                <a:solidFill>
                  <a:srgbClr val="000000"/>
                </a:solidFill>
                <a:latin typeface="Consolas" panose="020B0609020204030204" pitchFamily="49" charset="0"/>
              </a:rPr>
              <a:t>(</a:t>
            </a:r>
            <a:r>
              <a:rPr lang="tr-TR" sz="1000" dirty="0">
                <a:solidFill>
                  <a:srgbClr val="A31515"/>
                </a:solidFill>
                <a:latin typeface="Consolas" panose="020B0609020204030204" pitchFamily="49" charset="0"/>
              </a:rPr>
              <a:t>" </a:t>
            </a:r>
            <a:r>
              <a:rPr lang="tr-TR" sz="1000" dirty="0" err="1">
                <a:solidFill>
                  <a:srgbClr val="A31515"/>
                </a:solidFill>
                <a:latin typeface="Consolas" panose="020B0609020204030204" pitchFamily="49" charset="0"/>
              </a:rPr>
              <a:t>width</a:t>
            </a:r>
            <a:r>
              <a:rPr lang="tr-TR" sz="1000" dirty="0">
                <a:solidFill>
                  <a:srgbClr val="A31515"/>
                </a:solidFill>
                <a:latin typeface="Consolas" panose="020B0609020204030204" pitchFamily="49" charset="0"/>
              </a:rPr>
              <a:t>  :"</a:t>
            </a:r>
            <a:r>
              <a:rPr lang="tr-TR" sz="1000" dirty="0">
                <a:solidFill>
                  <a:srgbClr val="000000"/>
                </a:solidFill>
                <a:latin typeface="Consolas" panose="020B0609020204030204" pitchFamily="49" charset="0"/>
              </a:rPr>
              <a:t> + </a:t>
            </a:r>
            <a:r>
              <a:rPr lang="tr-TR" sz="1000" dirty="0" err="1">
                <a:solidFill>
                  <a:srgbClr val="000000"/>
                </a:solidFill>
                <a:latin typeface="Consolas" panose="020B0609020204030204" pitchFamily="49" charset="0"/>
              </a:rPr>
              <a:t>width</a:t>
            </a:r>
            <a:r>
              <a:rPr lang="tr-TR" sz="1000" dirty="0">
                <a:solidFill>
                  <a:srgbClr val="000000"/>
                </a:solidFill>
                <a:latin typeface="Consolas" panose="020B0609020204030204" pitchFamily="49" charset="0"/>
              </a:rPr>
              <a:t>);</a:t>
            </a:r>
          </a:p>
          <a:p>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Console.WriteLine</a:t>
            </a:r>
            <a:r>
              <a:rPr lang="tr-TR" sz="1000" dirty="0">
                <a:solidFill>
                  <a:srgbClr val="000000"/>
                </a:solidFill>
                <a:latin typeface="Consolas" panose="020B0609020204030204" pitchFamily="49" charset="0"/>
              </a:rPr>
              <a:t>(</a:t>
            </a:r>
            <a:r>
              <a:rPr lang="tr-TR" sz="1000" dirty="0">
                <a:solidFill>
                  <a:srgbClr val="A31515"/>
                </a:solidFill>
                <a:latin typeface="Consolas" panose="020B0609020204030204" pitchFamily="49" charset="0"/>
              </a:rPr>
              <a:t>" </a:t>
            </a:r>
            <a:r>
              <a:rPr lang="tr-TR" sz="1000" dirty="0" err="1">
                <a:solidFill>
                  <a:srgbClr val="A31515"/>
                </a:solidFill>
                <a:latin typeface="Consolas" panose="020B0609020204030204" pitchFamily="49" charset="0"/>
              </a:rPr>
              <a:t>heigth</a:t>
            </a:r>
            <a:r>
              <a:rPr lang="tr-TR" sz="1000" dirty="0">
                <a:solidFill>
                  <a:srgbClr val="A31515"/>
                </a:solidFill>
                <a:latin typeface="Consolas" panose="020B0609020204030204" pitchFamily="49" charset="0"/>
              </a:rPr>
              <a:t> :"</a:t>
            </a:r>
            <a:r>
              <a:rPr lang="tr-TR" sz="1000" dirty="0">
                <a:solidFill>
                  <a:srgbClr val="000000"/>
                </a:solidFill>
                <a:latin typeface="Consolas" panose="020B0609020204030204" pitchFamily="49" charset="0"/>
              </a:rPr>
              <a:t> + </a:t>
            </a:r>
            <a:r>
              <a:rPr lang="tr-TR" sz="1000" dirty="0" err="1">
                <a:solidFill>
                  <a:srgbClr val="000000"/>
                </a:solidFill>
                <a:latin typeface="Consolas" panose="020B0609020204030204" pitchFamily="49" charset="0"/>
              </a:rPr>
              <a:t>height</a:t>
            </a:r>
            <a:r>
              <a:rPr lang="tr-TR" sz="1000" dirty="0">
                <a:solidFill>
                  <a:srgbClr val="000000"/>
                </a:solidFill>
                <a:latin typeface="Consolas" panose="020B0609020204030204" pitchFamily="49" charset="0"/>
              </a:rPr>
              <a:t>);</a:t>
            </a:r>
          </a:p>
          <a:p>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Console.WriteLine</a:t>
            </a:r>
            <a:r>
              <a:rPr lang="tr-TR" sz="1000" dirty="0">
                <a:solidFill>
                  <a:srgbClr val="000000"/>
                </a:solidFill>
                <a:latin typeface="Consolas" panose="020B0609020204030204" pitchFamily="49" charset="0"/>
              </a:rPr>
              <a:t>(</a:t>
            </a:r>
            <a:r>
              <a:rPr lang="tr-TR" sz="1000" dirty="0">
                <a:solidFill>
                  <a:srgbClr val="A31515"/>
                </a:solidFill>
                <a:latin typeface="Consolas" panose="020B0609020204030204" pitchFamily="49" charset="0"/>
              </a:rPr>
              <a:t>" </a:t>
            </a:r>
            <a:r>
              <a:rPr lang="tr-TR" sz="1000" dirty="0" err="1">
                <a:solidFill>
                  <a:srgbClr val="A31515"/>
                </a:solidFill>
                <a:latin typeface="Consolas" panose="020B0609020204030204" pitchFamily="49" charset="0"/>
              </a:rPr>
              <a:t>length</a:t>
            </a:r>
            <a:r>
              <a:rPr lang="tr-TR" sz="1000" dirty="0">
                <a:solidFill>
                  <a:srgbClr val="A31515"/>
                </a:solidFill>
                <a:latin typeface="Consolas" panose="020B0609020204030204" pitchFamily="49" charset="0"/>
              </a:rPr>
              <a:t> :"</a:t>
            </a:r>
            <a:r>
              <a:rPr lang="tr-TR" sz="1000" dirty="0">
                <a:solidFill>
                  <a:srgbClr val="000000"/>
                </a:solidFill>
                <a:latin typeface="Consolas" panose="020B0609020204030204" pitchFamily="49" charset="0"/>
              </a:rPr>
              <a:t> + </a:t>
            </a:r>
            <a:r>
              <a:rPr lang="tr-TR" sz="1000" dirty="0" err="1">
                <a:solidFill>
                  <a:srgbClr val="000000"/>
                </a:solidFill>
                <a:latin typeface="Consolas" panose="020B0609020204030204" pitchFamily="49" charset="0"/>
              </a:rPr>
              <a:t>length</a:t>
            </a:r>
            <a:r>
              <a:rPr lang="tr-TR" sz="1000" dirty="0">
                <a:solidFill>
                  <a:srgbClr val="000000"/>
                </a:solidFill>
                <a:latin typeface="Consolas" panose="020B0609020204030204" pitchFamily="49" charset="0"/>
              </a:rPr>
              <a:t>);</a:t>
            </a:r>
          </a:p>
          <a:p>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Console.WriteLine</a:t>
            </a:r>
            <a:r>
              <a:rPr lang="tr-TR" sz="1000" dirty="0">
                <a:solidFill>
                  <a:srgbClr val="000000"/>
                </a:solidFill>
                <a:latin typeface="Consolas" panose="020B0609020204030204" pitchFamily="49" charset="0"/>
              </a:rPr>
              <a:t>(</a:t>
            </a:r>
            <a:r>
              <a:rPr lang="tr-TR" sz="1000" dirty="0">
                <a:solidFill>
                  <a:srgbClr val="A31515"/>
                </a:solidFill>
                <a:latin typeface="Consolas" panose="020B0609020204030204" pitchFamily="49" charset="0"/>
              </a:rPr>
              <a:t>"---------------"</a:t>
            </a:r>
            <a:r>
              <a:rPr lang="tr-TR" sz="1000" dirty="0">
                <a:solidFill>
                  <a:srgbClr val="000000"/>
                </a:solidFill>
                <a:latin typeface="Consolas" panose="020B0609020204030204" pitchFamily="49" charset="0"/>
              </a:rPr>
              <a:t>);</a:t>
            </a:r>
          </a:p>
          <a:p>
            <a:r>
              <a:rPr lang="tr-TR" sz="1000" dirty="0">
                <a:solidFill>
                  <a:srgbClr val="000000"/>
                </a:solidFill>
                <a:latin typeface="Consolas" panose="020B0609020204030204" pitchFamily="49" charset="0"/>
              </a:rPr>
              <a:t>                }</a:t>
            </a:r>
          </a:p>
          <a:p>
            <a:r>
              <a:rPr lang="tr-TR" sz="1000" dirty="0">
                <a:solidFill>
                  <a:srgbClr val="000000"/>
                </a:solidFill>
                <a:latin typeface="Consolas" panose="020B0609020204030204" pitchFamily="49" charset="0"/>
              </a:rPr>
              <a:t>            }</a:t>
            </a:r>
          </a:p>
          <a:p>
            <a:r>
              <a:rPr lang="tr-TR" sz="1000" dirty="0">
                <a:solidFill>
                  <a:srgbClr val="000000"/>
                </a:solidFill>
                <a:latin typeface="Consolas" panose="020B0609020204030204" pitchFamily="49" charset="0"/>
              </a:rPr>
              <a:t>            ~</a:t>
            </a:r>
            <a:r>
              <a:rPr lang="tr-TR" sz="1000" dirty="0">
                <a:solidFill>
                  <a:srgbClr val="2B91AF"/>
                </a:solidFill>
                <a:latin typeface="Consolas" panose="020B0609020204030204" pitchFamily="49" charset="0"/>
              </a:rPr>
              <a:t>Oda</a:t>
            </a:r>
            <a:r>
              <a:rPr lang="tr-TR" sz="1000" dirty="0">
                <a:solidFill>
                  <a:srgbClr val="000000"/>
                </a:solidFill>
                <a:latin typeface="Consolas" panose="020B0609020204030204" pitchFamily="49" charset="0"/>
              </a:rPr>
              <a:t>()</a:t>
            </a:r>
          </a:p>
          <a:p>
            <a:r>
              <a:rPr lang="tr-TR" sz="1000" dirty="0">
                <a:solidFill>
                  <a:srgbClr val="000000"/>
                </a:solidFill>
                <a:latin typeface="Consolas" panose="020B0609020204030204" pitchFamily="49" charset="0"/>
              </a:rPr>
              <a:t>            { }</a:t>
            </a:r>
          </a:p>
          <a:p>
            <a:r>
              <a:rPr lang="tr-TR" sz="1000" dirty="0">
                <a:solidFill>
                  <a:srgbClr val="000000"/>
                </a:solidFill>
                <a:latin typeface="Consolas" panose="020B0609020204030204" pitchFamily="49" charset="0"/>
              </a:rPr>
              <a:t>        }</a:t>
            </a:r>
            <a:endParaRPr lang="tr-TR" sz="2000" dirty="0"/>
          </a:p>
        </p:txBody>
      </p:sp>
      <p:pic>
        <p:nvPicPr>
          <p:cNvPr id="6" name="Resim 5">
            <a:extLst>
              <a:ext uri="{FF2B5EF4-FFF2-40B4-BE49-F238E27FC236}">
                <a16:creationId xmlns:a16="http://schemas.microsoft.com/office/drawing/2014/main" id="{72A81A1E-541C-4C1B-B6DF-069EEDD11AE3}"/>
              </a:ext>
            </a:extLst>
          </p:cNvPr>
          <p:cNvPicPr>
            <a:picLocks noChangeAspect="1"/>
          </p:cNvPicPr>
          <p:nvPr/>
        </p:nvPicPr>
        <p:blipFill rotWithShape="1">
          <a:blip r:embed="rId2"/>
          <a:srcRect r="55192"/>
          <a:stretch/>
        </p:blipFill>
        <p:spPr>
          <a:xfrm>
            <a:off x="1145511" y="2401556"/>
            <a:ext cx="4461469" cy="4290610"/>
          </a:xfrm>
          <a:prstGeom prst="rect">
            <a:avLst/>
          </a:prstGeom>
        </p:spPr>
      </p:pic>
    </p:spTree>
    <p:extLst>
      <p:ext uri="{BB962C8B-B14F-4D97-AF65-F5344CB8AC3E}">
        <p14:creationId xmlns:p14="http://schemas.microsoft.com/office/powerpoint/2010/main" val="2886072278"/>
      </p:ext>
    </p:extLst>
  </p:cSld>
  <p:clrMapOvr>
    <a:masterClrMapping/>
  </p:clrMapOvr>
  <p:transition spd="med" advClick="0" advTm="1000">
    <p:split/>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Veri Yer Tutucusu 1">
            <a:extLst>
              <a:ext uri="{FF2B5EF4-FFF2-40B4-BE49-F238E27FC236}">
                <a16:creationId xmlns:a16="http://schemas.microsoft.com/office/drawing/2014/main" id="{607F7BBD-2CDC-4BEE-A2F3-FB314FB3C189}"/>
              </a:ext>
            </a:extLst>
          </p:cNvPr>
          <p:cNvSpPr>
            <a:spLocks noGrp="1"/>
          </p:cNvSpPr>
          <p:nvPr>
            <p:ph type="dt" sz="half" idx="10"/>
          </p:nvPr>
        </p:nvSpPr>
        <p:spPr/>
        <p:txBody>
          <a:bodyPr/>
          <a:lstStyle/>
          <a:p>
            <a:pPr>
              <a:defRPr/>
            </a:pPr>
            <a:fld id="{50EFE7E0-4DD7-4BFD-B25A-EF8EA815FC08}" type="datetime1">
              <a:rPr lang="tr-TR" smtClean="0">
                <a:solidFill>
                  <a:srgbClr val="FFFFFF"/>
                </a:solidFill>
              </a:rPr>
              <a:t>11.05.2020</a:t>
            </a:fld>
            <a:endParaRPr lang="tr-TR">
              <a:solidFill>
                <a:srgbClr val="FFFFFF"/>
              </a:solidFill>
            </a:endParaRPr>
          </a:p>
        </p:txBody>
      </p:sp>
      <p:sp>
        <p:nvSpPr>
          <p:cNvPr id="3" name="Slayt Numarası Yer Tutucusu 2">
            <a:extLst>
              <a:ext uri="{FF2B5EF4-FFF2-40B4-BE49-F238E27FC236}">
                <a16:creationId xmlns:a16="http://schemas.microsoft.com/office/drawing/2014/main" id="{67CF20B5-D4DE-4C1D-B4E1-0EB070262E87}"/>
              </a:ext>
            </a:extLst>
          </p:cNvPr>
          <p:cNvSpPr>
            <a:spLocks noGrp="1"/>
          </p:cNvSpPr>
          <p:nvPr>
            <p:ph type="sldNum" sz="quarter" idx="12"/>
          </p:nvPr>
        </p:nvSpPr>
        <p:spPr/>
        <p:txBody>
          <a:bodyPr/>
          <a:lstStyle/>
          <a:p>
            <a:pPr>
              <a:defRPr/>
            </a:pPr>
            <a:fld id="{69FD1CB8-63DB-4FCE-BE81-179D70A48255}" type="slidenum">
              <a:rPr lang="tr-TR" smtClean="0">
                <a:solidFill>
                  <a:srgbClr val="FFFFFF"/>
                </a:solidFill>
              </a:rPr>
              <a:pPr>
                <a:defRPr/>
              </a:pPr>
              <a:t>45</a:t>
            </a:fld>
            <a:endParaRPr lang="tr-TR">
              <a:solidFill>
                <a:srgbClr val="FFFFFF"/>
              </a:solidFill>
            </a:endParaRPr>
          </a:p>
        </p:txBody>
      </p:sp>
      <p:sp>
        <p:nvSpPr>
          <p:cNvPr id="4" name="Dikdörtgen 3">
            <a:extLst>
              <a:ext uri="{FF2B5EF4-FFF2-40B4-BE49-F238E27FC236}">
                <a16:creationId xmlns:a16="http://schemas.microsoft.com/office/drawing/2014/main" id="{49AC0456-F7C1-4256-8C40-B12790CFE377}"/>
              </a:ext>
            </a:extLst>
          </p:cNvPr>
          <p:cNvSpPr/>
          <p:nvPr/>
        </p:nvSpPr>
        <p:spPr>
          <a:xfrm>
            <a:off x="103834" y="136525"/>
            <a:ext cx="6096000" cy="6555641"/>
          </a:xfrm>
          <a:prstGeom prst="rect">
            <a:avLst/>
          </a:prstGeom>
          <a:solidFill>
            <a:schemeClr val="tx1">
              <a:lumMod val="95000"/>
            </a:schemeClr>
          </a:solidFill>
        </p:spPr>
        <p:txBody>
          <a:bodyPr>
            <a:spAutoFit/>
          </a:bodyPr>
          <a:lstStyle/>
          <a:p>
            <a:r>
              <a:rPr lang="tr-TR" sz="1000" dirty="0" err="1">
                <a:solidFill>
                  <a:srgbClr val="0000FF"/>
                </a:solidFill>
                <a:latin typeface="Consolas" panose="020B0609020204030204" pitchFamily="49" charset="0"/>
              </a:rPr>
              <a:t>public</a:t>
            </a:r>
            <a:r>
              <a:rPr lang="tr-TR" sz="1000" dirty="0">
                <a:solidFill>
                  <a:srgbClr val="000000"/>
                </a:solidFill>
                <a:latin typeface="Consolas" panose="020B0609020204030204" pitchFamily="49" charset="0"/>
              </a:rPr>
              <a:t> </a:t>
            </a:r>
            <a:r>
              <a:rPr lang="tr-TR" sz="1000" dirty="0" err="1">
                <a:solidFill>
                  <a:srgbClr val="0000FF"/>
                </a:solidFill>
                <a:latin typeface="Consolas" panose="020B0609020204030204" pitchFamily="49" charset="0"/>
              </a:rPr>
              <a:t>class</a:t>
            </a:r>
            <a:r>
              <a:rPr lang="tr-TR" sz="1000" dirty="0">
                <a:solidFill>
                  <a:srgbClr val="000000"/>
                </a:solidFill>
                <a:latin typeface="Consolas" panose="020B0609020204030204" pitchFamily="49" charset="0"/>
              </a:rPr>
              <a:t> </a:t>
            </a:r>
            <a:r>
              <a:rPr lang="tr-TR" sz="1000" dirty="0">
                <a:solidFill>
                  <a:srgbClr val="2B91AF"/>
                </a:solidFill>
                <a:latin typeface="Consolas" panose="020B0609020204030204" pitchFamily="49" charset="0"/>
              </a:rPr>
              <a:t>Daire</a:t>
            </a:r>
            <a:endParaRPr lang="tr-TR" sz="1000" dirty="0">
              <a:solidFill>
                <a:srgbClr val="000000"/>
              </a:solidFill>
              <a:latin typeface="Consolas" panose="020B0609020204030204" pitchFamily="49" charset="0"/>
            </a:endParaRPr>
          </a:p>
          <a:p>
            <a:r>
              <a:rPr lang="tr-TR" sz="1000" dirty="0">
                <a:solidFill>
                  <a:srgbClr val="000000"/>
                </a:solidFill>
                <a:latin typeface="Consolas" panose="020B0609020204030204" pitchFamily="49" charset="0"/>
              </a:rPr>
              <a:t>        {</a:t>
            </a:r>
          </a:p>
          <a:p>
            <a:r>
              <a:rPr lang="tr-TR" sz="1000" dirty="0">
                <a:solidFill>
                  <a:srgbClr val="000000"/>
                </a:solidFill>
                <a:latin typeface="Consolas" panose="020B0609020204030204" pitchFamily="49" charset="0"/>
              </a:rPr>
              <a:t>            </a:t>
            </a:r>
            <a:r>
              <a:rPr lang="tr-TR" sz="1000" dirty="0" err="1">
                <a:solidFill>
                  <a:srgbClr val="0000FF"/>
                </a:solidFill>
                <a:latin typeface="Consolas" panose="020B0609020204030204" pitchFamily="49" charset="0"/>
              </a:rPr>
              <a:t>private</a:t>
            </a:r>
            <a:r>
              <a:rPr lang="tr-TR" sz="1000" dirty="0">
                <a:solidFill>
                  <a:srgbClr val="000000"/>
                </a:solidFill>
                <a:latin typeface="Consolas" panose="020B0609020204030204" pitchFamily="49" charset="0"/>
              </a:rPr>
              <a:t> </a:t>
            </a:r>
            <a:r>
              <a:rPr lang="tr-TR" sz="1000" dirty="0" err="1">
                <a:solidFill>
                  <a:srgbClr val="0000FF"/>
                </a:solidFill>
                <a:latin typeface="Consolas" panose="020B0609020204030204" pitchFamily="49" charset="0"/>
              </a:rPr>
              <a:t>string</a:t>
            </a:r>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binaAdi</a:t>
            </a:r>
            <a:r>
              <a:rPr lang="tr-TR" sz="1000" dirty="0">
                <a:solidFill>
                  <a:srgbClr val="000000"/>
                </a:solidFill>
                <a:latin typeface="Consolas" panose="020B0609020204030204" pitchFamily="49" charset="0"/>
              </a:rPr>
              <a:t>;</a:t>
            </a:r>
          </a:p>
          <a:p>
            <a:r>
              <a:rPr lang="tr-TR" sz="1000" dirty="0">
                <a:solidFill>
                  <a:srgbClr val="000000"/>
                </a:solidFill>
                <a:latin typeface="Consolas" panose="020B0609020204030204" pitchFamily="49" charset="0"/>
              </a:rPr>
              <a:t>            </a:t>
            </a:r>
            <a:r>
              <a:rPr lang="tr-TR" sz="1000" dirty="0" err="1">
                <a:solidFill>
                  <a:srgbClr val="0000FF"/>
                </a:solidFill>
                <a:latin typeface="Consolas" panose="020B0609020204030204" pitchFamily="49" charset="0"/>
              </a:rPr>
              <a:t>private</a:t>
            </a:r>
            <a:r>
              <a:rPr lang="tr-TR" sz="1000" dirty="0">
                <a:solidFill>
                  <a:srgbClr val="000000"/>
                </a:solidFill>
                <a:latin typeface="Consolas" panose="020B0609020204030204" pitchFamily="49" charset="0"/>
              </a:rPr>
              <a:t> </a:t>
            </a:r>
            <a:r>
              <a:rPr lang="tr-TR" sz="1000" dirty="0" err="1">
                <a:solidFill>
                  <a:srgbClr val="0000FF"/>
                </a:solidFill>
                <a:latin typeface="Consolas" panose="020B0609020204030204" pitchFamily="49" charset="0"/>
              </a:rPr>
              <a:t>int</a:t>
            </a:r>
            <a:r>
              <a:rPr lang="tr-TR" sz="1000" dirty="0">
                <a:solidFill>
                  <a:srgbClr val="000000"/>
                </a:solidFill>
                <a:latin typeface="Consolas" panose="020B0609020204030204" pitchFamily="49" charset="0"/>
              </a:rPr>
              <a:t> kat;</a:t>
            </a:r>
          </a:p>
          <a:p>
            <a:r>
              <a:rPr lang="pl-PL" sz="1000" dirty="0">
                <a:solidFill>
                  <a:srgbClr val="000000"/>
                </a:solidFill>
                <a:latin typeface="Consolas" panose="020B0609020204030204" pitchFamily="49" charset="0"/>
              </a:rPr>
              <a:t>            List&lt;Oda&gt; o = </a:t>
            </a:r>
            <a:r>
              <a:rPr lang="pl-PL" sz="1000" dirty="0">
                <a:solidFill>
                  <a:srgbClr val="0000FF"/>
                </a:solidFill>
                <a:latin typeface="Consolas" panose="020B0609020204030204" pitchFamily="49" charset="0"/>
              </a:rPr>
              <a:t>new</a:t>
            </a:r>
            <a:r>
              <a:rPr lang="pl-PL" sz="1000" dirty="0">
                <a:solidFill>
                  <a:srgbClr val="000000"/>
                </a:solidFill>
                <a:latin typeface="Consolas" panose="020B0609020204030204" pitchFamily="49" charset="0"/>
              </a:rPr>
              <a:t> List&lt;Oda&gt;();</a:t>
            </a:r>
          </a:p>
          <a:p>
            <a:r>
              <a:rPr lang="tr-TR" sz="1000" dirty="0">
                <a:solidFill>
                  <a:srgbClr val="000000"/>
                </a:solidFill>
                <a:latin typeface="Consolas" panose="020B0609020204030204" pitchFamily="49" charset="0"/>
              </a:rPr>
              <a:t>            </a:t>
            </a:r>
            <a:r>
              <a:rPr lang="tr-TR" sz="1000" dirty="0" err="1">
                <a:solidFill>
                  <a:srgbClr val="0000FF"/>
                </a:solidFill>
                <a:latin typeface="Consolas" panose="020B0609020204030204" pitchFamily="49" charset="0"/>
              </a:rPr>
              <a:t>public</a:t>
            </a:r>
            <a:r>
              <a:rPr lang="tr-TR" sz="1000" dirty="0">
                <a:solidFill>
                  <a:srgbClr val="000000"/>
                </a:solidFill>
                <a:latin typeface="Consolas" panose="020B0609020204030204" pitchFamily="49" charset="0"/>
              </a:rPr>
              <a:t> </a:t>
            </a:r>
            <a:r>
              <a:rPr lang="tr-TR" sz="1000" dirty="0">
                <a:solidFill>
                  <a:srgbClr val="2B91AF"/>
                </a:solidFill>
                <a:latin typeface="Consolas" panose="020B0609020204030204" pitchFamily="49" charset="0"/>
              </a:rPr>
              <a:t>Daire</a:t>
            </a:r>
            <a:r>
              <a:rPr lang="tr-TR" sz="1000" dirty="0">
                <a:solidFill>
                  <a:srgbClr val="000000"/>
                </a:solidFill>
                <a:latin typeface="Consolas" panose="020B0609020204030204" pitchFamily="49" charset="0"/>
              </a:rPr>
              <a:t>()</a:t>
            </a:r>
          </a:p>
          <a:p>
            <a:r>
              <a:rPr lang="tr-TR" sz="1000" dirty="0">
                <a:solidFill>
                  <a:srgbClr val="000000"/>
                </a:solidFill>
                <a:latin typeface="Consolas" panose="020B0609020204030204" pitchFamily="49" charset="0"/>
              </a:rPr>
              <a:t>            {</a:t>
            </a:r>
          </a:p>
          <a:p>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binaAdi</a:t>
            </a:r>
            <a:r>
              <a:rPr lang="tr-TR" sz="1000" dirty="0">
                <a:solidFill>
                  <a:srgbClr val="000000"/>
                </a:solidFill>
                <a:latin typeface="Consolas" panose="020B0609020204030204" pitchFamily="49" charset="0"/>
              </a:rPr>
              <a:t> = </a:t>
            </a:r>
            <a:r>
              <a:rPr lang="tr-TR" sz="1000" dirty="0">
                <a:solidFill>
                  <a:srgbClr val="A31515"/>
                </a:solidFill>
                <a:latin typeface="Consolas" panose="020B0609020204030204" pitchFamily="49" charset="0"/>
              </a:rPr>
              <a:t>""</a:t>
            </a:r>
            <a:r>
              <a:rPr lang="tr-TR" sz="1000" dirty="0">
                <a:solidFill>
                  <a:srgbClr val="000000"/>
                </a:solidFill>
                <a:latin typeface="Consolas" panose="020B0609020204030204" pitchFamily="49" charset="0"/>
              </a:rPr>
              <a:t>;</a:t>
            </a:r>
          </a:p>
          <a:p>
            <a:r>
              <a:rPr lang="tr-TR" sz="1000" dirty="0">
                <a:solidFill>
                  <a:srgbClr val="000000"/>
                </a:solidFill>
                <a:latin typeface="Consolas" panose="020B0609020204030204" pitchFamily="49" charset="0"/>
              </a:rPr>
              <a:t>                kat = 0;</a:t>
            </a:r>
          </a:p>
          <a:p>
            <a:r>
              <a:rPr lang="tr-TR" sz="1000" dirty="0">
                <a:solidFill>
                  <a:srgbClr val="000000"/>
                </a:solidFill>
                <a:latin typeface="Consolas" panose="020B0609020204030204" pitchFamily="49" charset="0"/>
              </a:rPr>
              <a:t>            </a:t>
            </a:r>
          </a:p>
          <a:p>
            <a:r>
              <a:rPr lang="tr-TR" sz="1000" dirty="0">
                <a:solidFill>
                  <a:srgbClr val="000000"/>
                </a:solidFill>
                <a:latin typeface="Consolas" panose="020B0609020204030204" pitchFamily="49" charset="0"/>
              </a:rPr>
              <a:t>            }</a:t>
            </a:r>
          </a:p>
          <a:p>
            <a:r>
              <a:rPr lang="tr-TR" sz="1000" dirty="0">
                <a:solidFill>
                  <a:srgbClr val="000000"/>
                </a:solidFill>
                <a:latin typeface="Consolas" panose="020B0609020204030204" pitchFamily="49" charset="0"/>
              </a:rPr>
              <a:t>            </a:t>
            </a:r>
            <a:r>
              <a:rPr lang="tr-TR" sz="1000" dirty="0" err="1">
                <a:solidFill>
                  <a:srgbClr val="0000FF"/>
                </a:solidFill>
                <a:latin typeface="Consolas" panose="020B0609020204030204" pitchFamily="49" charset="0"/>
              </a:rPr>
              <a:t>public</a:t>
            </a:r>
            <a:r>
              <a:rPr lang="tr-TR" sz="1000" dirty="0">
                <a:solidFill>
                  <a:srgbClr val="000000"/>
                </a:solidFill>
                <a:latin typeface="Consolas" panose="020B0609020204030204" pitchFamily="49" charset="0"/>
              </a:rPr>
              <a:t> </a:t>
            </a:r>
            <a:r>
              <a:rPr lang="tr-TR" sz="1000" dirty="0">
                <a:solidFill>
                  <a:srgbClr val="2B91AF"/>
                </a:solidFill>
                <a:latin typeface="Consolas" panose="020B0609020204030204" pitchFamily="49" charset="0"/>
              </a:rPr>
              <a:t>Daire</a:t>
            </a:r>
            <a:r>
              <a:rPr lang="tr-TR" sz="1000" dirty="0">
                <a:solidFill>
                  <a:srgbClr val="000000"/>
                </a:solidFill>
                <a:latin typeface="Consolas" panose="020B0609020204030204" pitchFamily="49" charset="0"/>
              </a:rPr>
              <a:t>(</a:t>
            </a:r>
            <a:r>
              <a:rPr lang="tr-TR" sz="1000" dirty="0" err="1">
                <a:solidFill>
                  <a:srgbClr val="0000FF"/>
                </a:solidFill>
                <a:latin typeface="Consolas" panose="020B0609020204030204" pitchFamily="49" charset="0"/>
              </a:rPr>
              <a:t>string</a:t>
            </a:r>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ba</a:t>
            </a:r>
            <a:r>
              <a:rPr lang="tr-TR" sz="1000" dirty="0">
                <a:solidFill>
                  <a:srgbClr val="000000"/>
                </a:solidFill>
                <a:latin typeface="Consolas" panose="020B0609020204030204" pitchFamily="49" charset="0"/>
              </a:rPr>
              <a:t>, </a:t>
            </a:r>
            <a:r>
              <a:rPr lang="tr-TR" sz="1000" dirty="0" err="1">
                <a:solidFill>
                  <a:srgbClr val="0000FF"/>
                </a:solidFill>
                <a:latin typeface="Consolas" panose="020B0609020204030204" pitchFamily="49" charset="0"/>
              </a:rPr>
              <a:t>int</a:t>
            </a:r>
            <a:r>
              <a:rPr lang="tr-TR" sz="1000" dirty="0">
                <a:solidFill>
                  <a:srgbClr val="000000"/>
                </a:solidFill>
                <a:latin typeface="Consolas" panose="020B0609020204030204" pitchFamily="49" charset="0"/>
              </a:rPr>
              <a:t> k, Oda[] o1)</a:t>
            </a:r>
          </a:p>
          <a:p>
            <a:r>
              <a:rPr lang="tr-TR" sz="1000" dirty="0">
                <a:solidFill>
                  <a:srgbClr val="000000"/>
                </a:solidFill>
                <a:latin typeface="Consolas" panose="020B0609020204030204" pitchFamily="49" charset="0"/>
              </a:rPr>
              <a:t>            {</a:t>
            </a:r>
          </a:p>
          <a:p>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binaAdi</a:t>
            </a:r>
            <a:r>
              <a:rPr lang="tr-TR" sz="1000" dirty="0">
                <a:solidFill>
                  <a:srgbClr val="000000"/>
                </a:solidFill>
                <a:latin typeface="Consolas" panose="020B0609020204030204" pitchFamily="49" charset="0"/>
              </a:rPr>
              <a:t> = </a:t>
            </a:r>
            <a:r>
              <a:rPr lang="tr-TR" sz="1000" dirty="0" err="1">
                <a:solidFill>
                  <a:srgbClr val="000000"/>
                </a:solidFill>
                <a:latin typeface="Consolas" panose="020B0609020204030204" pitchFamily="49" charset="0"/>
              </a:rPr>
              <a:t>ba</a:t>
            </a:r>
            <a:r>
              <a:rPr lang="tr-TR" sz="1000" dirty="0">
                <a:solidFill>
                  <a:srgbClr val="000000"/>
                </a:solidFill>
                <a:latin typeface="Consolas" panose="020B0609020204030204" pitchFamily="49" charset="0"/>
              </a:rPr>
              <a:t>;</a:t>
            </a:r>
          </a:p>
          <a:p>
            <a:r>
              <a:rPr lang="tr-TR" sz="1000" dirty="0">
                <a:solidFill>
                  <a:srgbClr val="000000"/>
                </a:solidFill>
                <a:latin typeface="Consolas" panose="020B0609020204030204" pitchFamily="49" charset="0"/>
              </a:rPr>
              <a:t>                kat = k;</a:t>
            </a:r>
          </a:p>
          <a:p>
            <a:r>
              <a:rPr lang="tr-TR" sz="1000" dirty="0">
                <a:solidFill>
                  <a:srgbClr val="000000"/>
                </a:solidFill>
                <a:latin typeface="Consolas" panose="020B0609020204030204" pitchFamily="49" charset="0"/>
              </a:rPr>
              <a:t>                </a:t>
            </a:r>
            <a:r>
              <a:rPr lang="tr-TR" sz="1000" dirty="0" err="1">
                <a:solidFill>
                  <a:srgbClr val="0000FF"/>
                </a:solidFill>
                <a:latin typeface="Consolas" panose="020B0609020204030204" pitchFamily="49" charset="0"/>
              </a:rPr>
              <a:t>for</a:t>
            </a:r>
            <a:r>
              <a:rPr lang="tr-TR" sz="1000" dirty="0">
                <a:solidFill>
                  <a:srgbClr val="000000"/>
                </a:solidFill>
                <a:latin typeface="Consolas" panose="020B0609020204030204" pitchFamily="49" charset="0"/>
              </a:rPr>
              <a:t> (</a:t>
            </a:r>
            <a:r>
              <a:rPr lang="tr-TR" sz="1000" dirty="0" err="1">
                <a:solidFill>
                  <a:srgbClr val="0000FF"/>
                </a:solidFill>
                <a:latin typeface="Consolas" panose="020B0609020204030204" pitchFamily="49" charset="0"/>
              </a:rPr>
              <a:t>int</a:t>
            </a:r>
            <a:r>
              <a:rPr lang="tr-TR" sz="1000" dirty="0">
                <a:solidFill>
                  <a:srgbClr val="000000"/>
                </a:solidFill>
                <a:latin typeface="Consolas" panose="020B0609020204030204" pitchFamily="49" charset="0"/>
              </a:rPr>
              <a:t> i = 0; i &lt; o1.Length; i++)</a:t>
            </a:r>
          </a:p>
          <a:p>
            <a:r>
              <a:rPr lang="tr-TR" sz="1000" dirty="0">
                <a:solidFill>
                  <a:srgbClr val="000000"/>
                </a:solidFill>
                <a:latin typeface="Consolas" panose="020B0609020204030204" pitchFamily="49" charset="0"/>
              </a:rPr>
              <a:t>                {</a:t>
            </a:r>
          </a:p>
          <a:p>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o.Add</a:t>
            </a:r>
            <a:r>
              <a:rPr lang="tr-TR" sz="1000" dirty="0">
                <a:solidFill>
                  <a:srgbClr val="000000"/>
                </a:solidFill>
                <a:latin typeface="Consolas" panose="020B0609020204030204" pitchFamily="49" charset="0"/>
              </a:rPr>
              <a:t>( o1[i]);</a:t>
            </a:r>
          </a:p>
          <a:p>
            <a:r>
              <a:rPr lang="tr-TR" sz="1000" dirty="0">
                <a:solidFill>
                  <a:srgbClr val="000000"/>
                </a:solidFill>
                <a:latin typeface="Consolas" panose="020B0609020204030204" pitchFamily="49" charset="0"/>
              </a:rPr>
              <a:t>                }</a:t>
            </a:r>
          </a:p>
          <a:p>
            <a:r>
              <a:rPr lang="tr-TR" sz="1000" dirty="0">
                <a:solidFill>
                  <a:srgbClr val="000000"/>
                </a:solidFill>
                <a:latin typeface="Consolas" panose="020B0609020204030204" pitchFamily="49" charset="0"/>
              </a:rPr>
              <a:t>            }</a:t>
            </a:r>
          </a:p>
          <a:p>
            <a:r>
              <a:rPr lang="tr-TR" sz="1000" dirty="0">
                <a:solidFill>
                  <a:srgbClr val="000000"/>
                </a:solidFill>
                <a:latin typeface="Consolas" panose="020B0609020204030204" pitchFamily="49" charset="0"/>
              </a:rPr>
              <a:t>            </a:t>
            </a:r>
            <a:r>
              <a:rPr lang="tr-TR" sz="1000" dirty="0" err="1">
                <a:solidFill>
                  <a:srgbClr val="0000FF"/>
                </a:solidFill>
                <a:latin typeface="Consolas" panose="020B0609020204030204" pitchFamily="49" charset="0"/>
              </a:rPr>
              <a:t>public</a:t>
            </a:r>
            <a:r>
              <a:rPr lang="tr-TR" sz="1000" dirty="0">
                <a:solidFill>
                  <a:srgbClr val="000000"/>
                </a:solidFill>
                <a:latin typeface="Consolas" panose="020B0609020204030204" pitchFamily="49" charset="0"/>
              </a:rPr>
              <a:t> </a:t>
            </a:r>
            <a:r>
              <a:rPr lang="tr-TR" sz="1000" dirty="0">
                <a:solidFill>
                  <a:srgbClr val="2B91AF"/>
                </a:solidFill>
                <a:latin typeface="Consolas" panose="020B0609020204030204" pitchFamily="49" charset="0"/>
              </a:rPr>
              <a:t>Daire</a:t>
            </a:r>
            <a:r>
              <a:rPr lang="tr-TR" sz="1000" dirty="0">
                <a:solidFill>
                  <a:srgbClr val="000000"/>
                </a:solidFill>
                <a:latin typeface="Consolas" panose="020B0609020204030204" pitchFamily="49" charset="0"/>
              </a:rPr>
              <a:t>(</a:t>
            </a:r>
            <a:r>
              <a:rPr lang="tr-TR" sz="1000" dirty="0" err="1">
                <a:solidFill>
                  <a:srgbClr val="0000FF"/>
                </a:solidFill>
                <a:latin typeface="Consolas" panose="020B0609020204030204" pitchFamily="49" charset="0"/>
              </a:rPr>
              <a:t>string</a:t>
            </a:r>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ba</a:t>
            </a:r>
            <a:r>
              <a:rPr lang="tr-TR" sz="1000" dirty="0">
                <a:solidFill>
                  <a:srgbClr val="000000"/>
                </a:solidFill>
                <a:latin typeface="Consolas" panose="020B0609020204030204" pitchFamily="49" charset="0"/>
              </a:rPr>
              <a:t>, </a:t>
            </a:r>
            <a:r>
              <a:rPr lang="tr-TR" sz="1000" dirty="0" err="1">
                <a:solidFill>
                  <a:srgbClr val="0000FF"/>
                </a:solidFill>
                <a:latin typeface="Consolas" panose="020B0609020204030204" pitchFamily="49" charset="0"/>
              </a:rPr>
              <a:t>int</a:t>
            </a:r>
            <a:r>
              <a:rPr lang="tr-TR" sz="1000" dirty="0">
                <a:solidFill>
                  <a:srgbClr val="000000"/>
                </a:solidFill>
                <a:latin typeface="Consolas" panose="020B0609020204030204" pitchFamily="49" charset="0"/>
              </a:rPr>
              <a:t> k, </a:t>
            </a:r>
            <a:r>
              <a:rPr lang="tr-TR" sz="1000" dirty="0" err="1">
                <a:solidFill>
                  <a:srgbClr val="0000FF"/>
                </a:solidFill>
                <a:latin typeface="Consolas" panose="020B0609020204030204" pitchFamily="49" charset="0"/>
              </a:rPr>
              <a:t>int</a:t>
            </a:r>
            <a:r>
              <a:rPr lang="tr-TR" sz="1000" dirty="0">
                <a:solidFill>
                  <a:srgbClr val="000000"/>
                </a:solidFill>
                <a:latin typeface="Consolas" panose="020B0609020204030204" pitchFamily="49" charset="0"/>
              </a:rPr>
              <a:t> n)</a:t>
            </a:r>
          </a:p>
          <a:p>
            <a:r>
              <a:rPr lang="tr-TR" sz="1000" dirty="0">
                <a:solidFill>
                  <a:srgbClr val="000000"/>
                </a:solidFill>
                <a:latin typeface="Consolas" panose="020B0609020204030204" pitchFamily="49" charset="0"/>
              </a:rPr>
              <a:t>            {</a:t>
            </a:r>
          </a:p>
          <a:p>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binaAdi</a:t>
            </a:r>
            <a:r>
              <a:rPr lang="tr-TR" sz="1000" dirty="0">
                <a:solidFill>
                  <a:srgbClr val="000000"/>
                </a:solidFill>
                <a:latin typeface="Consolas" panose="020B0609020204030204" pitchFamily="49" charset="0"/>
              </a:rPr>
              <a:t> = </a:t>
            </a:r>
            <a:r>
              <a:rPr lang="tr-TR" sz="1000" dirty="0" err="1">
                <a:solidFill>
                  <a:srgbClr val="000000"/>
                </a:solidFill>
                <a:latin typeface="Consolas" panose="020B0609020204030204" pitchFamily="49" charset="0"/>
              </a:rPr>
              <a:t>ba</a:t>
            </a:r>
            <a:r>
              <a:rPr lang="tr-TR" sz="1000" dirty="0">
                <a:solidFill>
                  <a:srgbClr val="000000"/>
                </a:solidFill>
                <a:latin typeface="Consolas" panose="020B0609020204030204" pitchFamily="49" charset="0"/>
              </a:rPr>
              <a:t>;</a:t>
            </a:r>
          </a:p>
          <a:p>
            <a:r>
              <a:rPr lang="tr-TR" sz="1000" dirty="0">
                <a:solidFill>
                  <a:srgbClr val="000000"/>
                </a:solidFill>
                <a:latin typeface="Consolas" panose="020B0609020204030204" pitchFamily="49" charset="0"/>
              </a:rPr>
              <a:t>                kat = k;</a:t>
            </a:r>
          </a:p>
          <a:p>
            <a:r>
              <a:rPr lang="nn-NO" sz="1000" dirty="0">
                <a:solidFill>
                  <a:srgbClr val="000000"/>
                </a:solidFill>
                <a:latin typeface="Consolas" panose="020B0609020204030204" pitchFamily="49" charset="0"/>
              </a:rPr>
              <a:t>                </a:t>
            </a:r>
            <a:r>
              <a:rPr lang="nn-NO" sz="1000" dirty="0">
                <a:solidFill>
                  <a:srgbClr val="0000FF"/>
                </a:solidFill>
                <a:latin typeface="Consolas" panose="020B0609020204030204" pitchFamily="49" charset="0"/>
              </a:rPr>
              <a:t>for</a:t>
            </a:r>
            <a:r>
              <a:rPr lang="nn-NO" sz="1000" dirty="0">
                <a:solidFill>
                  <a:srgbClr val="000000"/>
                </a:solidFill>
                <a:latin typeface="Consolas" panose="020B0609020204030204" pitchFamily="49" charset="0"/>
              </a:rPr>
              <a:t> (</a:t>
            </a:r>
            <a:r>
              <a:rPr lang="nn-NO" sz="1000" dirty="0">
                <a:solidFill>
                  <a:srgbClr val="0000FF"/>
                </a:solidFill>
                <a:latin typeface="Consolas" panose="020B0609020204030204" pitchFamily="49" charset="0"/>
              </a:rPr>
              <a:t>int</a:t>
            </a:r>
            <a:r>
              <a:rPr lang="nn-NO" sz="1000" dirty="0">
                <a:solidFill>
                  <a:srgbClr val="000000"/>
                </a:solidFill>
                <a:latin typeface="Consolas" panose="020B0609020204030204" pitchFamily="49" charset="0"/>
              </a:rPr>
              <a:t> i = 0; i &lt; n; i++)</a:t>
            </a:r>
          </a:p>
          <a:p>
            <a:r>
              <a:rPr lang="tr-TR" sz="1000" dirty="0">
                <a:solidFill>
                  <a:srgbClr val="000000"/>
                </a:solidFill>
                <a:latin typeface="Consolas" panose="020B0609020204030204" pitchFamily="49" charset="0"/>
              </a:rPr>
              <a:t>                {</a:t>
            </a:r>
          </a:p>
          <a:p>
            <a:r>
              <a:rPr lang="nn-NO" sz="1000" dirty="0">
                <a:solidFill>
                  <a:srgbClr val="000000"/>
                </a:solidFill>
                <a:latin typeface="Consolas" panose="020B0609020204030204" pitchFamily="49" charset="0"/>
              </a:rPr>
              <a:t>                Oda og = </a:t>
            </a:r>
            <a:r>
              <a:rPr lang="nn-NO" sz="1000" dirty="0">
                <a:solidFill>
                  <a:srgbClr val="0000FF"/>
                </a:solidFill>
                <a:latin typeface="Consolas" panose="020B0609020204030204" pitchFamily="49" charset="0"/>
              </a:rPr>
              <a:t>new</a:t>
            </a:r>
            <a:r>
              <a:rPr lang="nn-NO" sz="1000" dirty="0">
                <a:solidFill>
                  <a:srgbClr val="000000"/>
                </a:solidFill>
                <a:latin typeface="Consolas" panose="020B0609020204030204" pitchFamily="49" charset="0"/>
              </a:rPr>
              <a:t> Oda(</a:t>
            </a:r>
            <a:r>
              <a:rPr lang="nn-NO" sz="1000" dirty="0">
                <a:solidFill>
                  <a:srgbClr val="A31515"/>
                </a:solidFill>
                <a:latin typeface="Consolas" panose="020B0609020204030204" pitchFamily="49" charset="0"/>
              </a:rPr>
              <a:t>""</a:t>
            </a:r>
            <a:r>
              <a:rPr lang="nn-NO" sz="1000" dirty="0">
                <a:solidFill>
                  <a:srgbClr val="000000"/>
                </a:solidFill>
                <a:latin typeface="Consolas" panose="020B0609020204030204" pitchFamily="49" charset="0"/>
              </a:rPr>
              <a:t>, 0, 0, 0);</a:t>
            </a:r>
          </a:p>
          <a:p>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og.input</a:t>
            </a:r>
            <a:r>
              <a:rPr lang="tr-TR" sz="1000" dirty="0">
                <a:solidFill>
                  <a:srgbClr val="000000"/>
                </a:solidFill>
                <a:latin typeface="Consolas" panose="020B0609020204030204" pitchFamily="49" charset="0"/>
              </a:rPr>
              <a:t>();</a:t>
            </a:r>
          </a:p>
          <a:p>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o.Add</a:t>
            </a:r>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og</a:t>
            </a:r>
            <a:r>
              <a:rPr lang="tr-TR" sz="1000" dirty="0">
                <a:solidFill>
                  <a:srgbClr val="000000"/>
                </a:solidFill>
                <a:latin typeface="Consolas" panose="020B0609020204030204" pitchFamily="49" charset="0"/>
              </a:rPr>
              <a:t>);</a:t>
            </a:r>
          </a:p>
          <a:p>
            <a:r>
              <a:rPr lang="tr-TR" sz="1000" dirty="0">
                <a:solidFill>
                  <a:srgbClr val="000000"/>
                </a:solidFill>
                <a:latin typeface="Consolas" panose="020B0609020204030204" pitchFamily="49" charset="0"/>
              </a:rPr>
              <a:t>                </a:t>
            </a:r>
          </a:p>
          <a:p>
            <a:r>
              <a:rPr lang="tr-TR" sz="1000" dirty="0">
                <a:solidFill>
                  <a:srgbClr val="000000"/>
                </a:solidFill>
                <a:latin typeface="Consolas" panose="020B0609020204030204" pitchFamily="49" charset="0"/>
              </a:rPr>
              <a:t>                }</a:t>
            </a:r>
          </a:p>
          <a:p>
            <a:r>
              <a:rPr lang="tr-TR" sz="1000" dirty="0">
                <a:solidFill>
                  <a:srgbClr val="000000"/>
                </a:solidFill>
                <a:latin typeface="Consolas" panose="020B0609020204030204" pitchFamily="49" charset="0"/>
              </a:rPr>
              <a:t>            }</a:t>
            </a:r>
          </a:p>
          <a:p>
            <a:r>
              <a:rPr lang="tr-TR" sz="1000" dirty="0">
                <a:solidFill>
                  <a:srgbClr val="000000"/>
                </a:solidFill>
                <a:latin typeface="Consolas" panose="020B0609020204030204" pitchFamily="49" charset="0"/>
              </a:rPr>
              <a:t>            </a:t>
            </a:r>
            <a:r>
              <a:rPr lang="tr-TR" sz="1000" dirty="0" err="1">
                <a:solidFill>
                  <a:srgbClr val="0000FF"/>
                </a:solidFill>
                <a:latin typeface="Consolas" panose="020B0609020204030204" pitchFamily="49" charset="0"/>
              </a:rPr>
              <a:t>public</a:t>
            </a:r>
            <a:r>
              <a:rPr lang="tr-TR" sz="1000" dirty="0">
                <a:solidFill>
                  <a:srgbClr val="000000"/>
                </a:solidFill>
                <a:latin typeface="Consolas" panose="020B0609020204030204" pitchFamily="49" charset="0"/>
              </a:rPr>
              <a:t> </a:t>
            </a:r>
            <a:r>
              <a:rPr lang="tr-TR" sz="1000" dirty="0" err="1">
                <a:solidFill>
                  <a:srgbClr val="0000FF"/>
                </a:solidFill>
                <a:latin typeface="Consolas" panose="020B0609020204030204" pitchFamily="49" charset="0"/>
              </a:rPr>
              <a:t>void</a:t>
            </a:r>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yazdir</a:t>
            </a:r>
            <a:r>
              <a:rPr lang="tr-TR" sz="1000" dirty="0">
                <a:solidFill>
                  <a:srgbClr val="000000"/>
                </a:solidFill>
                <a:latin typeface="Consolas" panose="020B0609020204030204" pitchFamily="49" charset="0"/>
              </a:rPr>
              <a:t>()</a:t>
            </a:r>
          </a:p>
          <a:p>
            <a:r>
              <a:rPr lang="tr-TR" sz="1000" dirty="0">
                <a:solidFill>
                  <a:srgbClr val="000000"/>
                </a:solidFill>
                <a:latin typeface="Consolas" panose="020B0609020204030204" pitchFamily="49" charset="0"/>
              </a:rPr>
              <a:t>            {</a:t>
            </a:r>
          </a:p>
          <a:p>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Console.WriteLine</a:t>
            </a:r>
            <a:r>
              <a:rPr lang="tr-TR" sz="1000" dirty="0">
                <a:solidFill>
                  <a:srgbClr val="000000"/>
                </a:solidFill>
                <a:latin typeface="Consolas" panose="020B0609020204030204" pitchFamily="49" charset="0"/>
              </a:rPr>
              <a:t>(</a:t>
            </a:r>
            <a:r>
              <a:rPr lang="tr-TR" sz="1000" dirty="0">
                <a:solidFill>
                  <a:srgbClr val="A31515"/>
                </a:solidFill>
                <a:latin typeface="Consolas" panose="020B0609020204030204" pitchFamily="49" charset="0"/>
              </a:rPr>
              <a:t>" Bina adını gir: "</a:t>
            </a:r>
            <a:r>
              <a:rPr lang="tr-TR" sz="1000" dirty="0">
                <a:solidFill>
                  <a:srgbClr val="000000"/>
                </a:solidFill>
                <a:latin typeface="Consolas" panose="020B0609020204030204" pitchFamily="49" charset="0"/>
              </a:rPr>
              <a:t> + </a:t>
            </a:r>
            <a:r>
              <a:rPr lang="tr-TR" sz="1000" dirty="0" err="1">
                <a:solidFill>
                  <a:srgbClr val="000000"/>
                </a:solidFill>
                <a:latin typeface="Consolas" panose="020B0609020204030204" pitchFamily="49" charset="0"/>
              </a:rPr>
              <a:t>binaAdi</a:t>
            </a:r>
            <a:r>
              <a:rPr lang="tr-TR" sz="1000" dirty="0">
                <a:solidFill>
                  <a:srgbClr val="000000"/>
                </a:solidFill>
                <a:latin typeface="Consolas" panose="020B0609020204030204" pitchFamily="49" charset="0"/>
              </a:rPr>
              <a:t>);</a:t>
            </a:r>
          </a:p>
          <a:p>
            <a:r>
              <a:rPr lang="fi-FI" sz="1000" dirty="0">
                <a:solidFill>
                  <a:srgbClr val="000000"/>
                </a:solidFill>
                <a:latin typeface="Consolas" panose="020B0609020204030204" pitchFamily="49" charset="0"/>
              </a:rPr>
              <a:t>                Console.WriteLine(</a:t>
            </a:r>
            <a:r>
              <a:rPr lang="fi-FI" sz="1000" dirty="0">
                <a:solidFill>
                  <a:srgbClr val="A31515"/>
                </a:solidFill>
                <a:latin typeface="Consolas" panose="020B0609020204030204" pitchFamily="49" charset="0"/>
              </a:rPr>
              <a:t>" Bulunduğu kat : "</a:t>
            </a:r>
            <a:r>
              <a:rPr lang="fi-FI" sz="1000" dirty="0">
                <a:solidFill>
                  <a:srgbClr val="000000"/>
                </a:solidFill>
                <a:latin typeface="Consolas" panose="020B0609020204030204" pitchFamily="49" charset="0"/>
              </a:rPr>
              <a:t> + kat);</a:t>
            </a:r>
          </a:p>
          <a:p>
            <a:r>
              <a:rPr lang="nn-NO" sz="1000" dirty="0">
                <a:solidFill>
                  <a:srgbClr val="000000"/>
                </a:solidFill>
                <a:latin typeface="Consolas" panose="020B0609020204030204" pitchFamily="49" charset="0"/>
              </a:rPr>
              <a:t>            </a:t>
            </a:r>
            <a:r>
              <a:rPr lang="nn-NO" sz="1000" dirty="0">
                <a:solidFill>
                  <a:srgbClr val="0000FF"/>
                </a:solidFill>
                <a:latin typeface="Consolas" panose="020B0609020204030204" pitchFamily="49" charset="0"/>
              </a:rPr>
              <a:t>foreach</a:t>
            </a:r>
            <a:r>
              <a:rPr lang="nn-NO" sz="1000" dirty="0">
                <a:solidFill>
                  <a:srgbClr val="000000"/>
                </a:solidFill>
                <a:latin typeface="Consolas" panose="020B0609020204030204" pitchFamily="49" charset="0"/>
              </a:rPr>
              <a:t>(Oda og </a:t>
            </a:r>
            <a:r>
              <a:rPr lang="nn-NO" sz="1000" dirty="0">
                <a:solidFill>
                  <a:srgbClr val="0000FF"/>
                </a:solidFill>
                <a:latin typeface="Consolas" panose="020B0609020204030204" pitchFamily="49" charset="0"/>
              </a:rPr>
              <a:t>in</a:t>
            </a:r>
            <a:r>
              <a:rPr lang="nn-NO" sz="1000" dirty="0">
                <a:solidFill>
                  <a:srgbClr val="000000"/>
                </a:solidFill>
                <a:latin typeface="Consolas" panose="020B0609020204030204" pitchFamily="49" charset="0"/>
              </a:rPr>
              <a:t> o)</a:t>
            </a:r>
          </a:p>
          <a:p>
            <a:r>
              <a:rPr lang="tr-TR" sz="1000" dirty="0">
                <a:solidFill>
                  <a:srgbClr val="000000"/>
                </a:solidFill>
                <a:latin typeface="Consolas" panose="020B0609020204030204" pitchFamily="49" charset="0"/>
              </a:rPr>
              <a:t>               </a:t>
            </a:r>
          </a:p>
          <a:p>
            <a:r>
              <a:rPr lang="tr-TR" sz="1000" dirty="0">
                <a:solidFill>
                  <a:srgbClr val="000000"/>
                </a:solidFill>
                <a:latin typeface="Consolas" panose="020B0609020204030204" pitchFamily="49" charset="0"/>
              </a:rPr>
              <a:t>                {</a:t>
            </a:r>
          </a:p>
          <a:p>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og.yazdir</a:t>
            </a:r>
            <a:r>
              <a:rPr lang="tr-TR" sz="1000" dirty="0">
                <a:solidFill>
                  <a:srgbClr val="000000"/>
                </a:solidFill>
                <a:latin typeface="Consolas" panose="020B0609020204030204" pitchFamily="49" charset="0"/>
              </a:rPr>
              <a:t>();</a:t>
            </a:r>
          </a:p>
          <a:p>
            <a:r>
              <a:rPr lang="tr-TR" sz="1000" dirty="0">
                <a:solidFill>
                  <a:srgbClr val="000000"/>
                </a:solidFill>
                <a:latin typeface="Consolas" panose="020B0609020204030204" pitchFamily="49" charset="0"/>
              </a:rPr>
              <a:t>                }</a:t>
            </a:r>
          </a:p>
          <a:p>
            <a:r>
              <a:rPr lang="tr-TR" sz="1000" dirty="0">
                <a:solidFill>
                  <a:srgbClr val="000000"/>
                </a:solidFill>
                <a:latin typeface="Consolas" panose="020B0609020204030204" pitchFamily="49" charset="0"/>
              </a:rPr>
              <a:t>            }</a:t>
            </a:r>
          </a:p>
        </p:txBody>
      </p:sp>
      <p:sp>
        <p:nvSpPr>
          <p:cNvPr id="5" name="Dikdörtgen 4">
            <a:extLst>
              <a:ext uri="{FF2B5EF4-FFF2-40B4-BE49-F238E27FC236}">
                <a16:creationId xmlns:a16="http://schemas.microsoft.com/office/drawing/2014/main" id="{5D05E8E6-A38B-465D-AE70-56EEAA042CEB}"/>
              </a:ext>
            </a:extLst>
          </p:cNvPr>
          <p:cNvSpPr/>
          <p:nvPr/>
        </p:nvSpPr>
        <p:spPr>
          <a:xfrm>
            <a:off x="5265336" y="620682"/>
            <a:ext cx="6822830" cy="3970318"/>
          </a:xfrm>
          <a:prstGeom prst="rect">
            <a:avLst/>
          </a:prstGeom>
          <a:solidFill>
            <a:schemeClr val="bg1">
              <a:lumMod val="20000"/>
              <a:lumOff val="80000"/>
            </a:schemeClr>
          </a:solidFill>
        </p:spPr>
        <p:txBody>
          <a:bodyPr wrap="square">
            <a:spAutoFit/>
          </a:bodyPr>
          <a:lstStyle/>
          <a:p>
            <a:pPr lvl="0"/>
            <a:r>
              <a:rPr lang="tr-TR" sz="1400" dirty="0">
                <a:solidFill>
                  <a:srgbClr val="000000"/>
                </a:solidFill>
                <a:latin typeface="Consolas" panose="020B0609020204030204" pitchFamily="49" charset="0"/>
              </a:rPr>
              <a:t> </a:t>
            </a:r>
            <a:r>
              <a:rPr lang="tr-TR" sz="1400" dirty="0" err="1">
                <a:solidFill>
                  <a:srgbClr val="0000FF"/>
                </a:solidFill>
                <a:latin typeface="Consolas" panose="020B0609020204030204" pitchFamily="49" charset="0"/>
              </a:rPr>
              <a:t>public</a:t>
            </a:r>
            <a:r>
              <a:rPr lang="tr-TR" sz="1400" dirty="0">
                <a:solidFill>
                  <a:srgbClr val="000000"/>
                </a:solidFill>
                <a:latin typeface="Consolas" panose="020B0609020204030204" pitchFamily="49" charset="0"/>
              </a:rPr>
              <a:t> </a:t>
            </a:r>
            <a:r>
              <a:rPr lang="tr-TR" sz="1400" dirty="0" err="1">
                <a:solidFill>
                  <a:srgbClr val="0000FF"/>
                </a:solidFill>
                <a:latin typeface="Consolas" panose="020B0609020204030204" pitchFamily="49" charset="0"/>
              </a:rPr>
              <a:t>void</a:t>
            </a:r>
            <a:r>
              <a:rPr lang="tr-TR" sz="1400" dirty="0">
                <a:solidFill>
                  <a:srgbClr val="000000"/>
                </a:solidFill>
                <a:latin typeface="Consolas" panose="020B0609020204030204" pitchFamily="49" charset="0"/>
              </a:rPr>
              <a:t> </a:t>
            </a:r>
            <a:r>
              <a:rPr lang="tr-TR" sz="1400" dirty="0" err="1">
                <a:solidFill>
                  <a:srgbClr val="000000"/>
                </a:solidFill>
                <a:latin typeface="Consolas" panose="020B0609020204030204" pitchFamily="49" charset="0"/>
              </a:rPr>
              <a:t>input</a:t>
            </a:r>
            <a:r>
              <a:rPr lang="tr-TR" sz="1400" dirty="0">
                <a:solidFill>
                  <a:srgbClr val="000000"/>
                </a:solidFill>
                <a:latin typeface="Consolas" panose="020B0609020204030204" pitchFamily="49" charset="0"/>
              </a:rPr>
              <a:t>()</a:t>
            </a:r>
          </a:p>
          <a:p>
            <a:pPr lvl="0"/>
            <a:r>
              <a:rPr lang="tr-TR" sz="1400" dirty="0">
                <a:solidFill>
                  <a:srgbClr val="000000"/>
                </a:solidFill>
                <a:latin typeface="Consolas" panose="020B0609020204030204" pitchFamily="49" charset="0"/>
              </a:rPr>
              <a:t>            {</a:t>
            </a:r>
          </a:p>
          <a:p>
            <a:pPr lvl="0"/>
            <a:r>
              <a:rPr lang="tr-TR" sz="1400" dirty="0">
                <a:solidFill>
                  <a:srgbClr val="000000"/>
                </a:solidFill>
                <a:latin typeface="Consolas" panose="020B0609020204030204" pitchFamily="49" charset="0"/>
              </a:rPr>
              <a:t>                </a:t>
            </a:r>
            <a:r>
              <a:rPr lang="tr-TR" sz="1400" dirty="0" err="1">
                <a:solidFill>
                  <a:srgbClr val="000000"/>
                </a:solidFill>
                <a:latin typeface="Consolas" panose="020B0609020204030204" pitchFamily="49" charset="0"/>
              </a:rPr>
              <a:t>Console.Write</a:t>
            </a:r>
            <a:r>
              <a:rPr lang="tr-TR" sz="1400" dirty="0">
                <a:solidFill>
                  <a:srgbClr val="000000"/>
                </a:solidFill>
                <a:latin typeface="Consolas" panose="020B0609020204030204" pitchFamily="49" charset="0"/>
              </a:rPr>
              <a:t>(</a:t>
            </a:r>
            <a:r>
              <a:rPr lang="tr-TR" sz="1400" dirty="0">
                <a:solidFill>
                  <a:srgbClr val="A31515"/>
                </a:solidFill>
                <a:latin typeface="Consolas" panose="020B0609020204030204" pitchFamily="49" charset="0"/>
              </a:rPr>
              <a:t>" Bina adını gir    : "</a:t>
            </a:r>
            <a:r>
              <a:rPr lang="tr-TR" sz="1400" dirty="0">
                <a:solidFill>
                  <a:srgbClr val="000000"/>
                </a:solidFill>
                <a:latin typeface="Consolas" panose="020B0609020204030204" pitchFamily="49" charset="0"/>
              </a:rPr>
              <a:t>);</a:t>
            </a:r>
          </a:p>
          <a:p>
            <a:pPr lvl="0"/>
            <a:r>
              <a:rPr lang="tr-TR" sz="1400" dirty="0">
                <a:solidFill>
                  <a:srgbClr val="000000"/>
                </a:solidFill>
                <a:latin typeface="Consolas" panose="020B0609020204030204" pitchFamily="49" charset="0"/>
              </a:rPr>
              <a:t>                </a:t>
            </a:r>
            <a:r>
              <a:rPr lang="tr-TR" sz="1400" dirty="0" err="1">
                <a:solidFill>
                  <a:srgbClr val="000000"/>
                </a:solidFill>
                <a:latin typeface="Consolas" panose="020B0609020204030204" pitchFamily="49" charset="0"/>
              </a:rPr>
              <a:t>binaAdi</a:t>
            </a:r>
            <a:r>
              <a:rPr lang="tr-TR" sz="1400" dirty="0">
                <a:solidFill>
                  <a:srgbClr val="000000"/>
                </a:solidFill>
                <a:latin typeface="Consolas" panose="020B0609020204030204" pitchFamily="49" charset="0"/>
              </a:rPr>
              <a:t> = </a:t>
            </a:r>
            <a:r>
              <a:rPr lang="tr-TR" sz="1400" dirty="0" err="1">
                <a:solidFill>
                  <a:srgbClr val="000000"/>
                </a:solidFill>
                <a:latin typeface="Consolas" panose="020B0609020204030204" pitchFamily="49" charset="0"/>
              </a:rPr>
              <a:t>Console.ReadLine</a:t>
            </a:r>
            <a:r>
              <a:rPr lang="tr-TR" sz="1400" dirty="0">
                <a:solidFill>
                  <a:srgbClr val="000000"/>
                </a:solidFill>
                <a:latin typeface="Consolas" panose="020B0609020204030204" pitchFamily="49" charset="0"/>
              </a:rPr>
              <a:t>();</a:t>
            </a:r>
          </a:p>
          <a:p>
            <a:pPr lvl="0"/>
            <a:r>
              <a:rPr lang="tr-TR" sz="1400" dirty="0">
                <a:solidFill>
                  <a:srgbClr val="000000"/>
                </a:solidFill>
                <a:latin typeface="Consolas" panose="020B0609020204030204" pitchFamily="49" charset="0"/>
              </a:rPr>
              <a:t>                </a:t>
            </a:r>
            <a:r>
              <a:rPr lang="tr-TR" sz="1400" dirty="0" err="1">
                <a:solidFill>
                  <a:srgbClr val="000000"/>
                </a:solidFill>
                <a:latin typeface="Consolas" panose="020B0609020204030204" pitchFamily="49" charset="0"/>
              </a:rPr>
              <a:t>Console.Write</a:t>
            </a:r>
            <a:r>
              <a:rPr lang="tr-TR" sz="1400" dirty="0">
                <a:solidFill>
                  <a:srgbClr val="000000"/>
                </a:solidFill>
                <a:latin typeface="Consolas" panose="020B0609020204030204" pitchFamily="49" charset="0"/>
              </a:rPr>
              <a:t>(</a:t>
            </a:r>
            <a:r>
              <a:rPr lang="tr-TR" sz="1400" dirty="0">
                <a:solidFill>
                  <a:srgbClr val="A31515"/>
                </a:solidFill>
                <a:latin typeface="Consolas" panose="020B0609020204030204" pitchFamily="49" charset="0"/>
              </a:rPr>
              <a:t>" Bulunduğu katı gir: "</a:t>
            </a:r>
            <a:r>
              <a:rPr lang="tr-TR" sz="1400" dirty="0">
                <a:solidFill>
                  <a:srgbClr val="000000"/>
                </a:solidFill>
                <a:latin typeface="Consolas" panose="020B0609020204030204" pitchFamily="49" charset="0"/>
              </a:rPr>
              <a:t>);</a:t>
            </a:r>
          </a:p>
          <a:p>
            <a:pPr lvl="0"/>
            <a:r>
              <a:rPr lang="it-IT" sz="1400" dirty="0">
                <a:solidFill>
                  <a:srgbClr val="000000"/>
                </a:solidFill>
                <a:latin typeface="Consolas" panose="020B0609020204030204" pitchFamily="49" charset="0"/>
              </a:rPr>
              <a:t>                kat = </a:t>
            </a:r>
            <a:r>
              <a:rPr lang="it-IT" sz="1400" dirty="0">
                <a:solidFill>
                  <a:srgbClr val="0000FF"/>
                </a:solidFill>
                <a:latin typeface="Consolas" panose="020B0609020204030204" pitchFamily="49" charset="0"/>
              </a:rPr>
              <a:t>int</a:t>
            </a:r>
            <a:r>
              <a:rPr lang="it-IT" sz="1400" dirty="0">
                <a:solidFill>
                  <a:srgbClr val="000000"/>
                </a:solidFill>
                <a:latin typeface="Consolas" panose="020B0609020204030204" pitchFamily="49" charset="0"/>
              </a:rPr>
              <a:t>.Parse(Console.ReadLine());</a:t>
            </a:r>
          </a:p>
          <a:p>
            <a:pPr lvl="0"/>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Console.Write</a:t>
            </a:r>
            <a:r>
              <a:rPr lang="en-US" sz="1400" dirty="0">
                <a:solidFill>
                  <a:srgbClr val="000000"/>
                </a:solidFill>
                <a:latin typeface="Consolas" panose="020B0609020204030204" pitchFamily="49" charset="0"/>
              </a:rPr>
              <a:t>(</a:t>
            </a:r>
            <a:r>
              <a:rPr lang="en-US" sz="1400" dirty="0">
                <a:solidFill>
                  <a:srgbClr val="A31515"/>
                </a:solidFill>
                <a:latin typeface="Consolas" panose="020B0609020204030204" pitchFamily="49" charset="0"/>
              </a:rPr>
              <a:t>" how many rooms?(less then 5) "</a:t>
            </a:r>
            <a:r>
              <a:rPr lang="en-US" sz="1400" dirty="0">
                <a:solidFill>
                  <a:srgbClr val="000000"/>
                </a:solidFill>
                <a:latin typeface="Consolas" panose="020B0609020204030204" pitchFamily="49" charset="0"/>
              </a:rPr>
              <a:t>);</a:t>
            </a:r>
          </a:p>
          <a:p>
            <a:pPr lvl="0"/>
            <a:r>
              <a:rPr lang="tr-TR" sz="1400" dirty="0">
                <a:solidFill>
                  <a:srgbClr val="000000"/>
                </a:solidFill>
                <a:latin typeface="Consolas" panose="020B0609020204030204" pitchFamily="49" charset="0"/>
              </a:rPr>
              <a:t>                </a:t>
            </a:r>
            <a:r>
              <a:rPr lang="tr-TR" sz="1400" dirty="0" err="1">
                <a:solidFill>
                  <a:srgbClr val="0000FF"/>
                </a:solidFill>
                <a:latin typeface="Consolas" panose="020B0609020204030204" pitchFamily="49" charset="0"/>
              </a:rPr>
              <a:t>int</a:t>
            </a:r>
            <a:r>
              <a:rPr lang="tr-TR" sz="1400" dirty="0">
                <a:solidFill>
                  <a:srgbClr val="000000"/>
                </a:solidFill>
                <a:latin typeface="Consolas" panose="020B0609020204030204" pitchFamily="49" charset="0"/>
              </a:rPr>
              <a:t> n = </a:t>
            </a:r>
            <a:r>
              <a:rPr lang="tr-TR" sz="1400" dirty="0" err="1">
                <a:solidFill>
                  <a:srgbClr val="0000FF"/>
                </a:solidFill>
                <a:latin typeface="Consolas" panose="020B0609020204030204" pitchFamily="49" charset="0"/>
              </a:rPr>
              <a:t>int</a:t>
            </a:r>
            <a:r>
              <a:rPr lang="tr-TR" sz="1400" dirty="0" err="1">
                <a:solidFill>
                  <a:srgbClr val="000000"/>
                </a:solidFill>
                <a:latin typeface="Consolas" panose="020B0609020204030204" pitchFamily="49" charset="0"/>
              </a:rPr>
              <a:t>.Parse</a:t>
            </a:r>
            <a:r>
              <a:rPr lang="tr-TR" sz="1400" dirty="0">
                <a:solidFill>
                  <a:srgbClr val="000000"/>
                </a:solidFill>
                <a:latin typeface="Consolas" panose="020B0609020204030204" pitchFamily="49" charset="0"/>
              </a:rPr>
              <a:t>(</a:t>
            </a:r>
            <a:r>
              <a:rPr lang="tr-TR" sz="1400" dirty="0" err="1">
                <a:solidFill>
                  <a:srgbClr val="000000"/>
                </a:solidFill>
                <a:latin typeface="Consolas" panose="020B0609020204030204" pitchFamily="49" charset="0"/>
              </a:rPr>
              <a:t>Console.ReadLine</a:t>
            </a:r>
            <a:r>
              <a:rPr lang="tr-TR" sz="1400" dirty="0">
                <a:solidFill>
                  <a:srgbClr val="000000"/>
                </a:solidFill>
                <a:latin typeface="Consolas" panose="020B0609020204030204" pitchFamily="49" charset="0"/>
              </a:rPr>
              <a:t>());</a:t>
            </a:r>
          </a:p>
          <a:p>
            <a:pPr lvl="0"/>
            <a:r>
              <a:rPr lang="nn-NO" sz="1400" dirty="0">
                <a:solidFill>
                  <a:srgbClr val="000000"/>
                </a:solidFill>
                <a:latin typeface="Consolas" panose="020B0609020204030204" pitchFamily="49" charset="0"/>
              </a:rPr>
              <a:t>                </a:t>
            </a:r>
            <a:r>
              <a:rPr lang="nn-NO" sz="1400" dirty="0">
                <a:solidFill>
                  <a:srgbClr val="0000FF"/>
                </a:solidFill>
                <a:latin typeface="Consolas" panose="020B0609020204030204" pitchFamily="49" charset="0"/>
              </a:rPr>
              <a:t>for</a:t>
            </a:r>
            <a:r>
              <a:rPr lang="nn-NO" sz="1400" dirty="0">
                <a:solidFill>
                  <a:srgbClr val="000000"/>
                </a:solidFill>
                <a:latin typeface="Consolas" panose="020B0609020204030204" pitchFamily="49" charset="0"/>
              </a:rPr>
              <a:t> (</a:t>
            </a:r>
            <a:r>
              <a:rPr lang="nn-NO" sz="1400" dirty="0">
                <a:solidFill>
                  <a:srgbClr val="0000FF"/>
                </a:solidFill>
                <a:latin typeface="Consolas" panose="020B0609020204030204" pitchFamily="49" charset="0"/>
              </a:rPr>
              <a:t>int</a:t>
            </a:r>
            <a:r>
              <a:rPr lang="nn-NO" sz="1400" dirty="0">
                <a:solidFill>
                  <a:srgbClr val="000000"/>
                </a:solidFill>
                <a:latin typeface="Consolas" panose="020B0609020204030204" pitchFamily="49" charset="0"/>
              </a:rPr>
              <a:t> i = 0; i &lt; n; i++)</a:t>
            </a:r>
          </a:p>
          <a:p>
            <a:pPr lvl="0"/>
            <a:r>
              <a:rPr lang="tr-TR" sz="1400" dirty="0">
                <a:solidFill>
                  <a:srgbClr val="000000"/>
                </a:solidFill>
                <a:latin typeface="Consolas" panose="020B0609020204030204" pitchFamily="49" charset="0"/>
              </a:rPr>
              <a:t>                {</a:t>
            </a:r>
          </a:p>
          <a:p>
            <a:pPr lvl="0"/>
            <a:r>
              <a:rPr lang="nn-NO" sz="1400" dirty="0">
                <a:solidFill>
                  <a:srgbClr val="000000"/>
                </a:solidFill>
                <a:latin typeface="Consolas" panose="020B0609020204030204" pitchFamily="49" charset="0"/>
              </a:rPr>
              <a:t>                Oda og = </a:t>
            </a:r>
            <a:r>
              <a:rPr lang="nn-NO" sz="1400" dirty="0">
                <a:solidFill>
                  <a:srgbClr val="0000FF"/>
                </a:solidFill>
                <a:latin typeface="Consolas" panose="020B0609020204030204" pitchFamily="49" charset="0"/>
              </a:rPr>
              <a:t>new</a:t>
            </a:r>
            <a:r>
              <a:rPr lang="nn-NO" sz="1400" dirty="0">
                <a:solidFill>
                  <a:srgbClr val="000000"/>
                </a:solidFill>
                <a:latin typeface="Consolas" panose="020B0609020204030204" pitchFamily="49" charset="0"/>
              </a:rPr>
              <a:t> Oda(</a:t>
            </a:r>
            <a:r>
              <a:rPr lang="nn-NO" sz="1400" dirty="0">
                <a:solidFill>
                  <a:srgbClr val="A31515"/>
                </a:solidFill>
                <a:latin typeface="Consolas" panose="020B0609020204030204" pitchFamily="49" charset="0"/>
              </a:rPr>
              <a:t>""</a:t>
            </a:r>
            <a:r>
              <a:rPr lang="nn-NO" sz="1400" dirty="0">
                <a:solidFill>
                  <a:srgbClr val="000000"/>
                </a:solidFill>
                <a:latin typeface="Consolas" panose="020B0609020204030204" pitchFamily="49" charset="0"/>
              </a:rPr>
              <a:t>, 0, 0, 0);</a:t>
            </a:r>
          </a:p>
          <a:p>
            <a:pPr lvl="0"/>
            <a:r>
              <a:rPr lang="tr-TR" sz="1400" dirty="0">
                <a:solidFill>
                  <a:srgbClr val="000000"/>
                </a:solidFill>
                <a:latin typeface="Consolas" panose="020B0609020204030204" pitchFamily="49" charset="0"/>
              </a:rPr>
              <a:t>                </a:t>
            </a:r>
            <a:r>
              <a:rPr lang="tr-TR" sz="1400" dirty="0" err="1">
                <a:solidFill>
                  <a:srgbClr val="000000"/>
                </a:solidFill>
                <a:latin typeface="Consolas" panose="020B0609020204030204" pitchFamily="49" charset="0"/>
              </a:rPr>
              <a:t>og.input</a:t>
            </a:r>
            <a:r>
              <a:rPr lang="tr-TR" sz="1400" dirty="0">
                <a:solidFill>
                  <a:srgbClr val="000000"/>
                </a:solidFill>
                <a:latin typeface="Consolas" panose="020B0609020204030204" pitchFamily="49" charset="0"/>
              </a:rPr>
              <a:t>();</a:t>
            </a:r>
          </a:p>
          <a:p>
            <a:pPr lvl="0"/>
            <a:r>
              <a:rPr lang="tr-TR" sz="1400" dirty="0">
                <a:solidFill>
                  <a:srgbClr val="000000"/>
                </a:solidFill>
                <a:latin typeface="Consolas" panose="020B0609020204030204" pitchFamily="49" charset="0"/>
              </a:rPr>
              <a:t>                </a:t>
            </a:r>
            <a:r>
              <a:rPr lang="tr-TR" sz="1400" dirty="0" err="1">
                <a:solidFill>
                  <a:srgbClr val="000000"/>
                </a:solidFill>
                <a:latin typeface="Consolas" panose="020B0609020204030204" pitchFamily="49" charset="0"/>
              </a:rPr>
              <a:t>o.Add</a:t>
            </a:r>
            <a:r>
              <a:rPr lang="tr-TR" sz="1400" dirty="0">
                <a:solidFill>
                  <a:srgbClr val="000000"/>
                </a:solidFill>
                <a:latin typeface="Consolas" panose="020B0609020204030204" pitchFamily="49" charset="0"/>
              </a:rPr>
              <a:t>(</a:t>
            </a:r>
            <a:r>
              <a:rPr lang="tr-TR" sz="1400" dirty="0" err="1">
                <a:solidFill>
                  <a:srgbClr val="000000"/>
                </a:solidFill>
                <a:latin typeface="Consolas" panose="020B0609020204030204" pitchFamily="49" charset="0"/>
              </a:rPr>
              <a:t>og</a:t>
            </a:r>
            <a:r>
              <a:rPr lang="tr-TR" sz="1400" dirty="0">
                <a:solidFill>
                  <a:srgbClr val="000000"/>
                </a:solidFill>
                <a:latin typeface="Consolas" panose="020B0609020204030204" pitchFamily="49" charset="0"/>
              </a:rPr>
              <a:t>);</a:t>
            </a:r>
          </a:p>
          <a:p>
            <a:pPr lvl="0"/>
            <a:r>
              <a:rPr lang="tr-TR" sz="1400" dirty="0">
                <a:solidFill>
                  <a:srgbClr val="000000"/>
                </a:solidFill>
                <a:latin typeface="Consolas" panose="020B0609020204030204" pitchFamily="49" charset="0"/>
              </a:rPr>
              <a:t>            }</a:t>
            </a:r>
          </a:p>
          <a:p>
            <a:pPr lvl="0"/>
            <a:r>
              <a:rPr lang="tr-TR" sz="1400" dirty="0">
                <a:solidFill>
                  <a:srgbClr val="000000"/>
                </a:solidFill>
                <a:latin typeface="Consolas" panose="020B0609020204030204" pitchFamily="49" charset="0"/>
              </a:rPr>
              <a:t>            }</a:t>
            </a:r>
          </a:p>
          <a:p>
            <a:pPr lvl="0"/>
            <a:r>
              <a:rPr lang="tr-TR" sz="1400" dirty="0">
                <a:solidFill>
                  <a:srgbClr val="000000"/>
                </a:solidFill>
                <a:latin typeface="Consolas" panose="020B0609020204030204" pitchFamily="49" charset="0"/>
              </a:rPr>
              <a:t>            ~</a:t>
            </a:r>
            <a:r>
              <a:rPr lang="tr-TR" sz="1400" dirty="0">
                <a:solidFill>
                  <a:srgbClr val="2B91AF"/>
                </a:solidFill>
                <a:latin typeface="Consolas" panose="020B0609020204030204" pitchFamily="49" charset="0"/>
              </a:rPr>
              <a:t>Daire</a:t>
            </a:r>
            <a:r>
              <a:rPr lang="tr-TR" sz="1400" dirty="0">
                <a:solidFill>
                  <a:srgbClr val="000000"/>
                </a:solidFill>
                <a:latin typeface="Consolas" panose="020B0609020204030204" pitchFamily="49" charset="0"/>
              </a:rPr>
              <a:t>()</a:t>
            </a:r>
          </a:p>
          <a:p>
            <a:pPr lvl="0"/>
            <a:r>
              <a:rPr lang="tr-TR" sz="1400" dirty="0">
                <a:solidFill>
                  <a:srgbClr val="000000"/>
                </a:solidFill>
                <a:latin typeface="Consolas" panose="020B0609020204030204" pitchFamily="49" charset="0"/>
              </a:rPr>
              <a:t>            { }</a:t>
            </a:r>
          </a:p>
          <a:p>
            <a:pPr lvl="0"/>
            <a:r>
              <a:rPr lang="tr-TR" sz="1400" dirty="0">
                <a:solidFill>
                  <a:srgbClr val="000000"/>
                </a:solidFill>
                <a:latin typeface="Consolas" panose="020B0609020204030204" pitchFamily="49" charset="0"/>
              </a:rPr>
              <a:t>        }</a:t>
            </a:r>
            <a:endParaRPr lang="tr-TR" sz="3600" dirty="0"/>
          </a:p>
        </p:txBody>
      </p:sp>
    </p:spTree>
    <p:extLst>
      <p:ext uri="{BB962C8B-B14F-4D97-AF65-F5344CB8AC3E}">
        <p14:creationId xmlns:p14="http://schemas.microsoft.com/office/powerpoint/2010/main" val="51210543"/>
      </p:ext>
    </p:extLst>
  </p:cSld>
  <p:clrMapOvr>
    <a:masterClrMapping/>
  </p:clrMapOvr>
  <p:transition spd="med" advClick="0" advTm="1000">
    <p:split/>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Veri Yer Tutucusu 1">
            <a:extLst>
              <a:ext uri="{FF2B5EF4-FFF2-40B4-BE49-F238E27FC236}">
                <a16:creationId xmlns:a16="http://schemas.microsoft.com/office/drawing/2014/main" id="{EA0C7E4F-B134-4CF0-A647-FB5F82493157}"/>
              </a:ext>
            </a:extLst>
          </p:cNvPr>
          <p:cNvSpPr>
            <a:spLocks noGrp="1"/>
          </p:cNvSpPr>
          <p:nvPr>
            <p:ph type="dt" sz="half" idx="10"/>
          </p:nvPr>
        </p:nvSpPr>
        <p:spPr/>
        <p:txBody>
          <a:bodyPr/>
          <a:lstStyle/>
          <a:p>
            <a:pPr>
              <a:defRPr/>
            </a:pPr>
            <a:fld id="{50EFE7E0-4DD7-4BFD-B25A-EF8EA815FC08}" type="datetime1">
              <a:rPr lang="tr-TR" smtClean="0">
                <a:solidFill>
                  <a:srgbClr val="FFFFFF"/>
                </a:solidFill>
              </a:rPr>
              <a:t>11.05.2020</a:t>
            </a:fld>
            <a:endParaRPr lang="tr-TR">
              <a:solidFill>
                <a:srgbClr val="FFFFFF"/>
              </a:solidFill>
            </a:endParaRPr>
          </a:p>
        </p:txBody>
      </p:sp>
      <p:sp>
        <p:nvSpPr>
          <p:cNvPr id="3" name="Slayt Numarası Yer Tutucusu 2">
            <a:extLst>
              <a:ext uri="{FF2B5EF4-FFF2-40B4-BE49-F238E27FC236}">
                <a16:creationId xmlns:a16="http://schemas.microsoft.com/office/drawing/2014/main" id="{24AD1923-AFAE-4650-9265-DFD34EA127FF}"/>
              </a:ext>
            </a:extLst>
          </p:cNvPr>
          <p:cNvSpPr>
            <a:spLocks noGrp="1"/>
          </p:cNvSpPr>
          <p:nvPr>
            <p:ph type="sldNum" sz="quarter" idx="12"/>
          </p:nvPr>
        </p:nvSpPr>
        <p:spPr/>
        <p:txBody>
          <a:bodyPr/>
          <a:lstStyle/>
          <a:p>
            <a:pPr>
              <a:defRPr/>
            </a:pPr>
            <a:fld id="{69FD1CB8-63DB-4FCE-BE81-179D70A48255}" type="slidenum">
              <a:rPr lang="tr-TR" smtClean="0">
                <a:solidFill>
                  <a:srgbClr val="FFFFFF"/>
                </a:solidFill>
              </a:rPr>
              <a:pPr>
                <a:defRPr/>
              </a:pPr>
              <a:t>46</a:t>
            </a:fld>
            <a:endParaRPr lang="tr-TR">
              <a:solidFill>
                <a:srgbClr val="FFFFFF"/>
              </a:solidFill>
            </a:endParaRPr>
          </a:p>
        </p:txBody>
      </p:sp>
      <p:sp>
        <p:nvSpPr>
          <p:cNvPr id="4" name="Dikdörtgen 3">
            <a:extLst>
              <a:ext uri="{FF2B5EF4-FFF2-40B4-BE49-F238E27FC236}">
                <a16:creationId xmlns:a16="http://schemas.microsoft.com/office/drawing/2014/main" id="{23F55FB7-F07F-4AE6-8EB6-BFE4223B3538}"/>
              </a:ext>
            </a:extLst>
          </p:cNvPr>
          <p:cNvSpPr/>
          <p:nvPr/>
        </p:nvSpPr>
        <p:spPr>
          <a:xfrm>
            <a:off x="311731" y="1792517"/>
            <a:ext cx="11716378" cy="4031873"/>
          </a:xfrm>
          <a:prstGeom prst="rect">
            <a:avLst/>
          </a:prstGeom>
          <a:solidFill>
            <a:schemeClr val="tx1">
              <a:lumMod val="95000"/>
            </a:schemeClr>
          </a:solidFill>
        </p:spPr>
        <p:txBody>
          <a:bodyPr wrap="square">
            <a:spAutoFit/>
          </a:bodyPr>
          <a:lstStyle/>
          <a:p>
            <a:r>
              <a:rPr lang="tr-TR" sz="1600" dirty="0">
                <a:solidFill>
                  <a:srgbClr val="000000"/>
                </a:solidFill>
                <a:latin typeface="Consolas" panose="020B0609020204030204" pitchFamily="49" charset="0"/>
              </a:rPr>
              <a:t> </a:t>
            </a:r>
            <a:r>
              <a:rPr lang="tr-TR" sz="1600" dirty="0" err="1">
                <a:solidFill>
                  <a:srgbClr val="0000FF"/>
                </a:solidFill>
                <a:latin typeface="Consolas" panose="020B0609020204030204" pitchFamily="49" charset="0"/>
              </a:rPr>
              <a:t>class</a:t>
            </a:r>
            <a:r>
              <a:rPr lang="tr-TR" sz="1600" dirty="0">
                <a:solidFill>
                  <a:srgbClr val="000000"/>
                </a:solidFill>
                <a:latin typeface="Consolas" panose="020B0609020204030204" pitchFamily="49" charset="0"/>
              </a:rPr>
              <a:t> </a:t>
            </a:r>
            <a:r>
              <a:rPr lang="tr-TR" sz="1600" dirty="0">
                <a:solidFill>
                  <a:srgbClr val="2B91AF"/>
                </a:solidFill>
                <a:latin typeface="Consolas" panose="020B0609020204030204" pitchFamily="49" charset="0"/>
              </a:rPr>
              <a:t>Program</a:t>
            </a:r>
            <a:endParaRPr lang="tr-TR" sz="1600" dirty="0">
              <a:solidFill>
                <a:srgbClr val="000000"/>
              </a:solidFill>
              <a:latin typeface="Consolas" panose="020B0609020204030204" pitchFamily="49" charset="0"/>
            </a:endParaRPr>
          </a:p>
          <a:p>
            <a:r>
              <a:rPr lang="tr-TR"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static</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void</a:t>
            </a:r>
            <a:r>
              <a:rPr lang="en-US" sz="1600" dirty="0">
                <a:solidFill>
                  <a:srgbClr val="000000"/>
                </a:solidFill>
                <a:latin typeface="Consolas" panose="020B0609020204030204" pitchFamily="49" charset="0"/>
              </a:rPr>
              <a:t> Main(</a:t>
            </a:r>
            <a:r>
              <a:rPr lang="en-US" sz="1600" dirty="0">
                <a:solidFill>
                  <a:srgbClr val="0000FF"/>
                </a:solidFill>
                <a:latin typeface="Consolas" panose="020B0609020204030204" pitchFamily="49" charset="0"/>
              </a:rPr>
              <a:t>string</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args</a:t>
            </a:r>
            <a:r>
              <a:rPr lang="en-US" sz="1600" dirty="0">
                <a:solidFill>
                  <a:srgbClr val="000000"/>
                </a:solidFill>
                <a:latin typeface="Consolas" panose="020B0609020204030204" pitchFamily="49" charset="0"/>
              </a:rPr>
              <a:t>)</a:t>
            </a:r>
          </a:p>
          <a:p>
            <a:r>
              <a:rPr lang="tr-TR" sz="1600" dirty="0">
                <a:solidFill>
                  <a:srgbClr val="000000"/>
                </a:solidFill>
                <a:latin typeface="Consolas" panose="020B0609020204030204" pitchFamily="49" charset="0"/>
              </a:rPr>
              <a:t>            {</a:t>
            </a:r>
          </a:p>
          <a:p>
            <a:r>
              <a:rPr lang="tr-TR" sz="1600" dirty="0">
                <a:solidFill>
                  <a:srgbClr val="000000"/>
                </a:solidFill>
                <a:latin typeface="Consolas" panose="020B0609020204030204" pitchFamily="49" charset="0"/>
              </a:rPr>
              <a:t>                </a:t>
            </a:r>
            <a:r>
              <a:rPr lang="tr-TR" sz="1600" dirty="0">
                <a:solidFill>
                  <a:srgbClr val="008000"/>
                </a:solidFill>
                <a:latin typeface="Consolas" panose="020B0609020204030204" pitchFamily="49" charset="0"/>
              </a:rPr>
              <a:t>//Oda[] od = </a:t>
            </a:r>
            <a:r>
              <a:rPr lang="tr-TR" sz="1600" dirty="0" err="1">
                <a:solidFill>
                  <a:srgbClr val="008000"/>
                </a:solidFill>
                <a:latin typeface="Consolas" panose="020B0609020204030204" pitchFamily="49" charset="0"/>
              </a:rPr>
              <a:t>new</a:t>
            </a:r>
            <a:r>
              <a:rPr lang="tr-TR" sz="1600" dirty="0">
                <a:solidFill>
                  <a:srgbClr val="008000"/>
                </a:solidFill>
                <a:latin typeface="Consolas" panose="020B0609020204030204" pitchFamily="49" charset="0"/>
              </a:rPr>
              <a:t> Oda[3] { </a:t>
            </a:r>
            <a:r>
              <a:rPr lang="tr-TR" sz="1600" dirty="0" err="1">
                <a:solidFill>
                  <a:srgbClr val="008000"/>
                </a:solidFill>
                <a:latin typeface="Consolas" panose="020B0609020204030204" pitchFamily="49" charset="0"/>
              </a:rPr>
              <a:t>new</a:t>
            </a:r>
            <a:r>
              <a:rPr lang="tr-TR" sz="1600" dirty="0">
                <a:solidFill>
                  <a:srgbClr val="008000"/>
                </a:solidFill>
                <a:latin typeface="Consolas" panose="020B0609020204030204" pitchFamily="49" charset="0"/>
              </a:rPr>
              <a:t> Oda("</a:t>
            </a:r>
            <a:r>
              <a:rPr lang="tr-TR" sz="1600" dirty="0" err="1">
                <a:solidFill>
                  <a:srgbClr val="008000"/>
                </a:solidFill>
                <a:latin typeface="Consolas" panose="020B0609020204030204" pitchFamily="49" charset="0"/>
              </a:rPr>
              <a:t>abc</a:t>
            </a:r>
            <a:r>
              <a:rPr lang="tr-TR" sz="1600" dirty="0">
                <a:solidFill>
                  <a:srgbClr val="008000"/>
                </a:solidFill>
                <a:latin typeface="Consolas" panose="020B0609020204030204" pitchFamily="49" charset="0"/>
              </a:rPr>
              <a:t>", 10, 20, 10), </a:t>
            </a:r>
            <a:r>
              <a:rPr lang="tr-TR" sz="1600" dirty="0" err="1">
                <a:solidFill>
                  <a:srgbClr val="008000"/>
                </a:solidFill>
                <a:latin typeface="Consolas" panose="020B0609020204030204" pitchFamily="49" charset="0"/>
              </a:rPr>
              <a:t>new</a:t>
            </a:r>
            <a:r>
              <a:rPr lang="tr-TR" sz="1600" dirty="0">
                <a:solidFill>
                  <a:srgbClr val="008000"/>
                </a:solidFill>
                <a:latin typeface="Consolas" panose="020B0609020204030204" pitchFamily="49" charset="0"/>
              </a:rPr>
              <a:t> Oda("</a:t>
            </a:r>
            <a:r>
              <a:rPr lang="tr-TR" sz="1600" dirty="0" err="1">
                <a:solidFill>
                  <a:srgbClr val="008000"/>
                </a:solidFill>
                <a:latin typeface="Consolas" panose="020B0609020204030204" pitchFamily="49" charset="0"/>
              </a:rPr>
              <a:t>abc</a:t>
            </a:r>
            <a:r>
              <a:rPr lang="tr-TR" sz="1600" dirty="0">
                <a:solidFill>
                  <a:srgbClr val="008000"/>
                </a:solidFill>
                <a:latin typeface="Consolas" panose="020B0609020204030204" pitchFamily="49" charset="0"/>
              </a:rPr>
              <a:t>", 10, 20, 10), </a:t>
            </a:r>
            <a:r>
              <a:rPr lang="tr-TR" sz="1600" dirty="0" err="1">
                <a:solidFill>
                  <a:srgbClr val="008000"/>
                </a:solidFill>
                <a:latin typeface="Consolas" panose="020B0609020204030204" pitchFamily="49" charset="0"/>
              </a:rPr>
              <a:t>new</a:t>
            </a:r>
            <a:r>
              <a:rPr lang="tr-TR" sz="1600" dirty="0">
                <a:solidFill>
                  <a:srgbClr val="008000"/>
                </a:solidFill>
                <a:latin typeface="Consolas" panose="020B0609020204030204" pitchFamily="49" charset="0"/>
              </a:rPr>
              <a:t> Oda("</a:t>
            </a:r>
            <a:r>
              <a:rPr lang="tr-TR" sz="1600" dirty="0" err="1">
                <a:solidFill>
                  <a:srgbClr val="008000"/>
                </a:solidFill>
                <a:latin typeface="Consolas" panose="020B0609020204030204" pitchFamily="49" charset="0"/>
              </a:rPr>
              <a:t>abc</a:t>
            </a:r>
            <a:r>
              <a:rPr lang="tr-TR" sz="1600" dirty="0">
                <a:solidFill>
                  <a:srgbClr val="008000"/>
                </a:solidFill>
                <a:latin typeface="Consolas" panose="020B0609020204030204" pitchFamily="49" charset="0"/>
              </a:rPr>
              <a:t>", 10, 20, 10) };</a:t>
            </a:r>
            <a:endParaRPr lang="tr-TR" sz="1600" dirty="0">
              <a:solidFill>
                <a:srgbClr val="000000"/>
              </a:solidFill>
              <a:latin typeface="Consolas" panose="020B0609020204030204" pitchFamily="49" charset="0"/>
            </a:endParaRPr>
          </a:p>
          <a:p>
            <a:r>
              <a:rPr lang="tr-TR" sz="1600" dirty="0">
                <a:solidFill>
                  <a:srgbClr val="000000"/>
                </a:solidFill>
                <a:latin typeface="Consolas" panose="020B0609020204030204" pitchFamily="49" charset="0"/>
              </a:rPr>
              <a:t>                Daire d1 = </a:t>
            </a:r>
            <a:r>
              <a:rPr lang="tr-TR" sz="1600" dirty="0" err="1">
                <a:solidFill>
                  <a:srgbClr val="0000FF"/>
                </a:solidFill>
                <a:latin typeface="Consolas" panose="020B0609020204030204" pitchFamily="49" charset="0"/>
              </a:rPr>
              <a:t>new</a:t>
            </a:r>
            <a:r>
              <a:rPr lang="tr-TR" sz="1600" dirty="0">
                <a:solidFill>
                  <a:srgbClr val="000000"/>
                </a:solidFill>
                <a:latin typeface="Consolas" panose="020B0609020204030204" pitchFamily="49" charset="0"/>
              </a:rPr>
              <a:t> Daire();</a:t>
            </a:r>
          </a:p>
          <a:p>
            <a:r>
              <a:rPr lang="tr-TR" sz="1600" dirty="0">
                <a:solidFill>
                  <a:srgbClr val="000000"/>
                </a:solidFill>
                <a:latin typeface="Consolas" panose="020B0609020204030204" pitchFamily="49" charset="0"/>
              </a:rPr>
              <a:t>                </a:t>
            </a:r>
            <a:r>
              <a:rPr lang="tr-TR" sz="1600" dirty="0" err="1">
                <a:solidFill>
                  <a:srgbClr val="000000"/>
                </a:solidFill>
                <a:latin typeface="Consolas" panose="020B0609020204030204" pitchFamily="49" charset="0"/>
              </a:rPr>
              <a:t>Console.WriteLine</a:t>
            </a:r>
            <a:r>
              <a:rPr lang="tr-TR" sz="1600" dirty="0">
                <a:solidFill>
                  <a:srgbClr val="000000"/>
                </a:solidFill>
                <a:latin typeface="Consolas" panose="020B0609020204030204" pitchFamily="49" charset="0"/>
              </a:rPr>
              <a:t>(</a:t>
            </a:r>
            <a:r>
              <a:rPr lang="tr-TR" sz="1600" dirty="0">
                <a:solidFill>
                  <a:srgbClr val="A31515"/>
                </a:solidFill>
                <a:latin typeface="Consolas" panose="020B0609020204030204" pitchFamily="49" charset="0"/>
              </a:rPr>
              <a:t>"Daire 1"</a:t>
            </a:r>
            <a:r>
              <a:rPr lang="tr-TR" sz="1600" dirty="0">
                <a:solidFill>
                  <a:srgbClr val="000000"/>
                </a:solidFill>
                <a:latin typeface="Consolas" panose="020B0609020204030204" pitchFamily="49" charset="0"/>
              </a:rPr>
              <a:t>);</a:t>
            </a:r>
          </a:p>
          <a:p>
            <a:r>
              <a:rPr lang="tr-TR" sz="1600" dirty="0">
                <a:solidFill>
                  <a:srgbClr val="000000"/>
                </a:solidFill>
                <a:latin typeface="Consolas" panose="020B0609020204030204" pitchFamily="49" charset="0"/>
              </a:rPr>
              <a:t>                d1.input();</a:t>
            </a:r>
          </a:p>
          <a:p>
            <a:r>
              <a:rPr lang="tr-TR" sz="1600" dirty="0">
                <a:solidFill>
                  <a:srgbClr val="000000"/>
                </a:solidFill>
                <a:latin typeface="Consolas" panose="020B0609020204030204" pitchFamily="49" charset="0"/>
              </a:rPr>
              <a:t>                d1.yazdir();</a:t>
            </a:r>
          </a:p>
          <a:p>
            <a:r>
              <a:rPr lang="tr-TR" sz="1600" dirty="0">
                <a:solidFill>
                  <a:srgbClr val="000000"/>
                </a:solidFill>
                <a:latin typeface="Consolas" panose="020B0609020204030204" pitchFamily="49" charset="0"/>
              </a:rPr>
              <a:t>                </a:t>
            </a:r>
            <a:r>
              <a:rPr lang="tr-TR" sz="1600" dirty="0" err="1">
                <a:solidFill>
                  <a:srgbClr val="000000"/>
                </a:solidFill>
                <a:latin typeface="Consolas" panose="020B0609020204030204" pitchFamily="49" charset="0"/>
              </a:rPr>
              <a:t>Console.WriteLine</a:t>
            </a:r>
            <a:r>
              <a:rPr lang="tr-TR" sz="1600" dirty="0">
                <a:solidFill>
                  <a:srgbClr val="000000"/>
                </a:solidFill>
                <a:latin typeface="Consolas" panose="020B0609020204030204" pitchFamily="49" charset="0"/>
              </a:rPr>
              <a:t>(</a:t>
            </a:r>
            <a:r>
              <a:rPr lang="tr-TR" sz="1600" dirty="0">
                <a:solidFill>
                  <a:srgbClr val="A31515"/>
                </a:solidFill>
                <a:latin typeface="Consolas" panose="020B0609020204030204" pitchFamily="49" charset="0"/>
              </a:rPr>
              <a:t>"Daire 2"</a:t>
            </a:r>
            <a:r>
              <a:rPr lang="tr-TR"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Daire</a:t>
            </a:r>
            <a:r>
              <a:rPr lang="en-US" sz="1600" dirty="0">
                <a:solidFill>
                  <a:srgbClr val="000000"/>
                </a:solidFill>
                <a:latin typeface="Consolas" panose="020B0609020204030204" pitchFamily="49" charset="0"/>
              </a:rPr>
              <a:t> d2 = </a:t>
            </a:r>
            <a:r>
              <a:rPr lang="en-US" sz="1600" dirty="0">
                <a:solidFill>
                  <a:srgbClr val="0000FF"/>
                </a:solidFill>
                <a:latin typeface="Consolas" panose="020B0609020204030204" pitchFamily="49" charset="0"/>
              </a:rPr>
              <a:t>new</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Daire</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 </a:t>
            </a:r>
            <a:r>
              <a:rPr lang="en-US" sz="1600" dirty="0" err="1">
                <a:solidFill>
                  <a:srgbClr val="A31515"/>
                </a:solidFill>
                <a:latin typeface="Consolas" panose="020B0609020204030204" pitchFamily="49" charset="0"/>
              </a:rPr>
              <a:t>yasemin</a:t>
            </a:r>
            <a:r>
              <a:rPr lang="en-US" sz="1600" dirty="0">
                <a:solidFill>
                  <a:srgbClr val="A31515"/>
                </a:solidFill>
                <a:latin typeface="Consolas" panose="020B0609020204030204" pitchFamily="49" charset="0"/>
              </a:rPr>
              <a:t> "</a:t>
            </a:r>
            <a:r>
              <a:rPr lang="en-US" sz="1600" dirty="0">
                <a:solidFill>
                  <a:srgbClr val="000000"/>
                </a:solidFill>
                <a:latin typeface="Consolas" panose="020B0609020204030204" pitchFamily="49" charset="0"/>
              </a:rPr>
              <a:t>, 2, 3);</a:t>
            </a:r>
          </a:p>
          <a:p>
            <a:r>
              <a:rPr lang="tr-TR" sz="1600" dirty="0">
                <a:solidFill>
                  <a:srgbClr val="000000"/>
                </a:solidFill>
                <a:latin typeface="Consolas" panose="020B0609020204030204" pitchFamily="49" charset="0"/>
              </a:rPr>
              <a:t>                d2.yazdir();</a:t>
            </a:r>
          </a:p>
          <a:p>
            <a:r>
              <a:rPr lang="tr-TR" sz="1600" dirty="0">
                <a:solidFill>
                  <a:srgbClr val="000000"/>
                </a:solidFill>
                <a:latin typeface="Consolas" panose="020B0609020204030204" pitchFamily="49" charset="0"/>
              </a:rPr>
              <a:t>            }</a:t>
            </a:r>
          </a:p>
          <a:p>
            <a:r>
              <a:rPr lang="tr-TR" sz="1600" dirty="0">
                <a:solidFill>
                  <a:srgbClr val="000000"/>
                </a:solidFill>
                <a:latin typeface="Consolas" panose="020B0609020204030204" pitchFamily="49" charset="0"/>
              </a:rPr>
              <a:t>        }</a:t>
            </a:r>
          </a:p>
          <a:p>
            <a:r>
              <a:rPr lang="tr-TR" sz="1600" dirty="0">
                <a:solidFill>
                  <a:srgbClr val="000000"/>
                </a:solidFill>
                <a:latin typeface="Consolas" panose="020B0609020204030204" pitchFamily="49" charset="0"/>
              </a:rPr>
              <a:t>    }</a:t>
            </a:r>
          </a:p>
        </p:txBody>
      </p:sp>
    </p:spTree>
    <p:extLst>
      <p:ext uri="{BB962C8B-B14F-4D97-AF65-F5344CB8AC3E}">
        <p14:creationId xmlns:p14="http://schemas.microsoft.com/office/powerpoint/2010/main" val="560726414"/>
      </p:ext>
    </p:extLst>
  </p:cSld>
  <p:clrMapOvr>
    <a:masterClrMapping/>
  </p:clrMapOvr>
  <p:transition spd="med" advClick="0" advTm="1000">
    <p:split/>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420054" y="192823"/>
            <a:ext cx="11387667" cy="862598"/>
          </a:xfrm>
        </p:spPr>
        <p:txBody>
          <a:bodyPr/>
          <a:lstStyle/>
          <a:p>
            <a:r>
              <a:rPr lang="tr-TR" dirty="0"/>
              <a:t>Örnek</a:t>
            </a:r>
            <a:endParaRPr lang="en-US" dirty="0"/>
          </a:p>
        </p:txBody>
      </p:sp>
      <p:sp>
        <p:nvSpPr>
          <p:cNvPr id="4" name="Veri Yer Tutucusu 3"/>
          <p:cNvSpPr>
            <a:spLocks noGrp="1"/>
          </p:cNvSpPr>
          <p:nvPr>
            <p:ph type="dt" sz="half" idx="10"/>
          </p:nvPr>
        </p:nvSpPr>
        <p:spPr/>
        <p:txBody>
          <a:bodyPr/>
          <a:lstStyle/>
          <a:p>
            <a:pPr>
              <a:defRPr/>
            </a:pPr>
            <a:fld id="{A6FAB1EC-7A00-4607-8BF8-66EE9839B22B}" type="datetime1">
              <a:rPr lang="tr-TR" smtClean="0">
                <a:solidFill>
                  <a:srgbClr val="FFFFFF"/>
                </a:solidFill>
              </a:rPr>
              <a:t>11.05.2020</a:t>
            </a:fld>
            <a:endParaRPr lang="tr-TR" dirty="0">
              <a:solidFill>
                <a:srgbClr val="FFFFFF"/>
              </a:solidFill>
            </a:endParaRPr>
          </a:p>
        </p:txBody>
      </p:sp>
      <p:sp>
        <p:nvSpPr>
          <p:cNvPr id="5" name="Slayt Numarası Yer Tutucusu 4"/>
          <p:cNvSpPr>
            <a:spLocks noGrp="1"/>
          </p:cNvSpPr>
          <p:nvPr>
            <p:ph type="sldNum" sz="quarter" idx="12"/>
          </p:nvPr>
        </p:nvSpPr>
        <p:spPr/>
        <p:txBody>
          <a:bodyPr/>
          <a:lstStyle/>
          <a:p>
            <a:pPr>
              <a:defRPr/>
            </a:pPr>
            <a:fld id="{B4D9CBB0-09FD-4FB3-A512-12DBE7913E78}" type="slidenum">
              <a:rPr lang="tr-TR" smtClean="0">
                <a:solidFill>
                  <a:srgbClr val="FFFFFF"/>
                </a:solidFill>
              </a:rPr>
              <a:pPr>
                <a:defRPr/>
              </a:pPr>
              <a:t>47</a:t>
            </a:fld>
            <a:endParaRPr lang="tr-TR">
              <a:solidFill>
                <a:srgbClr val="FFFFFF"/>
              </a:solidFill>
            </a:endParaRPr>
          </a:p>
        </p:txBody>
      </p:sp>
      <p:pic>
        <p:nvPicPr>
          <p:cNvPr id="7" name="Picture 6"/>
          <p:cNvPicPr>
            <a:picLocks noChangeAspect="1"/>
          </p:cNvPicPr>
          <p:nvPr/>
        </p:nvPicPr>
        <p:blipFill>
          <a:blip r:embed="rId2"/>
          <a:stretch>
            <a:fillRect/>
          </a:stretch>
        </p:blipFill>
        <p:spPr>
          <a:xfrm>
            <a:off x="1928283" y="1055421"/>
            <a:ext cx="7754485" cy="5268072"/>
          </a:xfrm>
          <a:prstGeom prst="rect">
            <a:avLst/>
          </a:prstGeom>
        </p:spPr>
      </p:pic>
    </p:spTree>
    <p:extLst>
      <p:ext uri="{BB962C8B-B14F-4D97-AF65-F5344CB8AC3E}">
        <p14:creationId xmlns:p14="http://schemas.microsoft.com/office/powerpoint/2010/main" val="3855423248"/>
      </p:ext>
    </p:extLst>
  </p:cSld>
  <p:clrMapOvr>
    <a:masterClrMapping/>
  </p:clrMapOvr>
  <p:transition spd="med" advClick="0" advTm="1000">
    <p:split/>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420054" y="192823"/>
            <a:ext cx="11387667" cy="862598"/>
          </a:xfrm>
        </p:spPr>
        <p:txBody>
          <a:bodyPr/>
          <a:lstStyle/>
          <a:p>
            <a:r>
              <a:rPr lang="tr-TR" dirty="0"/>
              <a:t>UML Use Case Diyagramları</a:t>
            </a:r>
            <a:endParaRPr lang="en-US" dirty="0"/>
          </a:p>
        </p:txBody>
      </p:sp>
      <p:sp>
        <p:nvSpPr>
          <p:cNvPr id="3" name="İçerik Yer Tutucusu 2"/>
          <p:cNvSpPr>
            <a:spLocks noGrp="1"/>
          </p:cNvSpPr>
          <p:nvPr>
            <p:ph idx="1"/>
          </p:nvPr>
        </p:nvSpPr>
        <p:spPr>
          <a:xfrm>
            <a:off x="366309" y="1111909"/>
            <a:ext cx="11387667" cy="5479960"/>
          </a:xfrm>
        </p:spPr>
        <p:txBody>
          <a:bodyPr/>
          <a:lstStyle/>
          <a:p>
            <a:r>
              <a:rPr lang="tr-TR" b="1" dirty="0"/>
              <a:t>Kullanım Senaryosu (Use Case) </a:t>
            </a:r>
            <a:r>
              <a:rPr lang="tr-TR" dirty="0"/>
              <a:t>sistemin kullanıcılara sunacağı bir hizmetin senaryo şeklinde anlatımıdır. Sistem gereksinimleri Use Case diyagramları ile belirtilir.</a:t>
            </a:r>
          </a:p>
          <a:p>
            <a:r>
              <a:rPr lang="tr-TR" sz="3000" dirty="0"/>
              <a:t>Yazılım geliştirme için gerekli değildir, fakat gereksinimler ve nesnesel modeller arasında en önemli bağlantıdır. </a:t>
            </a:r>
          </a:p>
          <a:p>
            <a:r>
              <a:rPr lang="tr-TR" sz="3000" dirty="0"/>
              <a:t>Bu diyagramlar ilk olarak aktörlere bakılarak oluşturulurlar. Aktör sistemin sunduğu hizmetleri kullanan bir kişi veya başka bir sistemdir. Aktörler sistemin dışında olan ve sistemle etkileşimde bulunması olası bir şahıs veya farklı bir sistem olarak belirtilirler. İlk olarak sorulacak soru sistemle kim iletişimde bulunacak sorusudur. </a:t>
            </a:r>
          </a:p>
        </p:txBody>
      </p:sp>
      <p:sp>
        <p:nvSpPr>
          <p:cNvPr id="4" name="Veri Yer Tutucusu 3"/>
          <p:cNvSpPr>
            <a:spLocks noGrp="1"/>
          </p:cNvSpPr>
          <p:nvPr>
            <p:ph type="dt" sz="half" idx="10"/>
          </p:nvPr>
        </p:nvSpPr>
        <p:spPr/>
        <p:txBody>
          <a:bodyPr/>
          <a:lstStyle/>
          <a:p>
            <a:pPr>
              <a:defRPr/>
            </a:pPr>
            <a:fld id="{A6FAB1EC-7A00-4607-8BF8-66EE9839B22B}" type="datetime1">
              <a:rPr lang="tr-TR" smtClean="0">
                <a:solidFill>
                  <a:srgbClr val="FFFFFF"/>
                </a:solidFill>
              </a:rPr>
              <a:t>11.05.2020</a:t>
            </a:fld>
            <a:endParaRPr lang="tr-TR" dirty="0">
              <a:solidFill>
                <a:srgbClr val="FFFFFF"/>
              </a:solidFill>
            </a:endParaRPr>
          </a:p>
        </p:txBody>
      </p:sp>
      <p:sp>
        <p:nvSpPr>
          <p:cNvPr id="5" name="Slayt Numarası Yer Tutucusu 4"/>
          <p:cNvSpPr>
            <a:spLocks noGrp="1"/>
          </p:cNvSpPr>
          <p:nvPr>
            <p:ph type="sldNum" sz="quarter" idx="12"/>
          </p:nvPr>
        </p:nvSpPr>
        <p:spPr/>
        <p:txBody>
          <a:bodyPr/>
          <a:lstStyle/>
          <a:p>
            <a:pPr>
              <a:defRPr/>
            </a:pPr>
            <a:fld id="{B4D9CBB0-09FD-4FB3-A512-12DBE7913E78}" type="slidenum">
              <a:rPr lang="tr-TR" smtClean="0">
                <a:solidFill>
                  <a:srgbClr val="FFFFFF"/>
                </a:solidFill>
              </a:rPr>
              <a:pPr>
                <a:defRPr/>
              </a:pPr>
              <a:t>48</a:t>
            </a:fld>
            <a:endParaRPr lang="tr-TR">
              <a:solidFill>
                <a:srgbClr val="FFFFFF"/>
              </a:solidFill>
            </a:endParaRPr>
          </a:p>
        </p:txBody>
      </p:sp>
    </p:spTree>
    <p:extLst>
      <p:ext uri="{BB962C8B-B14F-4D97-AF65-F5344CB8AC3E}">
        <p14:creationId xmlns:p14="http://schemas.microsoft.com/office/powerpoint/2010/main" val="3716172591"/>
      </p:ext>
    </p:extLst>
  </p:cSld>
  <p:clrMapOvr>
    <a:masterClrMapping/>
  </p:clrMapOvr>
  <p:transition spd="med" advClick="0" advTm="1000">
    <p:split/>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420054" y="192823"/>
            <a:ext cx="11387667" cy="862598"/>
          </a:xfrm>
        </p:spPr>
        <p:txBody>
          <a:bodyPr/>
          <a:lstStyle/>
          <a:p>
            <a:r>
              <a:rPr lang="tr-TR" dirty="0"/>
              <a:t>UML Use Case Diyagramları</a:t>
            </a:r>
            <a:endParaRPr lang="en-US" dirty="0"/>
          </a:p>
        </p:txBody>
      </p:sp>
      <p:sp>
        <p:nvSpPr>
          <p:cNvPr id="3" name="İçerik Yer Tutucusu 2"/>
          <p:cNvSpPr>
            <a:spLocks noGrp="1"/>
          </p:cNvSpPr>
          <p:nvPr>
            <p:ph idx="1"/>
          </p:nvPr>
        </p:nvSpPr>
        <p:spPr>
          <a:xfrm>
            <a:off x="366309" y="1111909"/>
            <a:ext cx="11387667" cy="5479960"/>
          </a:xfrm>
        </p:spPr>
        <p:txBody>
          <a:bodyPr/>
          <a:lstStyle/>
          <a:p>
            <a:r>
              <a:rPr lang="tr-TR" dirty="0"/>
              <a:t>Diyagramı hazırlayanlar Sistem Analisti’dir. </a:t>
            </a:r>
          </a:p>
          <a:p>
            <a:r>
              <a:rPr lang="tr-TR" dirty="0"/>
              <a:t>Diyagramı kullananlar ise Müşteri, Proje Yöneticisi, Tasarımcı, Veritabanı analisti, tasarımcı </a:t>
            </a:r>
          </a:p>
          <a:p>
            <a:pPr lvl="1" indent="-342900">
              <a:buFont typeface="Wingdings" panose="05000000000000000000" pitchFamily="2" charset="2"/>
              <a:buChar char="v"/>
            </a:pPr>
            <a:r>
              <a:rPr lang="tr-TR" sz="2400" dirty="0"/>
              <a:t>Ders seçim modeli için aktör olarak şu hususlardan bahsedebiliriz. Kayıt memuru, öğrenci, profesör ve de dış bir ödeme sistemini ele alabiliriz. (aktör illaki bir insan olmak zorunda değildir farklı bir sitem de aktör olabilir) </a:t>
            </a:r>
          </a:p>
          <a:p>
            <a:pPr lvl="1" indent="-342900">
              <a:buFont typeface="Wingdings" panose="05000000000000000000" pitchFamily="2" charset="2"/>
              <a:buChar char="v"/>
            </a:pPr>
            <a:r>
              <a:rPr lang="tr-TR" sz="2400" dirty="0"/>
              <a:t>Kullanıcı durumu (use case) sistemdeki aktör tarafından sistem ile bir etkileşim esnasında gerçekleştirilecek işlemler dizisinin referansıdır. Kullanım durumları birer yazılım modülü değillerdir. Sistem ile etkileşimde bulunacak aktörlerin sistem için önemini gösterirler. </a:t>
            </a:r>
          </a:p>
          <a:p>
            <a:pPr lvl="1" indent="-342900">
              <a:buFont typeface="Wingdings" panose="05000000000000000000" pitchFamily="2" charset="2"/>
              <a:buChar char="v"/>
            </a:pPr>
            <a:r>
              <a:rPr lang="tr-TR" sz="2400" dirty="0"/>
              <a:t> </a:t>
            </a:r>
            <a:r>
              <a:rPr lang="tr-TR" sz="2400" dirty="0">
                <a:ea typeface="+mn-ea"/>
                <a:cs typeface="+mn-cs"/>
              </a:rPr>
              <a:t>Sistemdeki kullanım durumlarını bulmak için o sisteme kısaca aktörlerin sistemi ne amaçla kullanmak istediklerini sormak yeterli olacaktır. </a:t>
            </a:r>
          </a:p>
        </p:txBody>
      </p:sp>
      <p:sp>
        <p:nvSpPr>
          <p:cNvPr id="4" name="Veri Yer Tutucusu 3"/>
          <p:cNvSpPr>
            <a:spLocks noGrp="1"/>
          </p:cNvSpPr>
          <p:nvPr>
            <p:ph type="dt" sz="half" idx="10"/>
          </p:nvPr>
        </p:nvSpPr>
        <p:spPr/>
        <p:txBody>
          <a:bodyPr/>
          <a:lstStyle/>
          <a:p>
            <a:pPr>
              <a:defRPr/>
            </a:pPr>
            <a:fld id="{A6FAB1EC-7A00-4607-8BF8-66EE9839B22B}" type="datetime1">
              <a:rPr lang="tr-TR" smtClean="0">
                <a:solidFill>
                  <a:srgbClr val="FFFFFF"/>
                </a:solidFill>
              </a:rPr>
              <a:t>11.05.2020</a:t>
            </a:fld>
            <a:endParaRPr lang="tr-TR" dirty="0">
              <a:solidFill>
                <a:srgbClr val="FFFFFF"/>
              </a:solidFill>
            </a:endParaRPr>
          </a:p>
        </p:txBody>
      </p:sp>
      <p:sp>
        <p:nvSpPr>
          <p:cNvPr id="5" name="Slayt Numarası Yer Tutucusu 4"/>
          <p:cNvSpPr>
            <a:spLocks noGrp="1"/>
          </p:cNvSpPr>
          <p:nvPr>
            <p:ph type="sldNum" sz="quarter" idx="12"/>
          </p:nvPr>
        </p:nvSpPr>
        <p:spPr/>
        <p:txBody>
          <a:bodyPr/>
          <a:lstStyle/>
          <a:p>
            <a:pPr>
              <a:defRPr/>
            </a:pPr>
            <a:fld id="{B4D9CBB0-09FD-4FB3-A512-12DBE7913E78}" type="slidenum">
              <a:rPr lang="tr-TR" smtClean="0">
                <a:solidFill>
                  <a:srgbClr val="FFFFFF"/>
                </a:solidFill>
              </a:rPr>
              <a:pPr>
                <a:defRPr/>
              </a:pPr>
              <a:t>49</a:t>
            </a:fld>
            <a:endParaRPr lang="tr-TR">
              <a:solidFill>
                <a:srgbClr val="FFFFFF"/>
              </a:solidFill>
            </a:endParaRPr>
          </a:p>
        </p:txBody>
      </p:sp>
    </p:spTree>
    <p:extLst>
      <p:ext uri="{BB962C8B-B14F-4D97-AF65-F5344CB8AC3E}">
        <p14:creationId xmlns:p14="http://schemas.microsoft.com/office/powerpoint/2010/main" val="2900308428"/>
      </p:ext>
    </p:extLst>
  </p:cSld>
  <p:clrMapOvr>
    <a:masterClrMapping/>
  </p:clrMapOvr>
  <p:transition spd="med" advClick="0" advTm="1000">
    <p:split/>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420054" y="192823"/>
            <a:ext cx="11387667" cy="862598"/>
          </a:xfrm>
        </p:spPr>
        <p:txBody>
          <a:bodyPr/>
          <a:lstStyle/>
          <a:p>
            <a:r>
              <a:rPr lang="tr-TR" dirty="0"/>
              <a:t>UML Use Case Diyagramları</a:t>
            </a:r>
            <a:endParaRPr lang="en-US" dirty="0"/>
          </a:p>
        </p:txBody>
      </p:sp>
      <p:sp>
        <p:nvSpPr>
          <p:cNvPr id="4" name="Veri Yer Tutucusu 3"/>
          <p:cNvSpPr>
            <a:spLocks noGrp="1"/>
          </p:cNvSpPr>
          <p:nvPr>
            <p:ph type="dt" sz="half" idx="10"/>
          </p:nvPr>
        </p:nvSpPr>
        <p:spPr/>
        <p:txBody>
          <a:bodyPr/>
          <a:lstStyle/>
          <a:p>
            <a:pPr>
              <a:defRPr/>
            </a:pPr>
            <a:fld id="{A6FAB1EC-7A00-4607-8BF8-66EE9839B22B}" type="datetime1">
              <a:rPr lang="tr-TR" smtClean="0">
                <a:solidFill>
                  <a:srgbClr val="FFFFFF"/>
                </a:solidFill>
              </a:rPr>
              <a:t>11.05.2020</a:t>
            </a:fld>
            <a:endParaRPr lang="tr-TR" dirty="0">
              <a:solidFill>
                <a:srgbClr val="FFFFFF"/>
              </a:solidFill>
            </a:endParaRPr>
          </a:p>
        </p:txBody>
      </p:sp>
      <p:sp>
        <p:nvSpPr>
          <p:cNvPr id="5" name="Slayt Numarası Yer Tutucusu 4"/>
          <p:cNvSpPr>
            <a:spLocks noGrp="1"/>
          </p:cNvSpPr>
          <p:nvPr>
            <p:ph type="sldNum" sz="quarter" idx="12"/>
          </p:nvPr>
        </p:nvSpPr>
        <p:spPr/>
        <p:txBody>
          <a:bodyPr/>
          <a:lstStyle/>
          <a:p>
            <a:pPr>
              <a:defRPr/>
            </a:pPr>
            <a:fld id="{B4D9CBB0-09FD-4FB3-A512-12DBE7913E78}" type="slidenum">
              <a:rPr lang="tr-TR" smtClean="0">
                <a:solidFill>
                  <a:srgbClr val="FFFFFF"/>
                </a:solidFill>
              </a:rPr>
              <a:pPr>
                <a:defRPr/>
              </a:pPr>
              <a:t>50</a:t>
            </a:fld>
            <a:endParaRPr lang="tr-TR">
              <a:solidFill>
                <a:srgbClr val="FFFFFF"/>
              </a:solidFill>
            </a:endParaRPr>
          </a:p>
        </p:txBody>
      </p:sp>
      <p:pic>
        <p:nvPicPr>
          <p:cNvPr id="7" name="Picture 6"/>
          <p:cNvPicPr>
            <a:picLocks noChangeAspect="1"/>
          </p:cNvPicPr>
          <p:nvPr/>
        </p:nvPicPr>
        <p:blipFill>
          <a:blip r:embed="rId2"/>
          <a:stretch>
            <a:fillRect/>
          </a:stretch>
        </p:blipFill>
        <p:spPr>
          <a:xfrm>
            <a:off x="1928282" y="1127186"/>
            <a:ext cx="8175195" cy="5451035"/>
          </a:xfrm>
          <a:prstGeom prst="rect">
            <a:avLst/>
          </a:prstGeom>
        </p:spPr>
      </p:pic>
    </p:spTree>
    <p:extLst>
      <p:ext uri="{BB962C8B-B14F-4D97-AF65-F5344CB8AC3E}">
        <p14:creationId xmlns:p14="http://schemas.microsoft.com/office/powerpoint/2010/main" val="2311145198"/>
      </p:ext>
    </p:extLst>
  </p:cSld>
  <p:clrMapOvr>
    <a:masterClrMapping/>
  </p:clrMapOvr>
  <p:transition spd="med" advClick="0" advTm="1000">
    <p:split/>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420054" y="192823"/>
            <a:ext cx="11387667" cy="862598"/>
          </a:xfrm>
        </p:spPr>
        <p:txBody>
          <a:bodyPr/>
          <a:lstStyle/>
          <a:p>
            <a:r>
              <a:rPr lang="tr-TR" dirty="0"/>
              <a:t>UML Use Case Diyagramları</a:t>
            </a:r>
            <a:endParaRPr lang="en-US" dirty="0"/>
          </a:p>
        </p:txBody>
      </p:sp>
      <p:sp>
        <p:nvSpPr>
          <p:cNvPr id="4" name="Veri Yer Tutucusu 3"/>
          <p:cNvSpPr>
            <a:spLocks noGrp="1"/>
          </p:cNvSpPr>
          <p:nvPr>
            <p:ph type="dt" sz="half" idx="10"/>
          </p:nvPr>
        </p:nvSpPr>
        <p:spPr/>
        <p:txBody>
          <a:bodyPr/>
          <a:lstStyle/>
          <a:p>
            <a:pPr>
              <a:defRPr/>
            </a:pPr>
            <a:fld id="{A6FAB1EC-7A00-4607-8BF8-66EE9839B22B}" type="datetime1">
              <a:rPr lang="tr-TR" smtClean="0">
                <a:solidFill>
                  <a:srgbClr val="FFFFFF"/>
                </a:solidFill>
              </a:rPr>
              <a:t>11.05.2020</a:t>
            </a:fld>
            <a:endParaRPr lang="tr-TR" dirty="0">
              <a:solidFill>
                <a:srgbClr val="FFFFFF"/>
              </a:solidFill>
            </a:endParaRPr>
          </a:p>
        </p:txBody>
      </p:sp>
      <p:sp>
        <p:nvSpPr>
          <p:cNvPr id="5" name="Slayt Numarası Yer Tutucusu 4"/>
          <p:cNvSpPr>
            <a:spLocks noGrp="1"/>
          </p:cNvSpPr>
          <p:nvPr>
            <p:ph type="sldNum" sz="quarter" idx="12"/>
          </p:nvPr>
        </p:nvSpPr>
        <p:spPr/>
        <p:txBody>
          <a:bodyPr/>
          <a:lstStyle/>
          <a:p>
            <a:pPr>
              <a:defRPr/>
            </a:pPr>
            <a:fld id="{B4D9CBB0-09FD-4FB3-A512-12DBE7913E78}" type="slidenum">
              <a:rPr lang="tr-TR" smtClean="0">
                <a:solidFill>
                  <a:srgbClr val="FFFFFF"/>
                </a:solidFill>
              </a:rPr>
              <a:pPr>
                <a:defRPr/>
              </a:pPr>
              <a:t>51</a:t>
            </a:fld>
            <a:endParaRPr lang="tr-TR">
              <a:solidFill>
                <a:srgbClr val="FFFFFF"/>
              </a:solidFill>
            </a:endParaRPr>
          </a:p>
        </p:txBody>
      </p:sp>
      <p:pic>
        <p:nvPicPr>
          <p:cNvPr id="3" name="Picture 2"/>
          <p:cNvPicPr>
            <a:picLocks noChangeAspect="1"/>
          </p:cNvPicPr>
          <p:nvPr/>
        </p:nvPicPr>
        <p:blipFill>
          <a:blip r:embed="rId2"/>
          <a:stretch>
            <a:fillRect/>
          </a:stretch>
        </p:blipFill>
        <p:spPr>
          <a:xfrm>
            <a:off x="305652" y="1983469"/>
            <a:ext cx="3580484" cy="2424758"/>
          </a:xfrm>
          <a:prstGeom prst="rect">
            <a:avLst/>
          </a:prstGeom>
        </p:spPr>
      </p:pic>
      <p:pic>
        <p:nvPicPr>
          <p:cNvPr id="6" name="Picture 5"/>
          <p:cNvPicPr>
            <a:picLocks noChangeAspect="1"/>
          </p:cNvPicPr>
          <p:nvPr/>
        </p:nvPicPr>
        <p:blipFill>
          <a:blip r:embed="rId3"/>
          <a:stretch>
            <a:fillRect/>
          </a:stretch>
        </p:blipFill>
        <p:spPr>
          <a:xfrm>
            <a:off x="4240684" y="1318826"/>
            <a:ext cx="7549150" cy="4772173"/>
          </a:xfrm>
          <a:prstGeom prst="rect">
            <a:avLst/>
          </a:prstGeom>
        </p:spPr>
      </p:pic>
    </p:spTree>
    <p:extLst>
      <p:ext uri="{BB962C8B-B14F-4D97-AF65-F5344CB8AC3E}">
        <p14:creationId xmlns:p14="http://schemas.microsoft.com/office/powerpoint/2010/main" val="3379923706"/>
      </p:ext>
    </p:extLst>
  </p:cSld>
  <p:clrMapOvr>
    <a:masterClrMapping/>
  </p:clrMapOvr>
  <p:transition spd="med" advClick="0" advTm="1000">
    <p:split/>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420054" y="192823"/>
            <a:ext cx="11387667" cy="862598"/>
          </a:xfrm>
        </p:spPr>
        <p:txBody>
          <a:bodyPr/>
          <a:lstStyle/>
          <a:p>
            <a:r>
              <a:rPr lang="tr-TR" dirty="0"/>
              <a:t>Ek 1: 2.5 Standartına göre UML Diyagramları</a:t>
            </a:r>
            <a:endParaRPr lang="en-US" dirty="0"/>
          </a:p>
        </p:txBody>
      </p:sp>
      <p:sp>
        <p:nvSpPr>
          <p:cNvPr id="4" name="Veri Yer Tutucusu 3"/>
          <p:cNvSpPr>
            <a:spLocks noGrp="1"/>
          </p:cNvSpPr>
          <p:nvPr>
            <p:ph type="dt" sz="half" idx="10"/>
          </p:nvPr>
        </p:nvSpPr>
        <p:spPr/>
        <p:txBody>
          <a:bodyPr/>
          <a:lstStyle/>
          <a:p>
            <a:pPr>
              <a:defRPr/>
            </a:pPr>
            <a:fld id="{A6FAB1EC-7A00-4607-8BF8-66EE9839B22B}" type="datetime1">
              <a:rPr lang="tr-TR" smtClean="0">
                <a:solidFill>
                  <a:srgbClr val="FFFFFF"/>
                </a:solidFill>
              </a:rPr>
              <a:t>11.05.2020</a:t>
            </a:fld>
            <a:endParaRPr lang="tr-TR" dirty="0">
              <a:solidFill>
                <a:srgbClr val="FFFFFF"/>
              </a:solidFill>
            </a:endParaRPr>
          </a:p>
        </p:txBody>
      </p:sp>
      <p:sp>
        <p:nvSpPr>
          <p:cNvPr id="5" name="Slayt Numarası Yer Tutucusu 4"/>
          <p:cNvSpPr>
            <a:spLocks noGrp="1"/>
          </p:cNvSpPr>
          <p:nvPr>
            <p:ph type="sldNum" sz="quarter" idx="12"/>
          </p:nvPr>
        </p:nvSpPr>
        <p:spPr/>
        <p:txBody>
          <a:bodyPr/>
          <a:lstStyle/>
          <a:p>
            <a:pPr>
              <a:defRPr/>
            </a:pPr>
            <a:fld id="{B4D9CBB0-09FD-4FB3-A512-12DBE7913E78}" type="slidenum">
              <a:rPr lang="tr-TR" smtClean="0">
                <a:solidFill>
                  <a:srgbClr val="FFFFFF"/>
                </a:solidFill>
              </a:rPr>
              <a:pPr>
                <a:defRPr/>
              </a:pPr>
              <a:t>52</a:t>
            </a:fld>
            <a:endParaRPr lang="tr-TR">
              <a:solidFill>
                <a:srgbClr val="FFFFFF"/>
              </a:solidFill>
            </a:endParaRP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89198" y="858535"/>
            <a:ext cx="5991027" cy="5999465"/>
          </a:xfrm>
          <a:prstGeom prst="rect">
            <a:avLst/>
          </a:prstGeom>
        </p:spPr>
      </p:pic>
    </p:spTree>
    <p:extLst>
      <p:ext uri="{BB962C8B-B14F-4D97-AF65-F5344CB8AC3E}">
        <p14:creationId xmlns:p14="http://schemas.microsoft.com/office/powerpoint/2010/main" val="690149418"/>
      </p:ext>
    </p:extLst>
  </p:cSld>
  <p:clrMapOvr>
    <a:masterClrMapping/>
  </p:clrMapOvr>
  <p:transition spd="med" advClick="0" advTm="1000">
    <p:split/>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420054" y="192823"/>
            <a:ext cx="11387667" cy="862598"/>
          </a:xfrm>
        </p:spPr>
        <p:txBody>
          <a:bodyPr/>
          <a:lstStyle/>
          <a:p>
            <a:r>
              <a:rPr lang="tr-TR" dirty="0"/>
              <a:t>Ek 2: UML Çizim Programları</a:t>
            </a:r>
            <a:endParaRPr lang="en-US" dirty="0"/>
          </a:p>
        </p:txBody>
      </p:sp>
      <p:sp>
        <p:nvSpPr>
          <p:cNvPr id="4" name="Veri Yer Tutucusu 3"/>
          <p:cNvSpPr>
            <a:spLocks noGrp="1"/>
          </p:cNvSpPr>
          <p:nvPr>
            <p:ph type="dt" sz="half" idx="10"/>
          </p:nvPr>
        </p:nvSpPr>
        <p:spPr/>
        <p:txBody>
          <a:bodyPr/>
          <a:lstStyle/>
          <a:p>
            <a:pPr>
              <a:defRPr/>
            </a:pPr>
            <a:fld id="{A6FAB1EC-7A00-4607-8BF8-66EE9839B22B}" type="datetime1">
              <a:rPr lang="tr-TR" smtClean="0">
                <a:solidFill>
                  <a:srgbClr val="FFFFFF"/>
                </a:solidFill>
              </a:rPr>
              <a:t>11.05.2020</a:t>
            </a:fld>
            <a:endParaRPr lang="tr-TR" dirty="0">
              <a:solidFill>
                <a:srgbClr val="FFFFFF"/>
              </a:solidFill>
            </a:endParaRPr>
          </a:p>
        </p:txBody>
      </p:sp>
      <p:sp>
        <p:nvSpPr>
          <p:cNvPr id="5" name="Slayt Numarası Yer Tutucusu 4"/>
          <p:cNvSpPr>
            <a:spLocks noGrp="1"/>
          </p:cNvSpPr>
          <p:nvPr>
            <p:ph type="sldNum" sz="quarter" idx="12"/>
          </p:nvPr>
        </p:nvSpPr>
        <p:spPr/>
        <p:txBody>
          <a:bodyPr/>
          <a:lstStyle/>
          <a:p>
            <a:pPr>
              <a:defRPr/>
            </a:pPr>
            <a:fld id="{B4D9CBB0-09FD-4FB3-A512-12DBE7913E78}" type="slidenum">
              <a:rPr lang="tr-TR" smtClean="0">
                <a:solidFill>
                  <a:srgbClr val="FFFFFF"/>
                </a:solidFill>
              </a:rPr>
              <a:pPr>
                <a:defRPr/>
              </a:pPr>
              <a:t>53</a:t>
            </a:fld>
            <a:endParaRPr lang="tr-TR">
              <a:solidFill>
                <a:srgbClr val="FFFFFF"/>
              </a:solidFill>
            </a:endParaRPr>
          </a:p>
        </p:txBody>
      </p:sp>
      <p:sp>
        <p:nvSpPr>
          <p:cNvPr id="8" name="Content Placeholder 7"/>
          <p:cNvSpPr>
            <a:spLocks noGrp="1"/>
          </p:cNvSpPr>
          <p:nvPr>
            <p:ph idx="1"/>
          </p:nvPr>
        </p:nvSpPr>
        <p:spPr>
          <a:xfrm>
            <a:off x="279337" y="943928"/>
            <a:ext cx="11387667" cy="2672728"/>
          </a:xfrm>
        </p:spPr>
        <p:txBody>
          <a:bodyPr/>
          <a:lstStyle/>
          <a:p>
            <a:r>
              <a:rPr lang="tr-TR" dirty="0"/>
              <a:t> LucidChart : </a:t>
            </a:r>
            <a:r>
              <a:rPr lang="tr-TR" dirty="0">
                <a:hlinkClick r:id="rId2"/>
              </a:rPr>
              <a:t>https://www.lucidchart.com/</a:t>
            </a:r>
            <a:r>
              <a:rPr lang="tr-TR" dirty="0"/>
              <a:t>   (browser bazlı)</a:t>
            </a:r>
          </a:p>
          <a:p>
            <a:r>
              <a:rPr lang="tr-TR" dirty="0"/>
              <a:t>Microsoft Visio, Visual Studio 2015 Enterprise </a:t>
            </a:r>
          </a:p>
          <a:p>
            <a:r>
              <a:rPr lang="tr-TR" dirty="0"/>
              <a:t>Visual Pradigm</a:t>
            </a:r>
          </a:p>
          <a:p>
            <a:r>
              <a:rPr lang="tr-TR" dirty="0"/>
              <a:t>starUML: </a:t>
            </a:r>
            <a:r>
              <a:rPr lang="tr-TR" dirty="0">
                <a:hlinkClick r:id="rId3"/>
              </a:rPr>
              <a:t>http://staruml.io/download</a:t>
            </a:r>
            <a:endParaRPr lang="tr-TR" dirty="0"/>
          </a:p>
          <a:p>
            <a:endParaRPr lang="tr-TR" dirty="0"/>
          </a:p>
        </p:txBody>
      </p:sp>
    </p:spTree>
    <p:extLst>
      <p:ext uri="{BB962C8B-B14F-4D97-AF65-F5344CB8AC3E}">
        <p14:creationId xmlns:p14="http://schemas.microsoft.com/office/powerpoint/2010/main" val="2716019331"/>
      </p:ext>
    </p:extLst>
  </p:cSld>
  <p:clrMapOvr>
    <a:masterClrMapping/>
  </p:clrMapOvr>
  <p:transition spd="med" advClick="0" advTm="1000">
    <p:split/>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Veri Yer Tutucusu 1"/>
          <p:cNvSpPr>
            <a:spLocks noGrp="1"/>
          </p:cNvSpPr>
          <p:nvPr>
            <p:ph type="dt" sz="half" idx="10"/>
          </p:nvPr>
        </p:nvSpPr>
        <p:spPr/>
        <p:txBody>
          <a:bodyPr/>
          <a:lstStyle/>
          <a:p>
            <a:pPr>
              <a:defRPr/>
            </a:pPr>
            <a:fld id="{50EFE7E0-4DD7-4BFD-B25A-EF8EA815FC08}" type="datetime1">
              <a:rPr lang="tr-TR" smtClean="0">
                <a:solidFill>
                  <a:srgbClr val="FFFFFF"/>
                </a:solidFill>
              </a:rPr>
              <a:t>11.05.2020</a:t>
            </a:fld>
            <a:endParaRPr lang="tr-TR">
              <a:solidFill>
                <a:srgbClr val="FFFFFF"/>
              </a:solidFill>
            </a:endParaRPr>
          </a:p>
        </p:txBody>
      </p:sp>
      <p:sp>
        <p:nvSpPr>
          <p:cNvPr id="3" name="Slayt Numarası Yer Tutucusu 2"/>
          <p:cNvSpPr>
            <a:spLocks noGrp="1"/>
          </p:cNvSpPr>
          <p:nvPr>
            <p:ph type="sldNum" sz="quarter" idx="12"/>
          </p:nvPr>
        </p:nvSpPr>
        <p:spPr/>
        <p:txBody>
          <a:bodyPr/>
          <a:lstStyle/>
          <a:p>
            <a:pPr>
              <a:defRPr/>
            </a:pPr>
            <a:fld id="{69FD1CB8-63DB-4FCE-BE81-179D70A48255}" type="slidenum">
              <a:rPr lang="tr-TR" smtClean="0">
                <a:solidFill>
                  <a:srgbClr val="FFFFFF"/>
                </a:solidFill>
              </a:rPr>
              <a:pPr>
                <a:defRPr/>
              </a:pPr>
              <a:t>54</a:t>
            </a:fld>
            <a:endParaRPr lang="tr-TR">
              <a:solidFill>
                <a:srgbClr val="FFFFFF"/>
              </a:solidFill>
            </a:endParaRPr>
          </a:p>
        </p:txBody>
      </p:sp>
      <p:pic>
        <p:nvPicPr>
          <p:cNvPr id="4" name="Resim 3"/>
          <p:cNvPicPr>
            <a:picLocks noChangeAspect="1"/>
          </p:cNvPicPr>
          <p:nvPr/>
        </p:nvPicPr>
        <p:blipFill>
          <a:blip r:embed="rId2"/>
          <a:stretch>
            <a:fillRect/>
          </a:stretch>
        </p:blipFill>
        <p:spPr>
          <a:xfrm>
            <a:off x="1778317" y="92720"/>
            <a:ext cx="6594974" cy="3275591"/>
          </a:xfrm>
          <a:prstGeom prst="rect">
            <a:avLst/>
          </a:prstGeom>
        </p:spPr>
      </p:pic>
      <p:pic>
        <p:nvPicPr>
          <p:cNvPr id="5" name="Resim 4"/>
          <p:cNvPicPr>
            <a:picLocks noChangeAspect="1"/>
          </p:cNvPicPr>
          <p:nvPr/>
        </p:nvPicPr>
        <p:blipFill>
          <a:blip r:embed="rId3"/>
          <a:stretch>
            <a:fillRect/>
          </a:stretch>
        </p:blipFill>
        <p:spPr>
          <a:xfrm>
            <a:off x="1799748" y="3295360"/>
            <a:ext cx="6552112" cy="3187990"/>
          </a:xfrm>
          <a:prstGeom prst="rect">
            <a:avLst/>
          </a:prstGeom>
        </p:spPr>
      </p:pic>
    </p:spTree>
    <p:extLst>
      <p:ext uri="{BB962C8B-B14F-4D97-AF65-F5344CB8AC3E}">
        <p14:creationId xmlns:p14="http://schemas.microsoft.com/office/powerpoint/2010/main" val="3158327190"/>
      </p:ext>
    </p:extLst>
  </p:cSld>
  <p:clrMapOvr>
    <a:masterClrMapping/>
  </p:clrMapOvr>
  <p:transition spd="med" advClick="0" advTm="1000">
    <p:split/>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Veri Yer Tutucusu 1"/>
          <p:cNvSpPr>
            <a:spLocks noGrp="1"/>
          </p:cNvSpPr>
          <p:nvPr>
            <p:ph type="dt" sz="half" idx="10"/>
          </p:nvPr>
        </p:nvSpPr>
        <p:spPr/>
        <p:txBody>
          <a:bodyPr/>
          <a:lstStyle/>
          <a:p>
            <a:pPr>
              <a:defRPr/>
            </a:pPr>
            <a:fld id="{50EFE7E0-4DD7-4BFD-B25A-EF8EA815FC08}" type="datetime1">
              <a:rPr lang="tr-TR" smtClean="0">
                <a:solidFill>
                  <a:srgbClr val="FFFFFF"/>
                </a:solidFill>
              </a:rPr>
              <a:t>11.05.2020</a:t>
            </a:fld>
            <a:endParaRPr lang="tr-TR">
              <a:solidFill>
                <a:srgbClr val="FFFFFF"/>
              </a:solidFill>
            </a:endParaRPr>
          </a:p>
        </p:txBody>
      </p:sp>
      <p:sp>
        <p:nvSpPr>
          <p:cNvPr id="3" name="Slayt Numarası Yer Tutucusu 2"/>
          <p:cNvSpPr>
            <a:spLocks noGrp="1"/>
          </p:cNvSpPr>
          <p:nvPr>
            <p:ph type="sldNum" sz="quarter" idx="12"/>
          </p:nvPr>
        </p:nvSpPr>
        <p:spPr/>
        <p:txBody>
          <a:bodyPr/>
          <a:lstStyle/>
          <a:p>
            <a:pPr>
              <a:defRPr/>
            </a:pPr>
            <a:fld id="{69FD1CB8-63DB-4FCE-BE81-179D70A48255}" type="slidenum">
              <a:rPr lang="tr-TR" smtClean="0">
                <a:solidFill>
                  <a:srgbClr val="FFFFFF"/>
                </a:solidFill>
              </a:rPr>
              <a:pPr>
                <a:defRPr/>
              </a:pPr>
              <a:t>55</a:t>
            </a:fld>
            <a:endParaRPr lang="tr-TR">
              <a:solidFill>
                <a:srgbClr val="FFFFFF"/>
              </a:solidFill>
            </a:endParaRPr>
          </a:p>
        </p:txBody>
      </p:sp>
      <p:pic>
        <p:nvPicPr>
          <p:cNvPr id="4" name="Resim 3"/>
          <p:cNvPicPr>
            <a:picLocks noChangeAspect="1"/>
          </p:cNvPicPr>
          <p:nvPr/>
        </p:nvPicPr>
        <p:blipFill>
          <a:blip r:embed="rId2"/>
          <a:stretch>
            <a:fillRect/>
          </a:stretch>
        </p:blipFill>
        <p:spPr>
          <a:xfrm>
            <a:off x="2417445" y="144508"/>
            <a:ext cx="6320156" cy="3486150"/>
          </a:xfrm>
          <a:prstGeom prst="rect">
            <a:avLst/>
          </a:prstGeom>
        </p:spPr>
      </p:pic>
      <p:pic>
        <p:nvPicPr>
          <p:cNvPr id="5" name="Resim 4"/>
          <p:cNvPicPr>
            <a:picLocks noChangeAspect="1"/>
          </p:cNvPicPr>
          <p:nvPr/>
        </p:nvPicPr>
        <p:blipFill>
          <a:blip r:embed="rId3"/>
          <a:stretch>
            <a:fillRect/>
          </a:stretch>
        </p:blipFill>
        <p:spPr>
          <a:xfrm>
            <a:off x="2465070" y="3665807"/>
            <a:ext cx="6272531" cy="3192193"/>
          </a:xfrm>
          <a:prstGeom prst="rect">
            <a:avLst/>
          </a:prstGeom>
        </p:spPr>
      </p:pic>
    </p:spTree>
    <p:extLst>
      <p:ext uri="{BB962C8B-B14F-4D97-AF65-F5344CB8AC3E}">
        <p14:creationId xmlns:p14="http://schemas.microsoft.com/office/powerpoint/2010/main" val="2020322163"/>
      </p:ext>
    </p:extLst>
  </p:cSld>
  <p:clrMapOvr>
    <a:masterClrMapping/>
  </p:clrMapOvr>
  <p:transition spd="med" advClick="0" advTm="1000">
    <p:split/>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Veri Yer Tutucusu 1"/>
          <p:cNvSpPr>
            <a:spLocks noGrp="1"/>
          </p:cNvSpPr>
          <p:nvPr>
            <p:ph type="dt" sz="half" idx="10"/>
          </p:nvPr>
        </p:nvSpPr>
        <p:spPr/>
        <p:txBody>
          <a:bodyPr/>
          <a:lstStyle/>
          <a:p>
            <a:pPr>
              <a:defRPr/>
            </a:pPr>
            <a:fld id="{50EFE7E0-4DD7-4BFD-B25A-EF8EA815FC08}" type="datetime1">
              <a:rPr lang="tr-TR" smtClean="0">
                <a:solidFill>
                  <a:srgbClr val="FFFFFF"/>
                </a:solidFill>
              </a:rPr>
              <a:t>11.05.2020</a:t>
            </a:fld>
            <a:endParaRPr lang="tr-TR">
              <a:solidFill>
                <a:srgbClr val="FFFFFF"/>
              </a:solidFill>
            </a:endParaRPr>
          </a:p>
        </p:txBody>
      </p:sp>
      <p:sp>
        <p:nvSpPr>
          <p:cNvPr id="3" name="Slayt Numarası Yer Tutucusu 2"/>
          <p:cNvSpPr>
            <a:spLocks noGrp="1"/>
          </p:cNvSpPr>
          <p:nvPr>
            <p:ph type="sldNum" sz="quarter" idx="12"/>
          </p:nvPr>
        </p:nvSpPr>
        <p:spPr/>
        <p:txBody>
          <a:bodyPr/>
          <a:lstStyle/>
          <a:p>
            <a:pPr>
              <a:defRPr/>
            </a:pPr>
            <a:fld id="{69FD1CB8-63DB-4FCE-BE81-179D70A48255}" type="slidenum">
              <a:rPr lang="tr-TR" smtClean="0">
                <a:solidFill>
                  <a:srgbClr val="FFFFFF"/>
                </a:solidFill>
              </a:rPr>
              <a:pPr>
                <a:defRPr/>
              </a:pPr>
              <a:t>56</a:t>
            </a:fld>
            <a:endParaRPr lang="tr-TR">
              <a:solidFill>
                <a:srgbClr val="FFFFFF"/>
              </a:solidFill>
            </a:endParaRPr>
          </a:p>
        </p:txBody>
      </p:sp>
      <p:pic>
        <p:nvPicPr>
          <p:cNvPr id="5" name="Resim 4"/>
          <p:cNvPicPr>
            <a:picLocks noChangeAspect="1"/>
          </p:cNvPicPr>
          <p:nvPr/>
        </p:nvPicPr>
        <p:blipFill>
          <a:blip r:embed="rId2"/>
          <a:stretch>
            <a:fillRect/>
          </a:stretch>
        </p:blipFill>
        <p:spPr>
          <a:xfrm>
            <a:off x="3009900" y="1114425"/>
            <a:ext cx="6172200" cy="4629150"/>
          </a:xfrm>
          <a:prstGeom prst="rect">
            <a:avLst/>
          </a:prstGeom>
        </p:spPr>
      </p:pic>
    </p:spTree>
    <p:extLst>
      <p:ext uri="{BB962C8B-B14F-4D97-AF65-F5344CB8AC3E}">
        <p14:creationId xmlns:p14="http://schemas.microsoft.com/office/powerpoint/2010/main" val="3068005869"/>
      </p:ext>
    </p:extLst>
  </p:cSld>
  <p:clrMapOvr>
    <a:masterClrMapping/>
  </p:clrMapOvr>
  <p:transition spd="med" advClick="0" advTm="1000">
    <p:split/>
  </p:transition>
</p:sld>
</file>

<file path=ppt/theme/theme1.xml><?xml version="1.0" encoding="utf-8"?>
<a:theme xmlns:a="http://schemas.openxmlformats.org/drawingml/2006/main" name="Compass">
  <a:themeElements>
    <a:clrScheme name="Compass 2">
      <a:dk1>
        <a:srgbClr val="5B5D6B"/>
      </a:dk1>
      <a:lt1>
        <a:srgbClr val="FFFFFF"/>
      </a:lt1>
      <a:dk2>
        <a:srgbClr val="5A5C6C"/>
      </a:dk2>
      <a:lt2>
        <a:srgbClr val="FFFFCC"/>
      </a:lt2>
      <a:accent1>
        <a:srgbClr val="9966FF"/>
      </a:accent1>
      <a:accent2>
        <a:srgbClr val="9383B3"/>
      </a:accent2>
      <a:accent3>
        <a:srgbClr val="B5B5BA"/>
      </a:accent3>
      <a:accent4>
        <a:srgbClr val="DADADA"/>
      </a:accent4>
      <a:accent5>
        <a:srgbClr val="CAB8FF"/>
      </a:accent5>
      <a:accent6>
        <a:srgbClr val="8576A2"/>
      </a:accent6>
      <a:hlink>
        <a:srgbClr val="A3C145"/>
      </a:hlink>
      <a:folHlink>
        <a:srgbClr val="6FA9B7"/>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ompass 1">
        <a:dk1>
          <a:srgbClr val="00007A"/>
        </a:dk1>
        <a:lt1>
          <a:srgbClr val="FFFFFF"/>
        </a:lt1>
        <a:dk2>
          <a:srgbClr val="000066"/>
        </a:dk2>
        <a:lt2>
          <a:srgbClr val="CCECFF"/>
        </a:lt2>
        <a:accent1>
          <a:srgbClr val="6F64C2"/>
        </a:accent1>
        <a:accent2>
          <a:srgbClr val="0089BA"/>
        </a:accent2>
        <a:accent3>
          <a:srgbClr val="AAAAB8"/>
        </a:accent3>
        <a:accent4>
          <a:srgbClr val="DADADA"/>
        </a:accent4>
        <a:accent5>
          <a:srgbClr val="BBB8DD"/>
        </a:accent5>
        <a:accent6>
          <a:srgbClr val="007CA8"/>
        </a:accent6>
        <a:hlink>
          <a:srgbClr val="66CCFF"/>
        </a:hlink>
        <a:folHlink>
          <a:srgbClr val="00CC99"/>
        </a:folHlink>
      </a:clrScheme>
      <a:clrMap bg1="dk2" tx1="lt1" bg2="dk1" tx2="lt2" accent1="accent1" accent2="accent2" accent3="accent3" accent4="accent4" accent5="accent5" accent6="accent6" hlink="hlink" folHlink="folHlink"/>
    </a:extraClrScheme>
    <a:extraClrScheme>
      <a:clrScheme name="Compass 2">
        <a:dk1>
          <a:srgbClr val="5B5D6B"/>
        </a:dk1>
        <a:lt1>
          <a:srgbClr val="FFFFFF"/>
        </a:lt1>
        <a:dk2>
          <a:srgbClr val="5A5C6C"/>
        </a:dk2>
        <a:lt2>
          <a:srgbClr val="FFFFCC"/>
        </a:lt2>
        <a:accent1>
          <a:srgbClr val="9966FF"/>
        </a:accent1>
        <a:accent2>
          <a:srgbClr val="9383B3"/>
        </a:accent2>
        <a:accent3>
          <a:srgbClr val="B5B5BA"/>
        </a:accent3>
        <a:accent4>
          <a:srgbClr val="DADADA"/>
        </a:accent4>
        <a:accent5>
          <a:srgbClr val="CAB8FF"/>
        </a:accent5>
        <a:accent6>
          <a:srgbClr val="8576A2"/>
        </a:accent6>
        <a:hlink>
          <a:srgbClr val="A3C145"/>
        </a:hlink>
        <a:folHlink>
          <a:srgbClr val="6FA9B7"/>
        </a:folHlink>
      </a:clrScheme>
      <a:clrMap bg1="dk2" tx1="lt1" bg2="dk1" tx2="lt2" accent1="accent1" accent2="accent2" accent3="accent3" accent4="accent4" accent5="accent5" accent6="accent6" hlink="hlink" folHlink="folHlink"/>
    </a:extraClrScheme>
    <a:extraClrScheme>
      <a:clrScheme name="Compass 3">
        <a:dk1>
          <a:srgbClr val="860000"/>
        </a:dk1>
        <a:lt1>
          <a:srgbClr val="FFFFFF"/>
        </a:lt1>
        <a:dk2>
          <a:srgbClr val="800000"/>
        </a:dk2>
        <a:lt2>
          <a:srgbClr val="FFFFCC"/>
        </a:lt2>
        <a:accent1>
          <a:srgbClr val="FF6600"/>
        </a:accent1>
        <a:accent2>
          <a:srgbClr val="FF9933"/>
        </a:accent2>
        <a:accent3>
          <a:srgbClr val="C0AAAA"/>
        </a:accent3>
        <a:accent4>
          <a:srgbClr val="DADADA"/>
        </a:accent4>
        <a:accent5>
          <a:srgbClr val="FFB8AA"/>
        </a:accent5>
        <a:accent6>
          <a:srgbClr val="E78A2D"/>
        </a:accent6>
        <a:hlink>
          <a:srgbClr val="FFCC00"/>
        </a:hlink>
        <a:folHlink>
          <a:srgbClr val="CC9900"/>
        </a:folHlink>
      </a:clrScheme>
      <a:clrMap bg1="dk2" tx1="lt1" bg2="dk1" tx2="lt2" accent1="accent1" accent2="accent2" accent3="accent3" accent4="accent4" accent5="accent5" accent6="accent6" hlink="hlink" folHlink="folHlink"/>
    </a:extraClrScheme>
    <a:extraClrScheme>
      <a:clrScheme name="Compass 4">
        <a:dk1>
          <a:srgbClr val="676A5C"/>
        </a:dk1>
        <a:lt1>
          <a:srgbClr val="FFFFFF"/>
        </a:lt1>
        <a:dk2>
          <a:srgbClr val="686B5D"/>
        </a:dk2>
        <a:lt2>
          <a:srgbClr val="FFFFCC"/>
        </a:lt2>
        <a:accent1>
          <a:srgbClr val="CC6600"/>
        </a:accent1>
        <a:accent2>
          <a:srgbClr val="809EA8"/>
        </a:accent2>
        <a:accent3>
          <a:srgbClr val="B9BAB6"/>
        </a:accent3>
        <a:accent4>
          <a:srgbClr val="DADADA"/>
        </a:accent4>
        <a:accent5>
          <a:srgbClr val="E2B8AA"/>
        </a:accent5>
        <a:accent6>
          <a:srgbClr val="738F98"/>
        </a:accent6>
        <a:hlink>
          <a:srgbClr val="DDBF4F"/>
        </a:hlink>
        <a:folHlink>
          <a:srgbClr val="B7B6A3"/>
        </a:folHlink>
      </a:clrScheme>
      <a:clrMap bg1="dk2" tx1="lt1" bg2="dk1" tx2="lt2" accent1="accent1" accent2="accent2" accent3="accent3" accent4="accent4" accent5="accent5" accent6="accent6" hlink="hlink" folHlink="folHlink"/>
    </a:extraClrScheme>
    <a:extraClrScheme>
      <a:clrScheme name="Compass 5">
        <a:dk1>
          <a:srgbClr val="AC835E"/>
        </a:dk1>
        <a:lt1>
          <a:srgbClr val="FFFFFF"/>
        </a:lt1>
        <a:dk2>
          <a:srgbClr val="AE8764"/>
        </a:dk2>
        <a:lt2>
          <a:srgbClr val="FFFFCC"/>
        </a:lt2>
        <a:accent1>
          <a:srgbClr val="CC6600"/>
        </a:accent1>
        <a:accent2>
          <a:srgbClr val="FF5050"/>
        </a:accent2>
        <a:accent3>
          <a:srgbClr val="D3C3B8"/>
        </a:accent3>
        <a:accent4>
          <a:srgbClr val="DADADA"/>
        </a:accent4>
        <a:accent5>
          <a:srgbClr val="E2B8AA"/>
        </a:accent5>
        <a:accent6>
          <a:srgbClr val="E74848"/>
        </a:accent6>
        <a:hlink>
          <a:srgbClr val="FFCC99"/>
        </a:hlink>
        <a:folHlink>
          <a:srgbClr val="FF9966"/>
        </a:folHlink>
      </a:clrScheme>
      <a:clrMap bg1="dk2" tx1="lt1" bg2="dk1" tx2="lt2" accent1="accent1" accent2="accent2" accent3="accent3" accent4="accent4" accent5="accent5" accent6="accent6" hlink="hlink" folHlink="folHlink"/>
    </a:extraClrScheme>
    <a:extraClrScheme>
      <a:clrScheme name="Compass 6">
        <a:dk1>
          <a:srgbClr val="526133"/>
        </a:dk1>
        <a:lt1>
          <a:srgbClr val="FFFFFF"/>
        </a:lt1>
        <a:dk2>
          <a:srgbClr val="4E5D31"/>
        </a:dk2>
        <a:lt2>
          <a:srgbClr val="FFFFCC"/>
        </a:lt2>
        <a:accent1>
          <a:srgbClr val="99CC00"/>
        </a:accent1>
        <a:accent2>
          <a:srgbClr val="7A9505"/>
        </a:accent2>
        <a:accent3>
          <a:srgbClr val="B2B6AD"/>
        </a:accent3>
        <a:accent4>
          <a:srgbClr val="DADADA"/>
        </a:accent4>
        <a:accent5>
          <a:srgbClr val="CAE2AA"/>
        </a:accent5>
        <a:accent6>
          <a:srgbClr val="6E8704"/>
        </a:accent6>
        <a:hlink>
          <a:srgbClr val="FFCC00"/>
        </a:hlink>
        <a:folHlink>
          <a:srgbClr val="CCCC00"/>
        </a:folHlink>
      </a:clrScheme>
      <a:clrMap bg1="dk2" tx1="lt1" bg2="dk1" tx2="lt2" accent1="accent1" accent2="accent2" accent3="accent3" accent4="accent4" accent5="accent5" accent6="accent6" hlink="hlink" folHlink="folHlink"/>
    </a:extraClrScheme>
    <a:extraClrScheme>
      <a:clrScheme name="Compass 7">
        <a:dk1>
          <a:srgbClr val="000000"/>
        </a:dk1>
        <a:lt1>
          <a:srgbClr val="DDDCC5"/>
        </a:lt1>
        <a:dk2>
          <a:srgbClr val="95934B"/>
        </a:dk2>
        <a:lt2>
          <a:srgbClr val="DBDAC3"/>
        </a:lt2>
        <a:accent1>
          <a:srgbClr val="EAEBE1"/>
        </a:accent1>
        <a:accent2>
          <a:srgbClr val="9DB0B7"/>
        </a:accent2>
        <a:accent3>
          <a:srgbClr val="EBEBDF"/>
        </a:accent3>
        <a:accent4>
          <a:srgbClr val="000000"/>
        </a:accent4>
        <a:accent5>
          <a:srgbClr val="F3F3EE"/>
        </a:accent5>
        <a:accent6>
          <a:srgbClr val="8E9FA6"/>
        </a:accent6>
        <a:hlink>
          <a:srgbClr val="009900"/>
        </a:hlink>
        <a:folHlink>
          <a:srgbClr val="808000"/>
        </a:folHlink>
      </a:clrScheme>
      <a:clrMap bg1="lt1" tx1="dk1" bg2="lt2" tx2="dk2" accent1="accent1" accent2="accent2" accent3="accent3" accent4="accent4" accent5="accent5" accent6="accent6" hlink="hlink" folHlink="folHlink"/>
    </a:extraClrScheme>
    <a:extraClrScheme>
      <a:clrScheme name="Compass 8">
        <a:dk1>
          <a:srgbClr val="007E7B"/>
        </a:dk1>
        <a:lt1>
          <a:srgbClr val="FFFFFF"/>
        </a:lt1>
        <a:dk2>
          <a:srgbClr val="008080"/>
        </a:dk2>
        <a:lt2>
          <a:srgbClr val="FFFF99"/>
        </a:lt2>
        <a:accent1>
          <a:srgbClr val="33CCCC"/>
        </a:accent1>
        <a:accent2>
          <a:srgbClr val="00CC66"/>
        </a:accent2>
        <a:accent3>
          <a:srgbClr val="AAC0C0"/>
        </a:accent3>
        <a:accent4>
          <a:srgbClr val="DADADA"/>
        </a:accent4>
        <a:accent5>
          <a:srgbClr val="ADE2E2"/>
        </a:accent5>
        <a:accent6>
          <a:srgbClr val="00B95C"/>
        </a:accent6>
        <a:hlink>
          <a:srgbClr val="CCFFCC"/>
        </a:hlink>
        <a:folHlink>
          <a:srgbClr val="FFFFCC"/>
        </a:folHlink>
      </a:clrScheme>
      <a:clrMap bg1="dk2" tx1="lt1" bg2="dk1" tx2="lt2" accent1="accent1" accent2="accent2" accent3="accent3" accent4="accent4" accent5="accent5" accent6="accent6" hlink="hlink" folHlink="folHlink"/>
    </a:extraClrScheme>
    <a:extraClrScheme>
      <a:clrScheme name="Compass 9">
        <a:dk1>
          <a:srgbClr val="000000"/>
        </a:dk1>
        <a:lt1>
          <a:srgbClr val="FFFFFF"/>
        </a:lt1>
        <a:dk2>
          <a:srgbClr val="000000"/>
        </a:dk2>
        <a:lt2>
          <a:srgbClr val="FEFEFE"/>
        </a:lt2>
        <a:accent1>
          <a:srgbClr val="E1E1FF"/>
        </a:accent1>
        <a:accent2>
          <a:srgbClr val="D9FFF8"/>
        </a:accent2>
        <a:accent3>
          <a:srgbClr val="FFFFFF"/>
        </a:accent3>
        <a:accent4>
          <a:srgbClr val="000000"/>
        </a:accent4>
        <a:accent5>
          <a:srgbClr val="EEEEFF"/>
        </a:accent5>
        <a:accent6>
          <a:srgbClr val="C4E7E1"/>
        </a:accent6>
        <a:hlink>
          <a:srgbClr val="9966FF"/>
        </a:hlink>
        <a:folHlink>
          <a:srgbClr val="666699"/>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65317</TotalTime>
  <Words>3828</Words>
  <Application>Microsoft Office PowerPoint</Application>
  <PresentationFormat>Geniş ekran</PresentationFormat>
  <Paragraphs>580</Paragraphs>
  <Slides>56</Slides>
  <Notes>1</Notes>
  <HiddenSlides>0</HiddenSlides>
  <MMClips>0</MMClips>
  <ScaleCrop>false</ScaleCrop>
  <HeadingPairs>
    <vt:vector size="6" baseType="variant">
      <vt:variant>
        <vt:lpstr>Kullanılan Yazı Tipleri</vt:lpstr>
      </vt:variant>
      <vt:variant>
        <vt:i4>9</vt:i4>
      </vt:variant>
      <vt:variant>
        <vt:lpstr>Tema</vt:lpstr>
      </vt:variant>
      <vt:variant>
        <vt:i4>1</vt:i4>
      </vt:variant>
      <vt:variant>
        <vt:lpstr>Slayt Başlıkları</vt:lpstr>
      </vt:variant>
      <vt:variant>
        <vt:i4>56</vt:i4>
      </vt:variant>
    </vt:vector>
  </HeadingPairs>
  <TitlesOfParts>
    <vt:vector size="66" baseType="lpstr">
      <vt:lpstr>American Typewriter</vt:lpstr>
      <vt:lpstr>Arial</vt:lpstr>
      <vt:lpstr>Calibri</vt:lpstr>
      <vt:lpstr>Consolas</vt:lpstr>
      <vt:lpstr>erdana</vt:lpstr>
      <vt:lpstr>Tahoma</vt:lpstr>
      <vt:lpstr>Times New Roman</vt:lpstr>
      <vt:lpstr>verdana</vt:lpstr>
      <vt:lpstr>Wingdings</vt:lpstr>
      <vt:lpstr>Compass</vt:lpstr>
      <vt:lpstr>PowerPoint Sunusu</vt:lpstr>
      <vt:lpstr>11. Hafta İçeriği</vt:lpstr>
      <vt:lpstr>PowerPoint Sunusu</vt:lpstr>
      <vt:lpstr>PowerPoint Sunusu</vt:lpstr>
      <vt:lpstr>PowerPoint Sunusu</vt:lpstr>
      <vt:lpstr>Modelleme Nedir?</vt:lpstr>
      <vt:lpstr>Modelleme Nedir?</vt:lpstr>
      <vt:lpstr>UML Nedir?</vt:lpstr>
      <vt:lpstr>UML Diyagramları</vt:lpstr>
      <vt:lpstr>UML Diyagramları</vt:lpstr>
      <vt:lpstr>UML Diyagramları</vt:lpstr>
      <vt:lpstr>UML’in yararları</vt:lpstr>
      <vt:lpstr>UML’in yararları</vt:lpstr>
      <vt:lpstr>UML Class Diyagramları</vt:lpstr>
      <vt:lpstr>UML Class Diyagramları</vt:lpstr>
      <vt:lpstr>PowerPoint Sunusu</vt:lpstr>
      <vt:lpstr>Sınıf Adı Bölgesi</vt:lpstr>
      <vt:lpstr>Attritube Bölgesi</vt:lpstr>
      <vt:lpstr>Operation Bölgesi</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Sınıflar Arası İlişki 1: Kalıtım</vt:lpstr>
      <vt:lpstr>Sınıflar Arası İlişki 2: Gerçekleme</vt:lpstr>
      <vt:lpstr>Sınıflar Arası İlişki 3: Association</vt:lpstr>
      <vt:lpstr>Sınıflar Arası İlişki 3: Association</vt:lpstr>
      <vt:lpstr>Sınıflar Arası İlişki 3: Association</vt:lpstr>
      <vt:lpstr>Sınıflar Arası İlişki 4: Dependency</vt:lpstr>
      <vt:lpstr>Sınıflar Arası İlişki 4.1: Aggregation</vt:lpstr>
      <vt:lpstr>PowerPoint Sunusu</vt:lpstr>
      <vt:lpstr>Sınıflar Arası İlişki 4: Composition </vt:lpstr>
      <vt:lpstr>PowerPoint Sunusu</vt:lpstr>
      <vt:lpstr>PowerPoint Sunusu</vt:lpstr>
      <vt:lpstr>PowerPoint Sunusu</vt:lpstr>
      <vt:lpstr>PowerPoint Sunusu</vt:lpstr>
      <vt:lpstr>PowerPoint Sunusu</vt:lpstr>
      <vt:lpstr>Örnek</vt:lpstr>
      <vt:lpstr>UML Use Case Diyagramları</vt:lpstr>
      <vt:lpstr>UML Use Case Diyagramları</vt:lpstr>
      <vt:lpstr>UML Use Case Diyagramları</vt:lpstr>
      <vt:lpstr>UML Use Case Diyagramları</vt:lpstr>
      <vt:lpstr>Ek 1: 2.5 Standartına göre UML Diyagramları</vt:lpstr>
      <vt:lpstr>Ek 2: UML Çizim Programları</vt:lpstr>
      <vt:lpstr>PowerPoint Sunusu</vt:lpstr>
      <vt:lpstr>PowerPoint Sunusu</vt:lpstr>
      <vt:lpstr>PowerPoint Sunusu</vt:lpstr>
    </vt:vector>
  </TitlesOfParts>
  <Company>Sakarya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Sunusu</dc:title>
  <dc:creator>Ahmet</dc:creator>
  <cp:lastModifiedBy>cemil oz</cp:lastModifiedBy>
  <cp:revision>446</cp:revision>
  <dcterms:created xsi:type="dcterms:W3CDTF">2016-02-10T09:35:02Z</dcterms:created>
  <dcterms:modified xsi:type="dcterms:W3CDTF">2020-05-13T13:48:31Z</dcterms:modified>
</cp:coreProperties>
</file>