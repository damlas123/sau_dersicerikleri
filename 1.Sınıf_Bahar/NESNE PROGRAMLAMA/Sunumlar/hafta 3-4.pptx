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5"/>
  </p:notesMasterIdLst>
  <p:sldIdLst>
    <p:sldId id="256" r:id="rId2"/>
    <p:sldId id="279" r:id="rId3"/>
    <p:sldId id="280" r:id="rId4"/>
    <p:sldId id="257" r:id="rId5"/>
    <p:sldId id="258" r:id="rId6"/>
    <p:sldId id="274" r:id="rId7"/>
    <p:sldId id="275" r:id="rId8"/>
    <p:sldId id="276" r:id="rId9"/>
    <p:sldId id="281" r:id="rId10"/>
    <p:sldId id="277" r:id="rId11"/>
    <p:sldId id="282" r:id="rId12"/>
    <p:sldId id="278" r:id="rId13"/>
    <p:sldId id="328" r:id="rId14"/>
    <p:sldId id="329" r:id="rId15"/>
    <p:sldId id="344" r:id="rId16"/>
    <p:sldId id="283" r:id="rId17"/>
    <p:sldId id="331" r:id="rId18"/>
    <p:sldId id="330" r:id="rId19"/>
    <p:sldId id="312" r:id="rId20"/>
    <p:sldId id="313" r:id="rId21"/>
    <p:sldId id="314" r:id="rId22"/>
    <p:sldId id="315" r:id="rId23"/>
    <p:sldId id="316" r:id="rId24"/>
    <p:sldId id="317" r:id="rId25"/>
    <p:sldId id="319" r:id="rId26"/>
    <p:sldId id="318" r:id="rId27"/>
    <p:sldId id="284" r:id="rId28"/>
    <p:sldId id="286" r:id="rId29"/>
    <p:sldId id="287" r:id="rId30"/>
    <p:sldId id="288" r:id="rId31"/>
    <p:sldId id="289" r:id="rId32"/>
    <p:sldId id="309" r:id="rId33"/>
    <p:sldId id="310" r:id="rId34"/>
    <p:sldId id="311" r:id="rId35"/>
    <p:sldId id="320" r:id="rId36"/>
    <p:sldId id="321" r:id="rId37"/>
    <p:sldId id="336" r:id="rId38"/>
    <p:sldId id="337" r:id="rId39"/>
    <p:sldId id="338" r:id="rId40"/>
    <p:sldId id="290" r:id="rId41"/>
    <p:sldId id="291" r:id="rId42"/>
    <p:sldId id="292" r:id="rId43"/>
    <p:sldId id="293" r:id="rId44"/>
    <p:sldId id="294" r:id="rId45"/>
    <p:sldId id="295" r:id="rId46"/>
    <p:sldId id="322" r:id="rId47"/>
    <p:sldId id="323" r:id="rId48"/>
    <p:sldId id="324" r:id="rId49"/>
    <p:sldId id="325" r:id="rId50"/>
    <p:sldId id="296" r:id="rId51"/>
    <p:sldId id="297" r:id="rId52"/>
    <p:sldId id="298" r:id="rId53"/>
    <p:sldId id="299" r:id="rId54"/>
    <p:sldId id="300" r:id="rId55"/>
    <p:sldId id="301" r:id="rId56"/>
    <p:sldId id="302" r:id="rId57"/>
    <p:sldId id="303" r:id="rId58"/>
    <p:sldId id="304" r:id="rId59"/>
    <p:sldId id="305" r:id="rId60"/>
    <p:sldId id="306" r:id="rId61"/>
    <p:sldId id="307" r:id="rId62"/>
    <p:sldId id="308" r:id="rId63"/>
    <p:sldId id="339" r:id="rId64"/>
    <p:sldId id="340" r:id="rId65"/>
    <p:sldId id="326" r:id="rId66"/>
    <p:sldId id="327" r:id="rId67"/>
    <p:sldId id="332" r:id="rId68"/>
    <p:sldId id="333" r:id="rId69"/>
    <p:sldId id="334" r:id="rId70"/>
    <p:sldId id="335" r:id="rId71"/>
    <p:sldId id="341" r:id="rId72"/>
    <p:sldId id="342" r:id="rId73"/>
    <p:sldId id="343" r:id="rId74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 varScale="1">
        <p:scale>
          <a:sx n="88" d="100"/>
          <a:sy n="88" d="100"/>
        </p:scale>
        <p:origin x="133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19-02-28T15:23:25.5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8687 5451 0,'0'0'0,"0"0"0,0 0 15,0 0-15,0 0 16,0 0-16,0 0 15,0 0-15,0-17 0,0 0 16,0-17-16,0-17 16,0-8-16,0-1 15,0 1 1,0-9-16,9-26 0,-1 35 16,1 16-16,16-8 15,-8 9-15,17-18 16,-8-8-16,8 8 15,-8 9-15,8-8 16,-8 8-16,-1-17 16,-8 17-16,0 17 15,-8 0-15,-1 8 16,1 9-16,0 0 16,-1 9-16,1-1 15,8 1-15,0-9 16,0 0-16,0 0 15,0 0-15,9-17 16,8 0-16,51-34 16,9 17-16,-43 0 15,-25 25-15,-26 26 16</inkml:trace>
  <inkml:trace contextRef="#ctx0" brushRef="#br0" timeOffset="1937.36">9498 3351 0,'0'0'15,"0"0"-15,0 8 16,0 9-16,9 9 16,-1 8-16,1 8 15,8 9-15,0 9 16,0 59-16,0-34 16,0 0-16,0 0 15,0-8-15,0-9 16,9-17-16,-9-17 15,-8-9-15,-1-8 16,1 0-16,-1 0 16,1 0-16,8 0 0,26-8 15,16-9-15,27 0 16,-35-9-16,0-8 16,-8 0-16,-9 0 15,-8 0-15,-1 0 16,-8 0-16,0-8 15,1 8-15,-1 0 16,-9 8-16,1 1 16,-1-1-16,-8 9 15,9 0-15,-1 0 16,9 0-16,18 9 16,-18-1-16,25 9 15,10 0-15,7 0 16,-33 9-16,0-9 15,-1 0-15,-8 0 16,0-9-16,-8 1 16,-1-1-16,-8-8 15,0 0-15,0 0 16,0 0-16,0 0 16,9-17-16,0-8 15,-9-18-15,-9-8 16,0-8-16,-16-18 15,-18-42-15,-8 25 16,17 9-16,8 9 16,9 25-16,0 17 15,8 8-15,1 9 16,8 9-16,0 8 16,0 0-16,0 0 15,0 0-15,0 0 16,0 0-16,0 0 0,0 0 15,0 0-15,0 0 16,0 0-16,0 0 16,0 0-16,0 0 15,0 0-15,8-9 16,9 1-16,1-9 16,-1 8-16,17 1 15,0-9-15,0 0 16,0-9-16,-8-16 15,-9 16-15,-8 9 16,-1 0-16,1 9 16,-1-1-16,1 1 15,-9 8-15,0 0 16,0 0-16,0 17 16,0 17-16,-9 17 15,-8 8-15,-51 35 16,34-35-16,16-25 15,10-17-15,-1-8 16,9-9-16,0 0 16,26 0-16,0-9 15,16 1-15,1-1 16,0 1-16,-9 8 16,-8 8-16,-1 1 15,9 8-15,-17 0 16,-8 0-16,-1-9 15,-8 1-15,9 8 16,-9 8-16,0-8 16,0 9-16,0-1 0,0-7 15,0-1-15,0 0 16,0 0-16,9 0 16,-9-9-16,0-8 15,8-8-15,-8 8 16,0 0-16</inkml:trace>
  <inkml:trace contextRef="#ctx0" brushRef="#br0" timeOffset="2326.671">11001 2602 0,'0'0'0,"0"0"15,0 0-15,0 0 16,0 0-16,9 0 15,16 26-15,35 25 16,-9 8-16,0 9 16,1 18-16,-10 24 15,-7 18-15,24-52 0,52 43 16,-94-51-16,9-34 16,-9-8-16,-17-1 15,0-25-15,-17 0 16,-9-8-16,-16-9 15,-10-17-15,27 17 16,8-9-16,0 9 16,8 9-16,9 8 15,0 0-15,0 0 16,0 0 0,9-26-16,16-16 15,44-43-15,67-43 16,-33 26-16,-9 0 0,34 0 15,-9-9-15,-119 111 16</inkml:trace>
  <inkml:trace contextRef="#ctx0" brushRef="#br0" timeOffset="3045.406">4144 6438 0,'0'0'0,"0"0"16,0 0-16,0 0 15,0 0-15,0 0 16,0 0-16,0-26 16,0-16-16,9-43 15,8-60-15,0-59 16,8 17-16,27-68 15,-27 93-15,27-25 16,16 0-16,9 43 16,-35 58-16,-7 1 15,-10 17-15,18-42 16,-17 50-16,-1 9 16,1 17-16,34 0 15,-60 34-15</inkml:trace>
  <inkml:trace contextRef="#ctx0" brushRef="#br0" timeOffset="4707.916">5476 3487 0,'0'0'0,"0"0"16,0 0-16,0 0 15,0 8-15,9 1 16,-1 16-16,18 9 16,25 9-16,-8-9 15,-17 0-15,8 17 16,-17-26-16,-9 1 16,1-1-16,-9 1 0,0 0 15,-9-1 1,1 1-16,-9-9 0,-43 17 15,17-17-15,0-17 16,-8-26-16,0-33 16,-17-18-16,-1-17 15,10-8-15,16 0 16,-25-68-16,-1 43 16,44 16-16,8 9 15,-9-17-15,9 25 16,8 35-16,9-18 15,9 9-15,8 9 16,17-18-16,9 18 16,-9-9-16,9-34 15,-18 42-15,1 18 16,0 8-16,-9 17 16,0 8-16,0 1 15,17 16-15,-8 18 16,8 76-16,0 0 15,0 34-15,-8 76 16,-26-59-16,17-8 16,-26-26-16,18 43 15,-18-60-15,9-26 16,0-25-16,17-17 16,-8-17-16,-1 0 15,9 0-15,26-8 16,0-1-16,8 1 15,0-9-15,1-9 16,7 1-16,35-26 16,51-17-16,-68 17 15,-17-26-15,0 1 0,-18 8 16,-7 17-16,-10 0 16,-8 17-16,-8 0 15,-1 8-15,1 1 16,-1-1-16,-8 9 15,9-8-15,0-1 16,-1 1-16,1-1 16,8 1-16,17-26 15,17-9-15,0-8 16,-8 0-16,-9-9 16,-17 18-16,-17-1 15,0 9-15,-8 9 16,-1-9-16,-8 0 15,-17-9-15,8 9 16,1 9-16,8-9 16,0 0-16,-9 8 15,9 1-15,0-9 16,8 8-16,1 9 16,8 0-16,0 9 15,0-1-15,0 9 16,0 0-16,0 0 15,0 0-15,0 0 16,0-8-16,0 8 16,0-9-16,0 1 15,0-1-15,8-16 16,1-1-16,8-8 16,8 0-16,35-17 15,-8 9-15,-1 8 16,-17 17-16,0 0 15,-8 8-15,-9 1 16,0 8-16,0 0 16,0 8-16,0 18 15,9 67-15,-18-16 0,1-26 16,-1-9-16,1-8 16,-1 0-16,1 0 15,-1-8-15,1-9 16,8 0-16,0 0 15,9 17-15,8 0 16,9 0-16,-9-9 16,17 9-16,9 17 15,-26-8-15,-8-18 16,-9 1-16,0-1 16,0 1-16,-9-9 15,1 0-15,-1-9 16,-8-8-16,0 0 15,0 0-15,-42-25 16,42 25-16</inkml:trace>
  <inkml:trace contextRef="#ctx0" brushRef="#br0" timeOffset="5129.817">7227 1471 0,'0'0'0,"0"0"15,0 0-15,17 0 16,17-8-16,0 8 16,9 0-16,-9 8 15,0 9-15,0 0 16,0 17-16,18 9 16,-1 8-16,0-9 15,-8-16-15,-9-1 16,0 1-16,9-1 15,-9-8-15,-8-8 16,-1-1-16,1-8 16,8-8-16,26-52 15,34-25-15,34-17 16,-9 9-16,-50 33 16,-27 9-16,10-17 15,7-8-15,1 25 16,17 8-16,-9 18 15,-8 25-15,17 17 16,-17 17-16,0 0 16,-9 17-16,9 25 15,8 69-15,9-1 16</inkml:trace>
  <inkml:trace contextRef="#ctx0" brushRef="#br0" timeOffset="5901.03">2359 3997 0,'0'0'15,"0"0"-15,0 0 16,0 0-16,0 0 0,0 0 16,0 0-16,18-17 15,7-34-15,18-59 16,-9-18-16,9-8 16,8-34-16,9 42 15,17-16-15,51-18 16,-69 51-16,10 1 15,-18 33-15,-8 1 16,-1 8-16,1 8 16,0-8-16,-18 9 15,10 25-15,-18 17 16,-17 17-16</inkml:trace>
  <inkml:trace contextRef="#ctx0" brushRef="#br0" timeOffset="6651.499">2838 1063 0,'0'0'15,"0"0"-15,0 0 16,8 43-16,26 16 16,1 1-16,-1-1 15,8 18-15,10 42 16,-18 34-16,-9-68 15,1-17-15,-9-26 16,0 9-16,-8-25 16,8 0-16,-9-9 15,1-9-15,-9 1 16,0-9-16,0 0 0,8 8 16,-8-8-16,0 0 15,26-34-15,17-43 16,8-59-1,0 17-15,0 9 16,-8 25-16,-9 8 16,9-42-16,-9 43 15,-17 33-15,0 9 0,0 9 16,18 8-16,-1 8 16,8 9-16,1 9 15,17 33-15,0 18 16,-18 8-16,-16 0 15,0 17-15,-18 76 16,-25-67-16,8-35 16,-16 1-16,-1-18 15,9-8-15,0-8 16,0-9-16,0 0 16,0 0-16,0 0 15,8-9-15,1 1 16,8-9-16,0 0 15,0 0-15,0 0 16,0 0-16,0 0 16,0-9-16,0-25 15,0-8-15,17-26 16,8 0-16,-16 25 16,-9 43-16</inkml:trace>
  <inkml:trace contextRef="#ctx0" brushRef="#br0" timeOffset="6932.722">4742 961 0,'0'0'0,"0"0"15,8 9-15,18 42 16,34 34-16,0-17 15,34 0-15,-43-26 16,-17-16-16,-17-9 16,-8-9-16,-1 1 15,-8-9-15,0 0 16,0 0-16,9-26 16,-9-8-16,-9-25 15,-25-1-15,17 26 16,17 34-16</inkml:trace>
  <inkml:trace contextRef="#ctx0" brushRef="#br0" timeOffset="7151.482">5092 774 0,'0'0'0,"0"0"16,9 0-16,8 0 16,0 8-16,0 1 15,0 8-15,8 0 16,-7 8-16,7 9 15,1 34-15,-9 1 16,-9 7-16,1-25 16,-1-8-16,-8-9 15,0-9-15,0-8 16,0 0-16,0-17 16,0 0-16</inkml:trace>
  <inkml:trace contextRef="#ctx0" brushRef="#br0" timeOffset="7420.969">5451 264 0,'0'0'0,"0"0"0,85 8 0,0 26 0,-16 0 0,-9 9 0,-18 59 0,-8 8 0,-17-76 0,18 34 0,-10-8 0,1 8 0,-18-17 15,1 0-15,-9 26 0,0-18 16,0-16-16,0-1 16,-9 1-1,-8-1-15,17-42 16</inkml:trace>
  <inkml:trace contextRef="#ctx0" brushRef="#br0" timeOffset="8342.824">5750 1361 0,'0'0'0,"0"0"16,0 0-16,0 0 15,0 0-15,8-9 16,1 1-16,16-9 16,1-9-16,68-67 15,0-9-15,42-9 16,-50 43-16,-18 0 15,0 0-15,26-26 16,0-8-16,-8 9 16,-1-18-16,-25-8 15,-26 9-15,9-1 16,-35 77-16,-8 26 16,0-1-16,0 9 15,0 0-15,0 0 16,0 0-16,0 0 15,0 0-15,17 0 16,-8 0-16,-1 0 16,9 0-16,35 85 15,7-17-15,27 9 16,-35 25-16,34 17 16,-25-34-16,-26 8 0,-17-59 15,-8 9-15,-1 8 16,-8 0-16,-8-17 15,-18 17-15,9-17 16,-17 0-16,-26 0 16,18-17-16,-1-8 15,17-9-15,-8-9 16,9 1-16,16 8 16,0-9-16,9 1 15,0-18-15,26-34 16,42-25-16,18 17 15,-18-17-15,17 9 16,-16 8-16,25-34 16,25 25-16,9 1 15,-25 16-15,-18 18 16,-16 8-16,-35 25 16,0 9-16,17-8 15,-34 8-15,17 0 16,-17 0-16,-8 0 15,-1 0-15,-8 0 16,0 0-16,9-26 16,-9-8-16,0 0 15,0 17-15,0 17 16,-17 0-16,8 0 16,-16 0-16,8 0 15,8 0-15,9 0 16,0 0-16,0 0 15,0 0-15,0 0 0,0 0 16,0 0-16,0 0 16,0 0-16,0 0 15,0 0-15,9 0 16,8 0-16,17 0 16,17 0-16,35 0 15,-44 0-15,9 0 16,1 0-16,42 0 15,25 0-15,120 0 16</inkml:trace>
  <inkml:trace contextRef="#ctx0" brushRef="#br0" timeOffset="22131.741">15006 8700 0,'0'0'0,"0"0"16,0 0-16,0 0 16,0 0-16,8 0 15,-8 0-15,9 0 16,-9 0-16,0 0 15,0 0-15,0 0 16,0 0-16,0 0 16,0 0-16,0 0 15,0 0-15,0 0 16,0 0-16,0 0 16,0 0-16,0 0 15,-9-8-15,1-1 16,-9 1-16,0-1 15,-9 1-15,-17-1 16,9 1-16,0-1 16,0 1-16,0-1 15,0 18-15,8-9 16,0 0-16,-25 8 16,8 1-16,-33 8 15,7 0-15,1-9 16,8 1-16,18-1 15,7 1-15,-16 8 16,17-9-16,0 9 16,-17-17-16,-1 9 15,-24-1-15,-1 1 16,-17-1-16,34 1 16,17-1-16,18 1 15,-1-9-15,0 0 0,-25 0 16,-9 0-16,1-9 15,-18 9-15,0 9 16,0-1-16,34 1 16,9-1-16,9 1 15,-1-1-15,0 1 16,1-9-16,-26 8 16,-26 1-16,-17-1 15,17 1-15,9-1 16,25 1-16,0-1 15,9 1-15,8-9 16,-8 8-16,-34 1 16,-9-1-16,0 9 15,-17-8-15,35-1 16,24 1-16,10-1 16,-1 1-16,1-1 15,7-8-15,-7 9 16,8-1-16,-17 1 15,-9-1-15,0 9 16,-8 9-16,17-9 16,0 0-16,8 0 15,9-9-15,0 9 16,0-8-16,0-1 16,0 1-16,8-1 15,1 1-15,-1-1 16,0 1-16,1 8 15,-1 0-15,1 0 16,-1 0-16,1 0 16,8-9-16,0 9 15,0-8-15,0 8 16,0 0-16,0 0 16,0 0-16,0 0 15,0 0-15,0 0 16,8 0-16,-8 0 0,0 0 15,0 0-15,9 0 16,-1 0-16,1 0 31,-1 0-31,10 17 16,-10-17-16,1 0 16,-1 0-16,1 0 15,8 0-15,-9 0 16,9 0-16,1 9 15,-1-9-15,0 8 16,0-8-16,0 0 16,0 0-16,0-8 0,0-1 15,-8 1-15,-1-1 16,9 1 0,-8-9-16,-1 8 0,1-8 15,-1 0-15,1 0 16,-1 0-16,18 9 15,0-9-15,8 0 16,0 0-16,17 8 16,0-8-16,1 0 15,7 0-15,-16 0 16,0 9-16,-9-9 16,-8 8-16,-1-8 15,-8 0-15,0 0 16,9 0-16,8 9 15,17-1-15,1 1 16,7-1-16,1 1 16,17-9-16,-26 8 15,-8-8-15,-17 0 16,-1 9-16,-8-9 16,0 8-16,0 1 15,9-1-15,34 1 16,8-1-16,0 1 15,18-1-15,-26 1 16,-1-1-16,-24-8 16,-10 9-16,1-1 15,8 1-15,9-1 16,8 9-16,9-8 16,17 8-16,-1-17 15,-16 0-15,0 8 16,-17-8-16,-9 0 15,0 9-15,34 8 16,26 0-16,51-17 0,-59-9 16,-27 9-1,-7-8-15,-1 8 0,43 0 16,0 8 0,68-33-16,-85 16 0,-26 1 15,9 8-15,34 0 16,119-9-16,-93-8 15,-60 17-15,16 0 16,61-8-16,25-1 16,-42-8-16,-60 9 15,-18 8-15,69 0 16,52 0-16,-1-9 16,-102 9-16,-9 0 15,51 0-15,52 0 16,-17 0-16,-60 0 15,-26 0-15,9 0 16,42 0-16,43 0 16,-25 0-16,-43 0 15,-26 0-15,26 0 0,68 9 16,17-9-16,-68 0 16,-43-9-16,-8 9 15,42 9-15,78-1 16,-18-8-16,-60 0 15,-34 0-15,43 9 16,77-1-16,-17-8 16,-77-8-16,-26-1 15,17 18-15,60-9 16,43 0-16,-60-9 16,-51 9-16,17 9 15,68-9-15,17 0 16,-59-9-16,-44 9 15,-16 0-15,42 0 16,86 0-16,-26 0 16,-68-8-16,-26 8 15,26 0-15,86-9 0,24 1 16,-127-1-16,-17 9 16,-9 0-16,43 0 15,85 0-15,26-8 16,-128-1-16,-9 1 15,26-1-15,51 9 16,9-8-16,-26-1 16,-52 1-16,-24 8 15,7 0-15,52-9 16,17 1-16,17-1 16,-51 1-16,-17 8 15,-17-9-15,-18 1 16,26-1-16,18 1 15,8-1-15,-9-8 16,-8 9-16,-9-9 16,-8 0-16,-1 0 15,1-9-15,-9 1 0,-8-9 16,-9 8-16,0-8 16,-9 9-16,1 8 15,0 0-15,-1 0 16,1 0-16,-1 8 15,1-8-15,-1 0 16,1 0-16,8 0 16,-9 0-16,1 0 15,-1-9-15,1 1 16,0 8-16,-9 0 16,8-17-16,1 0 15,-1 8-15,-8-8 16,-8-8-16,-1 8 15,1 8-15,-10-8 16,10 9-16,-1-1 16,1 1-16,-1 8 0,1 0 15,-1 0-15,1 0 16,-1 0-16,1 0 16,-1 0-16,1 0 15,-10 0-15,-16-9 16,-17 1-16,-9-1 15,-8 1-15,8-1 16,0 9-16,9-8 16,8-1-16,-8 1 15,-17-1-15,0 9 16,8 0-16,-34-8 16,9-1-16,16 1 15,35 7-15,0 10 16,8-1-16,-16 1 15,-10-1-15,-42-8 16,9 9-16,-9-1 16,26-8-16,25 9 0,9-1 15,-9 9-15,-34-8 16,-17-1-16,1 9 16,-36 0-16,70-8 15,25 8-15,8 0 16,0-9-16,-8 9 15,-51 0-15,-9 0 16,0 0-16,-17 0 16,60 0-16,8 0 15,9 0-15,-26 0 16,-25 0-16,-9 0 16,-43 0-16,77 0 15,18 0-15,7 0 16,1 0-16,-17 9 15,-26-1-15,-34 9 16,-17-8-16,51-9 16,26 8-16,0 1 0,-18-1 15,-16 9-15,-52 9 16,35-9-16,34-9 16,8 1-16,17 8 15,-59 17-15,-1 0 16,-8-17-16,0 17 15,51 0-15,1-17 16,-44 0-16,-33 0 16,-1 9-16,60-9 15,26-9-15,8 1 16,-34-1-16,-76 1 16,25-1-16,42 1 15,26-1-15,-16 1 16,-44-1-16,-42-8 15,59 9-15,43-9 16,18 0-16,-1 0 16,-34 0-16,-42 0 0,-9 0 15,34 0-15,42 0 16,1-9-16,-26 1 16,-68-1-16,17 1 15,34 8-15,43 0 16,17 0-16,-9 0 15,-17-9-15,-34 1 16,-42-9-16,16 17 16,60 0-16,18 0 15,8-9-15,-26 1 16,-34-1-16,-9 1 16,9-9-16,18 8 15,33 1-15,0-9 16,1 0-16,-18-17 15,-9 25-15,-7-8 16,-35 0-16,25 0 16,26 17-16,-25 9 0,-77 16 15,0 9 1,-1 0-16</inkml:trace>
  <inkml:trace contextRef="#ctx0" brushRef="#br0" timeOffset="52603.617">22059 11413 0,'0'0'0,"0"0"15</inkml:trace>
  <inkml:trace contextRef="#ctx0" brushRef="#br0" timeOffset="53511.857">21957 11413 0,'0'0'16,"0"0"0,0 0-16,0 0 15,0 0-15,0 0 16,0 0-16,0 0 15,0 0-15,0 0 16,0-9-16,-9 1 16,9 8-16,0 0 0,-8-9 15,-1 1-15,1-1 16,-1 1-16,9 8 16,0 0-16,0 0 15,0 0-15,0 0 16,0 0-16,0 0 15,0 0-15,-8 8 16,-1 1-16,0-1 16,1 1-16,-1-1 15,1 1-15,-1-1 16,1 10-16,-9-1 16,0 0-16,0 0 15,-1 0-15,10 0 16,-9 0-16,8 0 15,1 0-15,-1 0 0,1-9 16,-1 1-16,9-9 16,0 0-16,0 0 15,0 0-15,0 0 16,0 0-16,0 0 16,-8 8-16,8-8 15,0 0-15,0 0 16,0 0-16,0 0 0,0 9 15,0-9-15,0 0 16,0 8-16,0 1 16,0-9-16,0 8 15,0-8-15,8 9 16,1-1-16,-1 1 16,9-1-16,0 1 15,0-1-15,18 1 16,41 8-16,35 0 15,-17-17-15,-17 0 16,-26-9-16,1 9 16,42 0-16,93-8 0,-110-1 15,0 1-15,-26-1 16,1 1-16,25 8 16,76 0-16,-8 0 15,-68 0-15,-26 0 16,-8 0-16,0 0 15,17 0-15,42 0 16,-17 8-16,1 1 16,-35-9-16,-17 8 15,-8 1-15,0-1 16,-26-8-16</inkml:trace>
  <inkml:trace contextRef="#ctx0" brushRef="#br0" timeOffset="61745.643">22059 11949 0,'0'0'16,"0"0"-16,0 0 15,0 0-15,0 0 16,0 0-16,0 0 15,0 0-15,0 0 16,0 0-16,0 0 16,0 8-16,-8 9 0,-1-8 15,1 8-15,-1 0 16,1-9-16,-10 18 16,1-9-16,0 8 15,9-8-15,-9 0 16,0 0-16,0 0 15,8 0-15,0 0 16,1 0-16,-1 0 16,1-8-16,-1-1 15,1 1-15,8-9 16,0 0-16,0 0 16,0 0-16,0 0 15,0 0-15,0 8 16,0-8-16,0 0 15,0 0-15,0 0 16,0 0-16,0 0 16,0 0-16,0 0 15,0 0-15,0 0 0,8 9 16,9-1-16,18 1 16,16-1-16,0 1 15,9-9-15,0 0 16,-1-9-16,-7 1 15,-10 8-15,9-9 16,1 1-16,42-1 16,-9 1-16,-25-1 15,-9 1-15,-8 8 16,-1-9-16,-7 1 16,-1-1-16,-9 1 15,10 8-15,-10-9 16,9 9-16,43-8 15,-9 8-15,-8 0 16,-17 0-16,0 0 0,-18 0 16,1 0-16,-1 0 15,1-9-15,0 9 16,-9 0-16,0-8 16,0-1-16,0 9 15,0 0-15,0 0 16,0-8-16,9-1 15,8 1-15,0 8 16,0-9-16,9 1 16,-9-18-16,-34 26 15</inkml:trace>
  <inkml:trace contextRef="#ctx0" brushRef="#br0" timeOffset="67797.953">20403 12493 0,'0'0'0,"0"0"15,0 0 1,0 0-16,0 0 0,0 0 16,0 0-16,0 0 15,0 0-15,0 0 16,0 0-16,-9 0 15,9 0-15,-8 9 16,8-9-16,-9 8 16,9-8-16,0 0 15,0 0-15,0 9 16,0-1-16,0 1 16,0-1-16,9 1 15,-1-1-15,1 9 16,-1-8-16,1-1 15,-1 1-15,9-1 16,-8 1-16,8-1 16,0 1-16,0-1 0,0 1 15,0-1-15,0 1 16,-8-9-16,-1 0 16,9 0-16,-8 0 15,0 0-15,-1 0 16,1 0-16,-1 0 15,1 0-15,-1 0 16,-8 0-16,9 0 16,-9 0-16,8 0 15,-8 0-15,0 0 16,0 0-16,0 0 16,0 0-16,0 0 15,0 0-15,0 0 16,0 0-16,0 0 15,0 0-15,0 0 0,0 0 16,0 0-16,0 0 16,0 0-16,9 0 0,-9 0 15,0 0-15,8 0 16,1-9-16,17-8 16,-1 0-16,-25 17 15</inkml:trace>
  <inkml:trace contextRef="#ctx0" brushRef="#br0" timeOffset="88836.071">20958 12493 0,'0'0'0,"0"0"16,0 0-16,0 0 16,0 0-16,0 0 15,0 9-15,0-9 16,0 0-16,0 0 15,0 0-15,0 8 16,0-8-16,0 0 0,0 0 16,0 0-16,0 0 15,0 0-15,0 0 16,0 0-16,0 0 16,0 17-16,8-8 15,1-1-15,8 9 16,8 0-16,1 9 15,0-9-15,-1 0 16,-8-9-16,0 9 16,1 0-16,-1 0 15,0-8-15,0 8 16,0 0-16,8 8 16,18 9-16,8-8 15,9 8-15,-17-9 16,8 9-16,-17 0 15,26 26-15,-17-18 16,-18-8-16,-8-8 0,0-9 16,1 8-16,-10-8 15,1 9-15,-1-9 16,1 0-16,-1 0 16,-8 0-16,9 8 15,-1 1-15,-8 0 16,0 8-16,0 17 15,0 0-15,0-9 16,0-8-16,0 0 16,0-8-16,0-9 15,0 0-15,0 0 16,0-9-16,0 1 16,0-1-16,0-8 15,0 9 1,0-9-16,0 8 15,0-8-15,0 9 16,0-1-16,0 1 16,-8-1-16,-1 1 15,1-1-15,-1 1 16,1-1-16,-1 1 16,-8-1-16,0 1 15,0-1-15,-9 9 0,1-8 16,-18 8-1,9 0-15,8-9 0,1 1 16,-1-1-16,9 1 16,-9-1-16,9 1 15,0-1-15,0-8 16,0 0-16,8 0 16,1 9-16,-1-9 15,1 0-15,-1 8 16,1-8-16,-1 9 15,-8-1-15,0 1 16,0 8-16,-17 0 16,8 0-16,-8-9 15,0 1-15,0 8 16,-9-9-16,0 1 16,-8-1-16,17 1 15,-9-1-15,9 1 0,-9 8 16,-8 17-1,-103-9-15,-8 1 0</inkml:trace>
  <inkml:trace contextRef="#ctx0" brushRef="#br0" timeOffset="91759.845">21128 14117 0,'-8'-25'16,"8"-1"-16,0 9 15,8 0-15,-8 9 16,0-1-16,0 9 16,0 0-16,0 0 15,0 0-15,0 0 16,0 0-16,0 0 15,0 0-15,0 0 16,0 0-16,0-8 16,0 8-16,0 0 15,0 0-15,0 0 16,0 0-16,0 0 16,0 0-16,0 0 15,0 0-15,0 0 0,0 0 16,0 0-16,0 0 15,0 0-15,-8-9 16,-1 1-16,9 8 16,0 0-16,-8-9 15,-1 1-15,-33-1 16,7 1-16,10-1 16,-1 9-16,1 0 15,-10-8-15,10-1 16,-1 9-16,9 0 15,0-8-15,0 8 16,8 0-16,1 0 16,-9-9-16,8 9 15,1-8-15,-9-1 16,0 1-16,0 8 16,-1-9-16,-7 1 15,-1 8-15,-34-9 16,1 1-16,-35 8 0,42 0 15,10 0-15,8 0 16,8 0-16,0 0 16,1 0-16,-9 0 15,-26 0-15,-17 0 16,-8 0-16,-18 0 16,43 0-16,18 0 15,16 0-15,-8 0 16,8 0-16,1 0 15,-1 8-15,-8-8 16,-34 9-16,-1-1 16,-25 1-16,43-1 15,0-8-15,8 0 16,18 0-16,-1 0 16,0 0-16,1 0 15,-9 0-15,-18 9 16,10-1-16,-35 1 0,-9-9 15,35 8-15,-9-8 16,18 0-16,7 0 16,10 0-16,8 0 15,0 0-15,0 0 16,-9 0-16,0 0 16,-8 0-16,-8 0 15,-1 0-15,-51 0 16,43 9-16,-1-9 15,1-9-15,17 9 16,8 0-16,1 0 16,-1 0-16,1 0 15,-10 0-15,-93 26 16,-25 59-16,-1-9 16</inkml:trace>
  <inkml:trace contextRef="#ctx0" brushRef="#br0" timeOffset="93659.69">14741 12493 0,'0'0'15,"0"0"-15,0 0 16,-8-8-16,-1-1 16,1-8-16,-1 9 15,1-1-15,-1 1 16,0-1-16,-8 1 0,0-1 15,9 1-15,-9-1 16,-35 9-16,18 0 16,-8 0-16,-1 0 15,9 0-15,-9 9 16,-8-1-16,17 1 16,-1-1-16,10 18 15,-26 8-15,25-9 16,0 1-16,-8-1 0,-8 1 15,-10-1 1,-7 9-16,-1-8 0,-17 8 16,34-9-1,9 1-15,8-9 0,1 0 16,8 0-16,8 0 16,1 0-16,-1 0 15,1 8-15,-1 9 16,0 9-16,1 8 15,-1-17-15,9-9 16,0 1-16,0-1 16,0 1-16,0-1 15,0-8-15,0 9 16,0-9-16,9 8 16,8 1-16,9 8 15,8 0-15,-9 0 16,1-8-16,8 16 15,0 9-15,-8-17 16,0 0-16,16 9 16,-16-9-16,0-9 15,-9-8-15,8 9 16,-8-9-16,9 8 16,0 1-16,-26-26 15</inkml:trace>
  <inkml:trace contextRef="#ctx0" brushRef="#br0" timeOffset="95301.2139">13725 13471 0,'0'0'0,"0"0"15,0 0-15,0 0 16,-8 0-16,8 0 16,0 0-16,0 0 15,0 0-15,0 0 16,0 0-16,0 0 15,0 0-15,-9 0 16,9 0-16,-9 0 16,1 0-16,-1 0 15,1 0-15,-1 0 16,1-8-16,-1-1 16,-8 1-16,0-9 15,0 0-15,-9-9 16,-8 9-16,-26-17 0,-34-17 15,18 17 1,-10 0-16,26 8 0,26-8 16,-17-51-16,8 26 15,1 8-15,-18-9 16,-43-8-16,-25 0 16,51 17-16,18 9 15,-27-69-15,9 26 16,18 17-16,-61-26 15,18 26-15,33 17 16,27 0-16,-18-68 16,17 26-16,1 8 15,-27 0-15,-59-26 16,17 9-16,26-8 16,33 33-16,-7-8 15,-18-17-15,-26 8 16,-8-25-16,0-8 15,60 50-15,0-8 16,8 0-16,-17-111 16,1 94-16,-10 0 15,-33-25-15,25 8 16,0-26-16,26 43 16,17 9-16,0 7 15,-43-75-15,17 25 16,-8 17-16,-9 0 15,9-26-15,-9-8 16,43 51-16,-1 17 16,10-9-16,-1-118 15,9 110-15,9 8 16,-1 1-16,-8-111 16,8 110-16,1 17 15,-1 1-15,1 8 16,-1-9-16,-8-84 15,9 84-15,-1 18 16,0 8-16,18 0 16,-18 0-16,1 8 15,-1 9-15,-8 0 0,9 0 16,-1 0-16,1 8 16,-1 1-16,1 8 15,-1 0-15,-8-17 16,0 17-16,0 0 15,0 0-15,0 8 16,-17-8-16,-9 0 16,17 9-16,1-1 15,8 9-15,-9 9 16,-8 16-16,0 9 16,-1-17-16,35-17 15</inkml:trace>
  <inkml:trace contextRef="#ctx0" brushRef="#br0" timeOffset="96523.539">8166 5936 0,'0'0'0,"0"0"15,0 0-15,0 0 16,-8-8-16,-1-1 16,9 9-16,-9-8 15,9-1-15,0-8 16,0 0-16,9-8 15,17-1-15,8-8 16,34-17-16,0 17 16,-16 8-16,-18 9 15,0 0-15,0-8 16,-8 8-16,-1 0 16,9 8-16,1 9 15,7 0-15,-7 0 16,-10 9-16,1 16 15,-9 1-15,-9 8 16,-16 17-16,-1 26 16,-33 25-16,-1 0 15,26-43-15,0-8 16,0 0-16,0-8 16,-1-1-16,1-8 15,9-8-15,-18 8 16,9-9-16,9-8 0,-1-8 15,9-9-15,0 0 16,0 0-16,0 0 16,0 0-16,0 0 15,0 0-15,9 0 16,-1 0-16,1 0 16,8 0-16,0 0 15,0 0-15,9 0 16,8 0-16,17 8 15,-17 1-15,-8-1 16,-9-8-16,0 9 16,0 8-1,0 17-15,-8 0 16,-18 8-16,-8 1 16,-9 8-16,-8 9 0,9-18 15,8 1-15,-1 8 16,1 8-16,9 1 15,-1-1-15,1-16 16,-1-1-16,9-8 16,0-8-16,0-9 15,0 0-15,0 0 16,9 8-16,-1 9 16,-8-34-16</inkml:trace>
  <inkml:trace contextRef="#ctx0" brushRef="#br0" timeOffset="105700.538">20403 13930 0,'0'0'16,"0"0"-16,0 0 16,0 0-16,17 0 15,0 0-15,0 0 16,-9 0-16,9 0 16,1 0-16,-1 0 15,0 0-15,0 0 16,8 0-16,-8 0 15,9 0-15,-9 0 0,9 9 16,-1-1-16,69 9 16,-17-8-16,17-1 15,-8 1-15,-35-1 16,0 18-16,9 8 16,0 0-16,25 8 15,17 9-15,-16-17 16,-18 0-16,-17-8 15,-17 0-15,-8-9 16,0 8-16,-1 1 16,27 16-16,-1 1 15,9 8-15,-9 0 16,9 25-16,-9-16 16,-8-18-16,8 9 15,-17-8-15,-8-9 16,-9 0-16,0 8 0,0 26 15,8 17-15,-16 9 16,-1-43-16,1 0 16,-9-8-16,0-1 15,0-8-15,0 0 16,0 0-16,9 17 16,-9 26-16,0 16 15,0-42-15,-9 0 16,0-8-16,1-9 15,-1 0-15,1 0 16,-18 8-16,1-8 16,-18 9-16,9 16 15,0-16-15,-1 0 16,-16 16-16,-17 1 16,17-18-16,17-8 15,8-8-15,9-1 16,0 1-16,-9 8 0,-8 0 15,-17 8-15,-35 26 16,18-17-16,0 0 16,-35 26-16,52-35 15,25-16-15,1-1 16,-18 1-16,-34 16 16,-25-8-16,-35 0 15,69-8 1,25-9-16,0 0 15,1 0-15,-61 17 16,-25 9-16,-26-1 16,78-8-16,-1 0 15,-85 26-15,-78-1 16,172-33-16,-9-1 16,-230 9-16,153-8 15,-17-1-15,-204 18 0,272-18 16,-221 94-16,196-68 15</inkml:trace>
  <inkml:trace contextRef="#ctx0" brushRef="#br0" timeOffset="118349.825">20240 14662 0,'0'0'0,"0"0"0,0 0 16,0 0-16,0 0 15,17 8-15,18 1 16,7-1-16,35 1 16,-17-1-16,0 1 15,-9-9-15,0 0 16,43 0-16,60 0 15,-26 17-15,-43-9 16,26 1-16,77 8 16,-26 0-16</inkml:trace>
  <inkml:trace contextRef="#ctx0" brushRef="#br0" timeOffset="122603.3">6655 6914 0,'0'0'0,"0"0"16,0 0-16,0 0 16,0 0-16,0 0 15,0 0-15,0 0 16,0 0-16,0 0 15,0 0-15,0 0 16,0 0-16,0 0 16,0 0-16,0 0 15,0 0-15,8 0 16,18 0-16,-9 0 16,0 0-16,0 0 15,0 0-15,0 0 16,0 0-16,0 0 15,0 9-15,1-1 16,-1-8-16,0 9 16,-9-9-16,1 0 15,-1 0-15,1 8 16,-1 1-16,9 8 16,1-9-16,-10 1 15,1-1-15,-1 1 16,-8-9-16,0 17 15,0 0-15,0 0 16,0 8-16,0-8 16,0 0-16,0 0 15,0 0-15,0 0 16,0 0-16,0 0 0,0 0 16,-8 0-16,-1 0 15,1 0 1,-1 0-16,9 0 0,0 0 15,0-8-15,0-1 16,0 1-16,0-1 16,0 1-16,0-1 15,0 1-15,0-1 16,0 1-16,0-9 16,0 0-16,0 8 15,0-8-15,0 9 16,0-9-16,0 0 15,0 0-15,0 0 16,0 0-16,0 0 16,0 0-16,0 0 15,0 0-15,0 0 16,0 0-16,0 8 16,0-8-16,0 0 15,0 0-15,0 0 16,0 0-16,0 0 15,0 0-15,0 0 16,0 9-16,0-1 16,0 9-16,0 0 15,0 0-15,0 0 16,0 0-16,0 0 16,0 0-16,-9 17 15,1-8-15,-1-9 16,1 0-16,-9 0 15,-17 0-15,-26-8 16,60-9-16</inkml:trace>
  <inkml:trace contextRef="#ctx0" brushRef="#br0" timeOffset="124790.681">6655 8156 0,'0'0'15,"-9"-9"-15,9 9 16,0-8-16,0-1 16,0 9-16,0-8 15,0 8-15,0 0 16,0 0-16,17-9 16,17 1-16,9-9 15,-9 17-15,0-9 16,-8 1-16,0-1 15,-1 9-15,9 9 16,1-1-16,-1 1 16,0-1-16,0 9 15,-8 0-15,-1 9 16,-8-9-16,0 8 16,0-8-16,-8 9 15,0-1-15,-1 1 16,-8-9-16,0 8 15,0 1-15,-8-1 16,-10 1-16,1 8 16,9-9-16,-1 9 15,-16 9-15,8-9 16,0 0-16,8-8 0,0-1 16,1-8-16,-1 9 15,1-9 1,-1 0-16,9-9 0,0 1 15,0-1-15,0-8 16,0 9 0,0-1-16,9 1 0,-1-1 15,1 1-15,-1-1 16,10 1-16,7-1 16,1 1-16,-9-1 15,0 1-15,0-1 16,0 1-16,-8-9 15,8 8-15,-9 1 16,1-1-16,-1 1 16,9-1-16,-8 1 15,-9 8-15,0 0 16,-26 8-16,-8 18 16,-17-1-16,-9 18 15,60-60-15</inkml:trace>
  <inkml:trace contextRef="#ctx0" brushRef="#br0" timeOffset="126601.613">6868 9780 0,'0'0'15,"0"0"-15,0 0 16,0 0-16,0 0 15,0 9-15,0-9 16,0 8-16,0-8 16,0 0-16,0 0 15,0 0-15,9 9 16,-9-9-16,8 8 0,1 1 16,-1-1-16,1 1 15,-1-1-15,1 9 16,-1 0-16,1 0 15,0 9-15,-1-1 16,1 9-16,-1 0 16,1 9-16,-1 8 15,-8 34 1,-8 8-16,-1-33 16,1-1-16,-1-8 15,-8-8-15,0 0 0,0-9 16,0 0-1,0-9-15,0 1 0,0-1 16,-1-8-16,10-8 16,-1-1-16,9-8 15,0 0-15,0 0 16,0 9-16,0-1 16,9 1-16,-1 16 15,10 9-15,-1-8 16,-9-9-16,9 0 15,0 0-15,0 8 16,0 9-16,9 43 16,-26-77-16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19-02-28T15:32:52.9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16167 12331 0,'0'0'0,"0"0"0,0 0 15,0 0-15,0 0 16,0 0-16,0 9 0,0-1 16,0 1-16,0 8 15,-8 0-15,-1 9 16,1-1-16,-1 18 15,1-18-15,-1 1 16,9-9-16,-9 8 16,1-8-16,-1 0 15,1 0-15,-1 0 16,-8 0-16,9 0 16,-1 0-16,1 0 15,-1 0-15,1 0 16,-1 0-16,-8 0 15,8 0-15,1 9 16,-1-9-16,9-9 16,0 1-16,0-1 15,0 1-15,0-9 0,0 0 16,0 0-16,0 8 16,0-8-16,0 0 15,0 0-15,0 0 16,26 9-16,0-1 15,16-8-15,9 0 16,-16 0-16,-10 0 16,1 0-16,-9 0 15,0 0-15,26 0 16,25-8-16,43-9 16,-9 0-16,-8-9 15,-42 9-15,-1 0 16,68-8-16,27 8 15,7 0-15,-93 8 16,-17 1-16,17-9 0,42-17 16,52 8-16,-52 18 15,-25 8-15,-34 0 16,34-26-16,8 1 16,9-1-16,-17 26 15,0-8-15,-18 8 16,-7-9-16,-10 9 15,-16 9-15,17-26 16,-43 17-16</inkml:trace>
  <inkml:trace contextRef="#ctx0" brushRef="#br0" timeOffset="3687.187">8858 13573 0,'0'0'0,"0"0"16,0 0-16,0 0 15,8-8-15,-8 8 16,0 0-16,0 0 16,0 0-16,0 0 15,0 0-15,0 0 16,0 0-16,9-9 16,-9 9-16,0 0 15,0 0-15,0 0 16,0 0-16,8-8 15,-8 8-15,0 0 16,0 0-16,9-9 16,8 1-16,0-1 15,9 1-15,8-9 16,-9 8-16,-7 1 0,-1-1 16,0 1-1,0-1-15,-9 9 0,1 0 16,8-8-1,9 8-15,-1 0 16,26 0-16,9-9 0,8 1 16,1-1-16,8 1 15,-35 8-15,-8 0 16,-8 0-16,-9 0 16,9 0-16,8 0 15,17 8-15,9-8 16,17 0-16,-17 0 15,-1-8-15,-7 8 16,-1 0-16,-17 0 16,-8 0-16,-9 0 15,0 0-15,17 8 16,0 1-16,26-1 16,-17 1-16,16-9 15,1 0-15,-9 0 16,1 0-16,-1 0 15,-26 0-15,-7 0 16,-1 0-16,0 0 16,-9 0-16,1 0 15,-1 8-15,9-8 16,0 9-16,1-1 16,7 1-16,1-1 15,8 1-15,-8-1 16,-1 1-16,1-9 15,-9 0-15,0 8 16,-9-8-16,10 0 16,-10 0-16,1 0 15,-1 0-15,1 0 16,-9 0-16,0 0 16,0 0-16,17 0 15,-17 0-15,0 0 16,0 0-16,8 0 15,-8 0-15,0 0 16,0 0-16,0 0 16,0 0-16,0 0 15,0 0-15,0 0 16,0 0-16,0 0 16,0 0-16,0 0 15,-8 9-15,8-9 0</inkml:trace>
  <inkml:trace contextRef="#ctx0" brushRef="#br0" timeOffset="32942.559">20403 2194 0,'0'-17'0,"0"0"16,0 9-16,0 8 15,0 0-15,0 0 16,0 0-16,0 0 16,0-9-16,0 9 15,0-8-15,0-9 16,0 0-16,8 0 15,9 0-15,0 8 16,-8 1-16,8-1 16,0 9-16,9 0 15,-1 0-15,1 9 16,-1-1-16,1 1 16,0 8-16,-9 0 15,8 17-15,1-9 16,0 1-16,8-1 15,9 1-15,-9-9 16,0 8-16,9 1 0,-9-1 16,8 1-16,-7-1 15,-10 1-15,-8-9 16,0 8-16,0 1 16,0-9-16,1 8 15,-10 1-15,1-1 16,-9 26-16,8 0 15,-8-8-15,0-9 16,0-9-16,0 1 16,0-1-16,0 1 15,0-9-15,0 0 16,-8 0-16,-1 0 16,1 0-16,-10 0 15,1 0-15,0 0 16,-8 0-16,-1 0 15,0 0-15,-16 0 16,8 0-16,-1-8 0,10-1 16,-1-8-16,9 0 15,0 0-15,0 0 16,0 0-16,8 0 16,-8 0-16,0 0 15,9 0-15,-9 0 16,0 0-16,-9 9 15,-8-1-15,0 1 16,-9-9-16,9 0 16,-9 8-16,-17-8 15,18 0-15,-10-8 16,18 8-16,9-9 16,-1 1-16,0 8 15,1-9-15,-1 9 16,-8 0-16,-17 0 15,-1 9-15,-59-1 16,43 1-16,0-9 0,25 0 16,18 0-16,-1 0 15,0 0-15,1 0 16,-27 8-16,-24 9 16,-10 17-16,9-17 15,0 0-15,18-17 16,16 9-16,9-9 15,8-9-15,-8 9 16,-26 9-16,1 8 16,-18-9-16,8-8 15,-7 0-15,24-8 16,10 8-16,7-9 16,1 9-16,9-8 15,-18-1-15,-8 1 0,-9-9 16,-34 8-1,34 9-15,-17-8 0,26-1 16,8 1-16,9-1 16,0 1-16,-9-1 15,-8 1-15,9-1 16,-18 1-16,0-1 16,-25 1-16,42-1 15,0 1-15,18-1 16,-1 1-16,9-1 15,0 1-15,8-1 16,1 1-16,-1-1 16,1 1-16,8 8 15,-9-9-15,1 1 16,8 8-16,-9-9 16,0 1-16,9-1 0,0 1 15,0-18-15,0-16 16,9-27-16,-9 10 15,17 25-15,0 0 16,43-17-16,17 0 16,34 0-16,-51 25 15,-18 1-15,1-1 16,17-8-16,34-8 16,17 8-16,-26 0 15,9 0-15,-43 8 16,-8 1-16,8-1 15,35 1-15,-10 8 16,44-9-16,-26 18 16,-34-1-16,-9 1 15,26 8-15,17 0 16,0 8-16,25-8 16,-42 0-16,-17 0 0,-9 9 15,26 8-15,42 0 16,1-9-16,0 1 15,-44 8-15,61-9 16,25 18-16,-8-1 16,-69-16-16,-8-9 15,94 8-15,-17-16 16,-26 8-16,-26-17 16,52-9-16,34-25 15,-103 17-15,-8 9 16,-77 25-16</inkml:trace>
  <inkml:trace contextRef="#ctx0" brushRef="#br0" timeOffset="48678.358">16509 13250 0,'0'0'15,"0"0"-15,0 0 16,-9 0-16,1 0 16,8 0-16,0 0 15,0 0-15,0 0 0,0 0 16,-9 0-16,9 0 16,0 0-16,0 0 15,0 0-15,0 0 16,0 0-16,0 0 15,9 8-15,-1 1 16,35 8-16,-9 0 16,0 0-16,-8-9 15,-1 1-15,1 0 16,-9-1-16,0 9 16,0-8-16,0-1 15,1 1-15,-10-1 16,9 1-16,-8-1 15,16 18-15,-8-1 16,9 1-16,-9-9 16,9 17-16,-9-17 0,0 0 15,0 0-15,0-9 16,0 9-16,0-8 16,-8-1-16,16 9 15,-8 0-15,0 0 16,1-8-16,-1-1 15,-9 1-15,1-1 16,-1 1-16,1-1 16,-1 1-16,1-1 15,-1 1-15,1-1 16,-9-8-16,0 0 16,0 0-16,0 9 15,0-1-15,0-8 16,0 9-16,0-1 15,0-8-15,0 0 16,0 9-16,0-9 16,0 0-16,0 8 0,0-8 15,-9 9-15,1-1 16,-1 1-16,1-1 16,-9 9-16,0-8 15,0-1-15,8 1 16,0-1-16,1 1 15,-1-1-15,1 1 16,-1-1-16,1 1 16,-1-1-16,-8 1 15,0-1-15,9-8 16,-10 9-16,1-1 16,9 1-16,-1-1 15,-8 9-15,0-8 16,9 8-16,-9 0 15,-1 0-15,1 0 16,9 0-16,-1 0 16,1 0-16,-1-9 15,-8 1-15,0-1 16,0 1-16,-9-1 0,1 1 16,-1-9-16,0 0 15,1 0-15,-1 0 16,-16 8-1,7 1-15,-16-1 16,17 1-16,8-9 16,9 0-16,0 0 15,0 0-15,9 0 16,-9 0-16,-1 0 16,1 8-16,9-8 15,-9 0-15,-17 9 0,-1-9 16,1 0-16,-17 8 15,-9 1-15,9-9 16,-9 8-16,18 1 16,7-9-16,10 0 15,-1 9-15,9-9 16,-8 0-16,7 0 16,-7 8-16,-26 1 15,-9-1-15,0-8 16,-8 0-16,8 0 15,0 9-15,17-9 16,18 0-16,-1 0 16,9 0-16,0 0 15,-9 0-15,1 0 16,-1 0-16,-8 0 16,-17-9-16,-9 9 15,-8-8-15,8 8 16,9 0-16,8 0 15,9 0-15,0 0 16,8 0-16,1 0 0,-1 0 16,-8-9-16,-9 9 15,-42-8-15,8 8 16,8-9-16,10 9 16,16 0-16,9 0 15,8 0-15,9 0 16,0 0-16,0 0 15,0 0-15,-9 0 16,-8-9-16,-9 1 16,-8-1-16,0-8 15,0 9-15,-9 8 16,0 0-16,9 0 16,17 0-16,8 0 15,1 0-15,-1 0 16,0 0-16,-16 0 15,-10-9-15,1 1 16,0-1-16,-9 1 16,0 8-16,-16 8 15,33-8-15,17 0 16,1 0-16,-1 0 16,9-8-16,-9-1 15,9 9-15,-17-8 16,-9-1-16,1 1 15,-10-1-15,1 1 16,9-1-16,-1 1 16,0-1-16,9 9 15,8 0-15,1-8 16,-1 8-16,0-9 16,9 9-16,0-8 15,0 8-15,-17-9 16,0 9-16,8 0 15,1 0-15,-1 0 16,-8 0-16,0 0 16,0 0-16,-1 0 15,10 0-15,-1 0 16,-8 0-16,0-8 16,8 8-16,1 0 0,8 0 15,0 0-15,8 0 16,-8 0-16,8 0 15,-8 0-15,0 0 16,9 0-16,-1 0 16,-8-9-1,0 9-15,-9 0 0,1 0 16,-1 0-16,1 0 16,7 0-16,1 0 15,-8 0-15,-1 0 16,9 0-16,-9 0 15,9 0-15,0 0 16,0 0-16,0 0 16,-17-8-16,8-1 15,9 9-15,0-8 16,0-1-16,9 1 16,-1 8-16,0 0 15,1-9-15,-1 9 16,-8 0-16,9 0 15,-1-8-15,9 8 16,-8 0-16,-1 0 16,-8 0-16,0 0 15,0 0-15,0 0 16,-9-9-16,-8 9 16,8 0-16,1 0 15,8 0-15,0 0 16,-9 0-16,9 0 15,0 0-15,0 0 16,-17 0-16,8 0 16,-8 0-16,8-8 15,9 8-15,0 0 16,9 0-16,-1 0 16,1 0-16,-1 0 15,0 0-15,1 0 16,-1 0-16,1 0 15,-1 0-15,1 0 16,-1-9-16,1 9 16,-1 0-16,1 0 15,-18-8-15,0 8 16,1 0-16,-9 0 16,-9 0-16,9 0 15,0 0-15,16 0 16,-7 0-16,-9 0 0,8 0 15,-8 0-15,8-9 16,1 9-16,8 0 16,-9-8-16,9 8 15,0 0-15,0 0 16,0 0-16,-9 0 16,0 0-16,-8 0 15,-8 0 1,7 0-16,-16 0 15,17 8-15,-17-8 16,-9 0-16,17 0 16,18 0-16,-1 0 15,9 0-15,0 0 16,8 0-16,-8 0 16,0 0-16,0 0 15,9 0-15,-9 0 16,-9 0-16,-8 9 15,-17 8-15,8-17 16,9 8-16,0-8 16,-1 0-16,10 0 15,-18 9-15,0-9 16,9 0-16,9-9 16,8 9-16,-1 0 15,1 0-15,0 0 16,0 0-16,-8-8 15,-1 8-15,-8 0 16,0 8-16,-9-8 16,9 9-16,0-9 15,0 8-15,8-8 16,0 9-16,-16-9 16,-1 0-16,17-9 15,1 1-15,8-1 0,0 9 16,-1 0-1,1 0-15,9 0 16,-1 0-16,-8 0 0,9 0 16,-1 0-16,1 0 15,-10 0-15,-7 0 16,-1 9-16,-16-1 16,7 1-1,10-1-15,-1 1 0,1-9 16,-1 0-16,-8 0 15,8 8-15,-17-8 16,18 0-16,8 0 16,0 9-16,0-9 15,0 0-15,-1 0 16,1 0-16,0 8 16,0-8-16,0 0 15,-17 9-15,-9-1 16,9-8-16,9 9 15,-10-1-15,1 1 16,0-9-16,0 0 16,-9 8-16,1 1 15,-1-1-15,17 1 16,1-1-16,8-8 16,-1 9-16,1-9 15,0 8-15,-8 1 16,-1-9-16,9 8 15,0-8-15,-9 9 16,-8-9-16,0 0 16,0 0-16,-9 0 15,-8 8-15,8-8 16,-8 9-16,8-1 16,18-8-16,-1 0 15,9 0-15,0 0 16,0 0-16,0 0 15,0 0-15,-9 9 16,-8-9-16,-9 0 16,-8 8-16,0-8 15,-1 9-15,10-1 16,-1 1-16,-8-1 16,17-8-16,8 0 15,9 0-15,0 0 16,0 0-16,0 0 15,0 0-15,0 0 16,-1 0-16,1 0 16,-8 0-16,-9 0 0,-26 9 15,0-9-15,9 0 16,0 0-16,-1 0 16,10 0-16,16 0 15,0 0-15,1 0 16,8 0-16,0 0 15,-9 0-15,0 0 16,-8-9-16,-8 1 16,7-1-16,-16 1 15,9 8-15,-1 0 16,0 0-16,9 0 16,-9 0-16,18 0 15,8-9-15,-1 1 16,1-1-16,9 1 15,-1-1-15,1 1 16,-9-9-16,8 0 16,1 0-16,-9 0 15,8 0-15,0 0 16,1-9-16,-1 9 16,1 0-16,8 9 15,-9-1-15,1-8 16,8 9-16,0-1 15,0 1-15,0-1 16,0 1-16,0-1 16,0 1-16,0-1 15,0 1-15,0-1 16,0 1-16,0-1 16,0 1-16,0-1 15,0 9-15,0-8 16,0 8-16,0 0 15,0 0-15,0 0 16,0 0-16,0 0 16,0 0-16,0 0 0,0 0 15,0 0-15,0 0 16,0 0-16,0 0 16,0-9-16,0 9 15,0 0-15,0-8 16,0-1-16,0 9 15,0 0-15,0-8 16,0-1-16,0 1 16,8-9-16,-8 8 15,0 1-15,9-9 16,-1 8-16,-8 1 16,17-18-16,1 1 15,7-9-15,-8 17 16,9-9-16,-9 9 15,0 9-15,0-9 16,0 0-16,0 0 16,0 8-16,0 1 15,0-1-15,-8 1 16,0-1-16,8 1 16,0-1-16,0 1 15,-9-1-15,9 1 16,1-1-16,-1 1 15,0-1-15,8 1 16,-8-1-16,0 1 16,1-1-16,-10 9 15,1 0-15,-1 0 16,1 0-16,8 0 16,-9 0-16,18-8 15,0-1-15,-1 9 16,26-8-16,1-1 15,24 9-15,-24-8 16,7-1-16,-16 1 16,-9 8-16,-8 0 15,0 0-15,-9 0 16,0 0-16,8 0 0,9 0 16,43 0-1,0 0-15,17 0 0,-34 0 16,0 0-1,-18 0-15,-16 0 0,8 0 16,9 8-16,8 1 16,34-1-16,9 1 15,-34-9-15,17 0 16,-34 0-16,-9 0 16,-9 0-16,1 8 15,0 1-15,25 8 16,26 0-16,-17 0 15,-1-17-15,18 0 16,-8 0-16,-18-9 16,-9 9-16,-16 0 15,8 9-15,9-1 16,25 1-16,-8-1 16,-9-8-16,26-8 15,0-1-15,-26 9 16,-8 0-16,-9-8 15,-8-1-15,-1 9 16,26 0-16,43 9 16,-25-9-16,8-9 15,-1-8-15,-16 0 16,-17 9-16,-9 8 16,-8-9-16,-1 9 15,9 0-15,9 0 16,-9 0-16,26 0 15,8 0-15,-16 0 16,-18 0-16,0 0 16,0 0-16,0-8 15,-8 8-15,-9 0 16,0 0-16,0 0 16,0 17-16,-17-17 15</inkml:trace>
  <inkml:trace contextRef="#ctx0" brushRef="#br0" timeOffset="79718.4">7970 13573 0,'0'0'15,"0"0"-15,0 0 16,0 0-16,0 0 16,0 0-16,0 0 15,0 0-15,0 0 16,0 0-16,0 0 16,0 0-16,0 0 15,0 0-15,0 0 16,0 0-16,0 0 15,0 0-15,0 0 16,0 0-16,0 0 16,0 0-16,-9 0 15,-8 0-15,0 0 16,0 0-16,-17-8 0,-9-9 16,9 0-16,17 8 15,-9 1-15,9-1 16,0 9-16,9 0 15,-1 0-15,0 0 16,1 0-16,-1 0 16,9 0-16,0 0 15,-8 0-15,8 0 16,0 0-16,-9 0 16,9 0-16,-8 0 15,8 0-15,0 0 16,0 0-16,-9 0 15,9 0-15,-8 0 16,-1 0-16,-8 9 16,0-1-16,8 1 15,-8 8-15,0-9 16,9 9-16,-1 0 16,1 0-16,-1 0 15,1 0-15,-1 0 16,0 0-16,1-8 15,-1 8-15,1 0 16,-1-9-16,1 9 16,-1 0-16,-8 17 15,9 0-15,-1 0 16,-8 0-16,8-8 16,1-1-16,8-8 15,0 0-15,0-8 16,0-1-16,0-8 15,0 9-15,0-1 16,8 9-16,-8-8 16,9-1-16,0 9 15,-1 0-15,9 0 16,0 0-16,0 0 16,0-8-16,9-1 15,0 1-15,-9-9 16,0 0-16,0 0 0,0 0 15,17-9-15,26 1 16,-17-1-16,-18 9 16,-8-8-16,0-1 15,-8 1-15,-1-18 16,10-16-16,-10-9 16,1-9-16,-9 1 15,8-1-15,-8 18 16,9-18-16,-18 35 15,9 25-15</inkml:trace>
  <inkml:trace contextRef="#ctx0" brushRef="#br0" timeOffset="83015.039">12154 14117 0,'0'0'0,"-9"0"16,1 0-16,8 0 15,0 0-15,-9 0 16,9 0-16,0 0 16,0 0-16,0 0 15,0 0-15,0 0 16,0 0-16,0 0 16,-8 0-16,8 0 15,0 0-15,-9 0 16,9 0-16,-17 9 15,9-1-15,-1 1 16,9-9-16,-9 8 16,9-8-16,-8 17 15,-1 0-15,1 0 16,-1 0-16,1 0 16,-1 0-16,1 9 15,-1 0-15,9-9 16,-8 8-16,-1-8 15,9 0-15,-8 0 16,8-8-16,0-1 16,0-8-16,0 0 15,0 0-15,0 0 16,0 0-16,0 0 16,0 0-16,0 0 0,0 0 15,0 0-15,0 0 16,0 0-16,0 0 15,0 0 1,0 0-16,17 9 0,0-1 16,0 1-16,51-9 15,-8-9-15,0 1 16,-1-1-16,1 1 16,0-1-16,0 1 15,68-26-15,-68 17 16,16 8-16,-16-8 15,0-9-15,0 1 16,8-18-16,17 9 16,61 0-16,-44 17 15,-102 17-15</inkml:trace>
  <inkml:trace contextRef="#ctx0" brushRef="#br0" timeOffset="96846.9829">20240 14517 0,'0'0'16,"0"0"-16,0 0 15,0 0-15,0 0 16,-8 9-16,-1-1 0,1 1 15,-1 16 1,-8-8-16,0 9 0,0-1 16,0 1-16,0 8 15,0-9-15,0 1 16,0 8-16,0-17 16,8 8-16,0-8 15,1 0-15,-1-8 16,1-1-16,8-8 15,0 0-15,0 9 16,0-1-16,0-8 16,0 9-16,0-1 15,0 1-15,0-1 16,8 1-16,1-1 16,-1 1-16,10-1 15,-1 1-15,0-1 16,8 1-16,1-1 15,34 1-15,25-1 0,18-8 16,-27 0-16,-7 0 16,-10 0-16,1 0 15,43 0-15,85-8 16,-94 8-16,-1-9 16,44 9-16,111-17 15,-146 9-15,1-9 16,127 25-16,-42-25 15,0 9-15,-69 16 16,-119-8-16</inkml:trace>
  <inkml:trace contextRef="#ctx0" brushRef="#br0" timeOffset="123547.09">19310 15461 0,'0'0'0,"0"0"0,0 0 16,0 0-16,0 0 16,0 0-16,0 0 15,0 0-15,0 0 16,0 0-16,-9 0 16,1 0-16,-1 0 15,9 0-15,-9 0 16,1 0-16,-1 9 15,-8-1-15,0 1 16,0 8-16,0 0 16,0 0-16,0 8 15,8 9-15,-8 0 16,0-17-16,0 0 16,0 9-16,0-1 15,0 9-15,0 0 16,0-8-16,0-1 15,0 1-15,0-1 0,-1-8 16,10 0-16,-1 0 16,1 0-16,-1-8 15,9-1 1,0 1-16,0-9 16,0 8-16,0 1 15,0-1-15,0 1 0,0-1 16,9 1-16,-1 8 15,9 0-15,1 0 16,16 0-16,0-9 16,26 9-16,-18-8 15,44-1-15,-27 9 16,10 0-16,-18-8 16,34-1-16,18 1 15,-43-18-15,8 9 16,17 9-16,18 25 15,-9-17-15,8-25 16,-16-9-16,-10-9 0,-16 17 16,-9 1-16,-8-1 15,8 9-15,43-8 16,43 25-16,-137-17 16</inkml:trace>
  <inkml:trace contextRef="#ctx0" brushRef="#br0" timeOffset="126393.265">11607 16286 0,'0'0'16,"0"0"-16,0 0 15,0 0-15,0-8 16,0 8-16,-8-9 16,8 9-16,0 0 15,0 0-15,0 0 16,0 0-16,0 0 16,0 0-16,0 0 15,0 0-15,0 0 16,0 0-16,8 9 15,9 8 1,1-9-16,-1 9 16,0 0-16,0 0 15,0 0-15,0 0 16,0 0-16,9 0 16,-1 0-16,1 0 15,-1-8-15,1-1 16,8-8-16,9 0 15,34-17-15,-9 9 16,-17-1-16,-8-8 16,-9 0-16,0 0 15,-8 9-15,-9-1 16,17-25-16,-8 0 16,-9 9-16,-9 8 15,1 8-15,-1 1 16,-8-1-16,0 1 15,9-1-15,-9 9 16,0 0-16,0-8 16,9-1-16,-1 0 15,1 1-15,-1-1 16,35 1-16,-43 8 16</inkml:trace>
  <inkml:trace contextRef="#ctx0" brushRef="#br0" timeOffset="128138.182">13255 15988 0,'0'0'15,"0"0"-15,0 0 16,0 0-16,0 0 15,0 0-15,0 0 0,0 0 16,9 0 0,-9 0-16,8 9 0,1-1 15,0-8 1,-1 9-16,1-1 0,-1 1 16,1-1-16,-1 1 15,1-1-15,-1 1 16,9 8-16,0 0 15,1 0-15,7 8 16,1 18-16,-1 8 16,1-17-16,0-8 15,8 8-15,0-17 16,26 8-16,-9 1 16,9 8-16,-18-17 15,-7 0-15,-10-9 16,1 1-16,-1-1 15,1 1-15,-9-1 16,0 1-16,0-1 16,0 1-16,0-1 15,1 1-15,-1-9 16,0 0-16,0 8 16,0-8-16,0 0 15,0 0-15,0 0 16,0 0-16,0 0 15,26 0-15,17 0 16,-26 0-16,-9 0 16,1-8-16,-9 8 15,0 0-15,0 0 16,0-9-16,0 1 16,1-1-16,-1 1 15,0-1-15,0 1 16,0-1-16,0 1 15,0-1-15,0-8 16,0 0-16,9 0 16,-1-17-16,10 9 0,-1-9 15,-9 8-15,10 1 16,-10 8-16,1 0 16,-9 0-16,0 0 15,0-1-15,9 1 16,-9 0-16,0 0 15,-9 9-15,1-1 16,-1 1-16,1-1 16,-1 1-16,1-1 15,0 1-15,-1-1 16,-8 1-16,9-1 16,-9 1-16,0-1 15,8 1-15,-8-1 16,0 1-16,9-1 15,-1 1-15,1-1 16,-9 1-16,8-1 16,1 1-16,-1-9 15,-8 17-15</inkml:trace>
  <inkml:trace contextRef="#ctx0" brushRef="#br0" timeOffset="134810.223">993 1021 0,'0'0'16,"0"0"-16,-8-9 16,-1 1-16,1-1 15,-1 1-15,1-1 16,-1 1-16,0-1 16,1 0-16,-1 9 15,-8-25-15,0 16 16,-8 9-16,-1-17 15,0 9-15,-33 8 16,42 8-16,-26 9 16,9 0-16,8 9 0,0 0 15,1 25 1,16-9-16,9-8 0,17 9 16,0-9-16,1 0 15,-1-9-15,0 1 16,0-9-1,0 0-15,0 0 0,0-9 16,0 1-16,0-1 16,0 1-16,9-1 15,-1-8-15,-7 0 16,-1 0-16,0-8 16,-9-1-16,9 1 15,-8-1-15,-1-8 16,1 9-16,17-26 15,-9 8-15,-9 1 16,1-1-16,-1 1 16,-8-1-16,0 1 15,0 8-15,-8-9 16,-1 9-16,1 0 16,-1 0-16,1 0 15,-1 9-15,0-1 16,1 1-16,-9-1 15,8 1-15,1 8 16,-1 0-16,9 0 16,0 0-16,0 0 15,0 0-15,-8 17 16,-1 59-16,9-25 16,0 0-16,0-51 15</inkml:trace>
  <inkml:trace contextRef="#ctx0" brushRef="#br0" timeOffset="136967.99">1779 706 0,'0'0'0,"0"0"0,8 8 15,1 1-15,17 8 16,-1 0-16,9 0 15,0-9-15,-8 1 16,-9-9-16,0 0 16,-8 0-16,-1 0 15,1 0-15,-9 0 16,0 0-16,8-9 16,-8 9-16,0-8 15,0-9-15,0 0 16,0-17-16,-8 0 15,-1 0-15,1 8 16,-9-16-16,8 25 16,1 17-16,-9-26 15,-43 26-15,26 0 16,17 9-16,-1 8 16,18-17-16,-8 17 15,8 8-15,8 9 16,1 0-16,0-17 15,-9-17-15</inkml:trace>
  <inkml:trace contextRef="#ctx0" brushRef="#br0" timeOffset="137452.332">2872 697 0,'0'0'0,"8"9"16,1 8-16,-1 17 16,1 17-16,8-9 15,-8 26-15,-1-34 16,9 9-16,0 0 16,-8-18-16,8 9 0,0-8 15,9-1-15,8 1 16,-34-26-16</inkml:trace>
  <inkml:trace contextRef="#ctx0" brushRef="#br0" timeOffset="137811.635">3845 893 0,'0'0'0,"0"0"16,0 0-16,0 0 15,34-9-15,1-8 16,-1-8-16,-9-9 15,-8 0-15,9-17 16,-17-26-16,-1 1 16,-8 25-16,-8-26 15,-1 43-15,1 17 16,8 17-16,0 0 16,-35 17-16,18 26 15,0-1-15,17-42 16</inkml:trace>
  <inkml:trace contextRef="#ctx0" brushRef="#br0" timeOffset="139405.317">21086 9602 0,'0'0'16,"0"0"-16,-9 0 15,1 8-15,-26 1 16,8-9-16,-8 8 0,8 1 16,-8-1-16,-17 1 15,8-1-15,-8 1 16,0 8-16,25 0 15,-8 17-15,-35 0 16,18-9-16,9 1 16,16-9-16,-8 8 15,8-8-15,1 9 16,-1 8-16,9-9 16,8 18-16,18-1 15,-1-8-15,9 0 16,1-8-16,7-1 15,18 18-15,0-1 16,-18-8-16,9 0 16,-8-17-16,0 0 15,-1 0-15,-8-8 0,9-9 16,25-9-16,9-8 16,17-17-16,0-8 15,-1-9-15,-24 8 16,-10 1-16,-7-1 15,-10-8-15,-8 9 16,17-35-16,-17-16 16,-8 25-16,0 8 15,-1 1-15,-8-1 16,0 9-16,-8 0 16,-10 0-16,-7-26 15,-1 60-15,-51-34 16,-8 34-16,-9 17 15,34 17-15,9 9 16,-9 8-16,-8 25 16,-35 26-16,52 9 0,0-26 15,51-68-15</inkml:trace>
  <inkml:trace contextRef="#ctx0" brushRef="#br0" timeOffset="151921.743">15194 16286 0,'0'0'0,"0"0"16,0 0-16,0 0 15,0 0-15,0 0 16,0 0-16,0 0 16,8-8-16,-8-1 15,0 1-15,0-1 16,0-8-16,0 9 15,0-1-15,0 1 0,0 8 16,0 0-16,0-9 16,0 0-16,0 9 15,0-8-15,0 8 16,0 0-16,0-9 16,0 9-16,0 0 15,0 0-15,0-8 16,0 8-16,0 0 15,0 0-15,0 0 16,0 0-16,0 0 16,0 0-16,0 0 15,0 0-15,0 0 16,0 0-16,0 0 16,0 0-16,0 0 15,0 0-15,0 0 16,0 0-16,0 0 15,0 0-15,0 0 16,9 8-16,-1 9 16,9 1-16,1-1 15,-1 8-15,0 9 16,0-17-16,0 0 16,0 0-16,0 0 0,0 0 15,0 0 1,0 0-16,0 0 0,0 0 15,0 0-15,1 0 16,7-8-16,9-1 16,-8 1-16,-9-1 15,0 1-15,0-1 16,0-8-16,-8 0 16,-1 0-16,9 9 15,-8-9-15,-1 8 16,1 1-16,8-1 15,0 1-15,0-9 16,26 8-16,8 1 16,0-1-16,-8-8 15,17 0-15,-17 0 16,-9 0-16,0 0 16,-8 0-16,-1 0 0,-8 0 15,0 0-15,0 0 16,-8 0-16,-1 0 15,1 0-15,0 0 16,-9 0-16,8 0 16,1 0-16,-9 0 15,8 0-15,1 0 16,-1 0-16,9 9 16,9-1-16,-9-8 15,17 0-15,0 0 16,0 0-16,9 0 15,0 0-15,8-8 16,0-1-16,-25 9 16,0-8-16,-1-1 15,-8 9-15,0-8 16,-8 8-16,-1 0 16,1-9-16,0 9 0,-1-8 15,9-1-15,0 1 16,9-9-16,8 8 15,0-8-15,9 9 16,0-1-16,8-8 16,-9 9-16,1-1 15,0 1-15,0-1 16,-26-8-16,0 0 16,8-8-16,1-1 15,-9 1-15,0-9 16,-8 8-16,-1 9 15,1 0-15,-1 0 16,1 8-16,-1 1 16,1-1-16,-1 1 15,1-1-15,-9 1 16,8-1-16,-8 9 16,9-8-16,-9 8 0,9-9 15,-9 9-15,0 0 16,0 0-16,0 0 15,0 0-15,0 0 16,0 0-16,0 0 16,0 0-16,0 0 15,0 0-15,0 0 16,0 0-16,0 0 16,0 0-16,0 0 15,0 0-15,0 0 16,0 0-16,0 0 15,0 0-15,0 0 16,0 0-16,0 0 16,0 0-16,0 0 15,0 0-15,0 0 16,0 0-16,0 0 16,8 0-16,-8 0 0</inkml:trace>
  <inkml:trace contextRef="#ctx0" brushRef="#br0" timeOffset="155868.433">6287 7484 0,'0'0'15,"0"0"-15,0 0 16,0 0-16,0 0 16,0 0-16,0 0 15,9-9-15,-9 9 16,0 0-16,0 0 15,0-8-15,0-1 16,0 1-16,0-1 16,0 1-16,0-1 15,0 1-15,0-1 16,0 1-16,0 8 16,0 0-16,-9-9 15,1 1-15,-1-1 16,1 9-16,-18-8 15,1 8-15,-1 0 16,0 0-16,9 0 16,0 0-16,0 0 15,0 0-15,0 0 16,-9 0-16,9 0 16,0 8-16,9 1 15,-1-1-15,1 1 16,-1-1-16,1 1 15,-1-1-15,0 9 16,9 9-16,-8 8 16,8 0-16,0 8 15,8 10-15,1-18 16,8 0-16,0-9 16,9 9-16,8-8 15,9-1-15,-18-8 0,-8 0 16,0-8-16,9-1 15,-9-8-15,0 0 16,0 0-16,0 0 16,0 0-16,0-8 15,-8-1-15,0 1 16,-1-1-16,1 1 16,8-9-16,-9 0 15,1-9-15,-1-8 16,-8-8-16,9-1 15,-1-8-15,-8 17 16,0 8-16,0 1 16,0-1-16,0 9 15,0 0-15,-8 0 16,8 9-16,-9-1 16,1 1-16,-1-1 15,9 9-15,-17-8 16,0 8-16,0 0 15,-26 0-15,-34 25 16,18 9-16,-27 34 16,86-68-16</inkml:trace>
  <inkml:trace contextRef="#ctx0" brushRef="#br0" timeOffset="159064.113">1155 7458 0,'0'0'16,"0"0"-16,0 0 15,0 0-15,0 0 0,0 0 16,0 0-1,0 0-15,0 0 0,0 0 16,0 0 0,0 0-16,0 0 0,9 0 15,8 0-15,9 0 16,16 0-16,-7 0 16,-1 9-16,0-1 15,-9 1-15,52 8 16,9 8-16,8 1 15,17-26-15,-52 8 16,1 1-16,0 8 16,17-9-16,51 35 15,-9-17-15,-25-9 16,-34 0-16,26-9 16,59 1-16,17 8 15,-60 0-15,-33-9 16,8-8-16,76 0 15,69 17-15,-145-8 16,9-9-16,84 8 16,27 1-16,-120-9 15,-26 0-15,43-9 16,68 18 0,9-9-1,-94 0-15,-18 0 0,78 8 0,8 1 16,-8-1-16,-69 1 15,-17-1-15,-16 1 16,50-1-16,26 1 16,0-9-16,-9 8 15,-42-8-15,-26 9 16,1-9-16,-10 8 16,9-8-16,26 9 15,0-1-15,17-8 16,-26 0-16,9 0 0,-18 0 15,-16 0 1,-9 0-16,0 0 0,-8 0 16,-9 0-1,0 0-15,0 0 0,0 0 16,0 0-16,0 0 16,8 0-1,-8 0-15,0 0 0,0 0 16,0 0-16,-17-8 15,-17-9-15,-9 0 16,-8 0-16,-17 0 16,17 0-16,16 0 15,10 8-15,-26-25 16,-18-8-16,18 16 16,-17-8-16,8 0 15,-60-26-15,61 26 16,24 9-16,10-1 15,8 9-15,0 0 16,0 0-16,-1 0 16,-24 0-16,8 0 15,8 0-15,9 9 16,0-1-16,8 1 16,1-1-16,8 9 15,0 0-15,0 0 16,0 0-16,0 0 15,0 0-15,0 0 16,0 0-16,8 0 16,9 0-16,0 9 15,1 8-15,7 0 16,35 25-16,51 35 16,-26-35-16,18 26 15,-18 1-15,-42-35 16,-9 0-16,0-9 15,0 1-15,18 8 16,-10-9-16,-8 1 16,-8-9-16,-9 0 15,0 0-15,0 0 16,-8 8-16,-1 1 16,-8 8-16,-8-9 15,-1 9-15,-8 0 16,-8 0-16,-18 17 15,17-17-15,9-8 0,0-9 16,0 0-16,-9 0 16,-25 8-16,-26 1 15,-25-1-15,-9 9 16,60-8-16,-35 16 16,-136 95-16,86-61 15</inkml:trace>
  <inkml:trace contextRef="#ctx0" brushRef="#br0" timeOffset="159826.676">1915 6914 0,'0'0'15,"0"0"-15,0 0 16,0 0-16,0 0 16,-17 9-16,-25 25 15,-1 17-15,-25 25 16,-1-16-16,1-1 15,25-8-15,9-17 16,9 0-16,-18 17 16,-17 17-16,-8 17 15,17-25-15,-1-9 16,1-8-16,17-9 16,8-9-16,1-8 15,8 0-15,8-8 16,1-1-16,8-8 15,0 0-15,8 17 16,26 0-16,52 9 16,-27-18-16,-7 9 15,-10-8-15,1 8 16,25 8-16,78 9 16,-35-17-16,-18 17 15,-16 26-15,-17-18 16,-9-33-16,-51-9 15</inkml:trace>
  <inkml:trace contextRef="#ctx0" brushRef="#br0" timeOffset="161295.656">6347 1318 0,'0'0'15,"0"0"-15,0 0 16,0 0-16,0 0 16,0 0-16,0 0 15,0 0-15,0 0 16,0 0-16,0 9 15,9 8-15,-1 0 16,-8 0-16,9 8 0,-1 35 16,9 42-1,-17-9-15,0-25 16,9-8-16,-9-1 0,9 18 16,-1 76-16,-16-25 15,8-52-15,0-16 16,0 8-16,8 34 15,-8 59-15,0-59 16,0-17-16,0-8 16,9 51-16,-1 42 15,-8-60-15,0-25 16,0-8-16,9 93 16,-18-17-16,9-68 15,-8-8-15,8 16 16,0 94-16,-9-59 15,1-43-15,-1 0 16,0 85-16,1 0 16,8-76-16,-9-9 15,-8 34-15,0 102 16,9-145-16,-1-8 16,-16 9-16,-1 8 15,-17 68-15,35-59 16,-1-18-16,1-8 15,8 0-15,-17 9 16,-9 25 0,17 8-16,9-33 15,0-18-15,0 1 16,-8-9-16,8 0 16,-9 0-16,-8 0 0,9 0 15,8-8-15,0-9 16,0 0-16,0-9 15,0-8-15,0 0 16,0-8-16,-9-1 16,9-8-16,0 0 15,0 0-15,-8 9 16,8-9-16,-9-9 0,9 9 16</inkml:trace>
  <inkml:trace contextRef="#ctx0" brushRef="#br0" timeOffset="161811.297">5886 6361 0,'0'0'15,"0"0"-15,0 0 0,0 0 16,0 0-16,0 17 16,9 17-16,-9 17 15,0 17-15,8-25 16,1-1-16,-1 1 16,-8 0-16,9-1 15,8 9-15,9 0 16,-9-8-16,8 16 15,1-8-15,-1 0 16,18 0-16,-9-8 16,9-9-16,-17-9 15,-1-8-15,-8 0 16,0-8-16,-8-1 16,8-8-16,-8 0 15,-1 0-15,1-8 16,8-9-16,8-26 15,-8-33-15,0 16 16,1 1-16,-10 8 16,18-17-16,8 0 15,17-9-15,0-42 16,1 17-16,7-9 16,-33 1-16,17-26 15,-43 136-15</inkml:trace>
  <inkml:trace contextRef="#ctx0" brushRef="#br0" timeOffset="162472.268">6834 1352 0,'0'0'0,"-9"0"16,-25 9-16,-25 25 15,-1 34-15,-26 34 16,18 8-16,34-42 16,8-8-16,9-18 15,-8 9-15,-10 35 16,-33 24-16,25-16 15,9-43-15,-8-9 16,-1-8-16,17-17 16,9-8-16,0-1 15,9-8-15,8 0 16,0 0-16,8-34 16,43-68-16,18 9 15,-18 25-15,-8 8 16,-1-25-16,27-51 15,-10 34-15,35 0 16,43 8-16,-77 60 16,-18 9-16,-7-1 15,-10 9-15,9 9 16,0-1-16,43 9 16,9 17-16,25 9 15,-26-1 1,-34 18-16,1 42 15,-10 8-15,1-33 16,8-9-16,-51-51 16</inkml:trace>
  <inkml:trace contextRef="#ctx0" brushRef="#br0" timeOffset="163909.663">7833 4975 0,'0'0'0,"-34"-17"15,-17-8-15,8-9 16,9 0-16,0 0 16,8 0-16,9-1 15,0 1-15,0-8 16,8-1-16,1-16 0,-1-52 15,1 1-15,8 33 16,8 9 0,9 9-16,43-52 0,8 18 15,1-1-15,42 0 16,-43 43-16,-17 17 16,0 9-1,43-9-15,17 17 0,-51 17 16,0 8-16,-17 1 15,-9 42-15,0 59 16,-26-33-16,-8 8 16,-42 26-16,-52 93 15,-17-43-15,43-42 16,-1 17-16,-42 86 16,-8-95-16,-9-8 15,59-51-15,10 51 16,16-25-16,17-43 15,9-17-15,9-9 16,8-8-16,0-8 16,0-9-16,0 0 15,0 0-15,34 0 16,43-9-16,17 9 16,-9-25-16,-8-9 15,-9-9-15,-8 18 16,34-9-16,34-9 15,-17 1-15,-43 16 16,-17 1-16,-16 8 16,7-9-16,18-8 15,34-25-15,0 8 16,-9-17-16,-42 42 16,-43 26-16</inkml:trace>
  <inkml:trace contextRef="#ctx0" brushRef="#br0" timeOffset="164315.84">9695 3929 0,'8'-42'0,"-8"-18"15,9 0-15,-1 9 16,1 0-16,8 0 16,0 9-16,0 8 15,-8 0-15,-1 17 16,-8 8-16,9 1 16,-9 8-16,0 0 15,0 0-15,0 0 16,0 0-16,0 0 0,-9 25 15,-8 18-15,8 84 16,-8 27-16,9-52 16,8 8-16,8 94 15,9-68-15,-8-42 16,17 25-16,16-26 16,10 35-16,-18-68 15,8-1-15,1 1 16,-9-9-16,-34-51 15</inkml:trace>
  <inkml:trace contextRef="#ctx0" brushRef="#br0" timeOffset="164722.105">11351 4286 0,'0'0'0,"17"0"16,43-8-16,51-26 16,-8 0-16,-44 0 15,-16 0-15,0-9 16,-18 1-16,1-9 15,0-60-15,-18 35 16,1 24-16,-9 1 16,0 9-16,-9 8 15,1 0-15,-18-9 16,-34-8-16,-34 9 16,0 16-16,9 18 15,34 8-15,-9 8 16,-85 26-16,-52 51 15,129 0-15,-26-8 16,94-77-16</inkml:trace>
  <inkml:trace contextRef="#ctx0" brushRef="#br0" timeOffset="165528.082">2368 8972 0,'0'0'16,"0"0"-16,-9-8 16,9-9-16,18-9 15,-1-16-15,25-43 16,10 0-16,-27 42 15,1 9-15,8-8 16,26 7-16,0 1 16,16 9-16,-33 16 0,-9 1 15,9 8-15,-17 0 16,-1 17-16,1 51 16,-9 68-16,-17-42 15,-26 16-15,-34 86 16,-16-35-16,-1-42 15,26-42-15,-1 25 16,-16 85-16,42-119 16,9-17-16,0-8 15,9-9-15,-1-9 16,9 1-16,0-9 16,0 0-16,9-9 0,-1 1 15,9-1 1,9 1-16,85-1 15,34-16-15,-77-1 16,-8-8-16,-9-8 0,1-18 16,33-67-16,-25 50 15,-60 60-15</inkml:trace>
  <inkml:trace contextRef="#ctx0" brushRef="#br0" timeOffset="165934.346">4212 8896 0,'0'0'0,"0"-34"0,0-68 15,0 25-15,0 18 16,0 7-16,0 10 15,0-1 1,0 9-16,0 9 0,0-1 16,0 9-16,0 9 15,0-1-15,0 9 16,0 0-16,0 0 16,0 0-16,0 0 15,0 0-15,0 17 16,0 17-16,0 128 15,-8-17-15,8-52 16,0 1-16,8 118 16,-8-84-16,0-43 15,9-17-15,0 0 16,16-8-16,-8-18 16,9-8-16,-9-17 15,-17-17-15</inkml:trace>
  <inkml:trace contextRef="#ctx0" brushRef="#br0" timeOffset="166246.79">5510 9210 0,'0'0'0,"0"0"16,26 9-16,8 8 15,17 8-15,-16-16 16,-10-1-16,9-16 16,1-18-16,-10 1 15,-8-9-15,0 0 16,0-17-16,-8 0 16,-9 8-16,0 1 15,-9 8-15,1 8 16,-9-16-16,-9-1 15,1 18-15,-10 8 16,-16 8-16,-51 43 16,42 9-16,60-43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Üstbilgi Yer Tutucusu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ACA52E-BB7C-4016-AEF3-C76610168B48}" type="datetimeFigureOut">
              <a:rPr lang="tr-TR" smtClean="0"/>
              <a:pPr/>
              <a:t>16.03.2022</a:t>
            </a:fld>
            <a:endParaRPr lang="tr-TR"/>
          </a:p>
        </p:txBody>
      </p:sp>
      <p:sp>
        <p:nvSpPr>
          <p:cNvPr id="4" name="3 Slayt Görüntüsü Yer Tutucusu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4 Not Yer Tutucusu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9D757-168F-423F-9B90-3059722693B0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08433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28C67-9424-437D-B114-F5A164C0CBCC}" type="datetimeFigureOut">
              <a:rPr lang="tr-TR" smtClean="0"/>
              <a:pPr/>
              <a:t>16.03.2022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0F2A-3812-4FA9-BD91-2879E4808C7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28C67-9424-437D-B114-F5A164C0CBCC}" type="datetimeFigureOut">
              <a:rPr lang="tr-TR" smtClean="0"/>
              <a:pPr/>
              <a:t>16.03.2022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0F2A-3812-4FA9-BD91-2879E4808C7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28C67-9424-437D-B114-F5A164C0CBCC}" type="datetimeFigureOut">
              <a:rPr lang="tr-TR" smtClean="0"/>
              <a:pPr/>
              <a:t>16.03.2022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0F2A-3812-4FA9-BD91-2879E4808C7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28C67-9424-437D-B114-F5A164C0CBCC}" type="datetimeFigureOut">
              <a:rPr lang="tr-TR" smtClean="0"/>
              <a:pPr/>
              <a:t>16.03.2022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0F2A-3812-4FA9-BD91-2879E4808C7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28C67-9424-437D-B114-F5A164C0CBCC}" type="datetimeFigureOut">
              <a:rPr lang="tr-TR" smtClean="0"/>
              <a:pPr/>
              <a:t>16.03.2022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0F2A-3812-4FA9-BD91-2879E4808C7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28C67-9424-437D-B114-F5A164C0CBCC}" type="datetimeFigureOut">
              <a:rPr lang="tr-TR" smtClean="0"/>
              <a:pPr/>
              <a:t>16.03.2022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0F2A-3812-4FA9-BD91-2879E4808C7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28C67-9424-437D-B114-F5A164C0CBCC}" type="datetimeFigureOut">
              <a:rPr lang="tr-TR" smtClean="0"/>
              <a:pPr/>
              <a:t>16.03.2022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0F2A-3812-4FA9-BD91-2879E4808C7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28C67-9424-437D-B114-F5A164C0CBCC}" type="datetimeFigureOut">
              <a:rPr lang="tr-TR" smtClean="0"/>
              <a:pPr/>
              <a:t>16.03.2022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0F2A-3812-4FA9-BD91-2879E4808C7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28C67-9424-437D-B114-F5A164C0CBCC}" type="datetimeFigureOut">
              <a:rPr lang="tr-TR" smtClean="0"/>
              <a:pPr/>
              <a:t>16.03.2022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0F2A-3812-4FA9-BD91-2879E4808C7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28C67-9424-437D-B114-F5A164C0CBCC}" type="datetimeFigureOut">
              <a:rPr lang="tr-TR" smtClean="0"/>
              <a:pPr/>
              <a:t>16.03.2022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0F2A-3812-4FA9-BD91-2879E4808C7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28C67-9424-437D-B114-F5A164C0CBCC}" type="datetimeFigureOut">
              <a:rPr lang="tr-TR" smtClean="0"/>
              <a:pPr/>
              <a:t>16.03.2022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0F2A-3812-4FA9-BD91-2879E4808C7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828C67-9424-437D-B114-F5A164C0CBCC}" type="datetimeFigureOut">
              <a:rPr lang="tr-TR" smtClean="0"/>
              <a:pPr/>
              <a:t>16.03.2022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C80F2A-3812-4FA9-BD91-2879E4808C7F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emf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dirty="0"/>
              <a:t>Windows form </a:t>
            </a:r>
            <a:r>
              <a:rPr lang="tr-TR" b="1" dirty="0" err="1"/>
              <a:t>programming</a:t>
            </a:r>
            <a:endParaRPr lang="en-US" dirty="0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476672"/>
            <a:ext cx="7697276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40230" t="46220" r="36145" b="13461"/>
          <a:stretch>
            <a:fillRect/>
          </a:stretch>
        </p:blipFill>
        <p:spPr bwMode="auto">
          <a:xfrm>
            <a:off x="1331640" y="404664"/>
            <a:ext cx="5760640" cy="576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etin kutusu"/>
          <p:cNvSpPr txBox="1"/>
          <p:nvPr/>
        </p:nvSpPr>
        <p:spPr>
          <a:xfrm>
            <a:off x="251520" y="117693"/>
            <a:ext cx="8568952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 err="1"/>
              <a:t>namespace</a:t>
            </a:r>
            <a:r>
              <a:rPr lang="tr-TR" sz="2800" dirty="0"/>
              <a:t> </a:t>
            </a:r>
            <a:r>
              <a:rPr lang="tr-TR" sz="2800" dirty="0" err="1"/>
              <a:t>MyNamespace</a:t>
            </a:r>
            <a:endParaRPr lang="tr-TR" sz="2800" dirty="0"/>
          </a:p>
          <a:p>
            <a:r>
              <a:rPr lang="tr-TR" sz="2800" dirty="0"/>
              <a:t>{</a:t>
            </a:r>
          </a:p>
          <a:p>
            <a:pPr lvl="1"/>
            <a:r>
              <a:rPr lang="tr-TR" sz="2800" dirty="0" err="1"/>
              <a:t>public</a:t>
            </a:r>
            <a:r>
              <a:rPr lang="tr-TR" sz="2800" dirty="0"/>
              <a:t> </a:t>
            </a:r>
            <a:r>
              <a:rPr lang="tr-TR" sz="2800" dirty="0" err="1"/>
              <a:t>class</a:t>
            </a:r>
            <a:r>
              <a:rPr lang="tr-TR" sz="2800" dirty="0"/>
              <a:t> </a:t>
            </a:r>
            <a:r>
              <a:rPr lang="tr-TR" sz="2800" dirty="0" err="1"/>
              <a:t>MyForm</a:t>
            </a:r>
            <a:r>
              <a:rPr lang="tr-TR" sz="2800" dirty="0"/>
              <a:t> : </a:t>
            </a:r>
            <a:r>
              <a:rPr lang="tr-TR" sz="2800" dirty="0" err="1"/>
              <a:t>System</a:t>
            </a:r>
            <a:r>
              <a:rPr lang="tr-TR" sz="2800" dirty="0"/>
              <a:t>.Windows.</a:t>
            </a:r>
            <a:r>
              <a:rPr lang="tr-TR" sz="2800" dirty="0" err="1"/>
              <a:t>Forms</a:t>
            </a:r>
            <a:r>
              <a:rPr lang="tr-TR" sz="2800" dirty="0"/>
              <a:t>.Form</a:t>
            </a:r>
          </a:p>
          <a:p>
            <a:pPr lvl="1"/>
            <a:r>
              <a:rPr lang="tr-TR" sz="2800" dirty="0"/>
              <a:t>{</a:t>
            </a:r>
          </a:p>
          <a:p>
            <a:pPr lvl="2"/>
            <a:r>
              <a:rPr lang="tr-TR" sz="2800" dirty="0" err="1"/>
              <a:t>public</a:t>
            </a:r>
            <a:r>
              <a:rPr lang="tr-TR" sz="2800" dirty="0"/>
              <a:t> </a:t>
            </a:r>
            <a:r>
              <a:rPr lang="tr-TR" sz="2800" dirty="0" err="1"/>
              <a:t>MyForm</a:t>
            </a:r>
            <a:r>
              <a:rPr lang="tr-TR" sz="2800" dirty="0"/>
              <a:t>()</a:t>
            </a:r>
          </a:p>
          <a:p>
            <a:pPr lvl="2"/>
            <a:r>
              <a:rPr lang="tr-TR" sz="2800" dirty="0"/>
              <a:t>{</a:t>
            </a:r>
          </a:p>
          <a:p>
            <a:pPr lvl="3"/>
            <a:r>
              <a:rPr lang="tr-TR" sz="2800" dirty="0" err="1"/>
              <a:t>this</a:t>
            </a:r>
            <a:r>
              <a:rPr lang="tr-TR" sz="2800" dirty="0"/>
              <a:t>.</a:t>
            </a:r>
            <a:r>
              <a:rPr lang="tr-TR" sz="2800" dirty="0" err="1"/>
              <a:t>Text</a:t>
            </a:r>
            <a:r>
              <a:rPr lang="tr-TR" sz="2800" dirty="0"/>
              <a:t> = "</a:t>
            </a:r>
            <a:r>
              <a:rPr lang="tr-TR" sz="2800" dirty="0" err="1"/>
              <a:t>Hello</a:t>
            </a:r>
            <a:r>
              <a:rPr lang="tr-TR" sz="2800" dirty="0"/>
              <a:t> Form";</a:t>
            </a:r>
          </a:p>
          <a:p>
            <a:pPr lvl="2"/>
            <a:r>
              <a:rPr lang="tr-TR" sz="2800" dirty="0"/>
              <a:t>}</a:t>
            </a:r>
          </a:p>
          <a:p>
            <a:pPr lvl="2"/>
            <a:r>
              <a:rPr lang="tr-TR" sz="2800" dirty="0" err="1"/>
              <a:t>public</a:t>
            </a:r>
            <a:r>
              <a:rPr lang="tr-TR" sz="2800" dirty="0"/>
              <a:t> </a:t>
            </a:r>
            <a:r>
              <a:rPr lang="tr-TR" sz="2800" dirty="0" err="1"/>
              <a:t>static</a:t>
            </a:r>
            <a:r>
              <a:rPr lang="tr-TR" sz="2800" dirty="0"/>
              <a:t> </a:t>
            </a:r>
            <a:r>
              <a:rPr lang="tr-TR" sz="2800" dirty="0" err="1"/>
              <a:t>void</a:t>
            </a:r>
            <a:r>
              <a:rPr lang="tr-TR" sz="2800" dirty="0"/>
              <a:t> </a:t>
            </a:r>
            <a:r>
              <a:rPr lang="tr-TR" sz="2800" dirty="0" err="1"/>
              <a:t>Main</a:t>
            </a:r>
            <a:r>
              <a:rPr lang="tr-TR" sz="2800" dirty="0"/>
              <a:t>()</a:t>
            </a:r>
          </a:p>
          <a:p>
            <a:pPr lvl="2"/>
            <a:r>
              <a:rPr lang="tr-TR" sz="2800" dirty="0"/>
              <a:t>{</a:t>
            </a:r>
          </a:p>
          <a:p>
            <a:pPr lvl="3"/>
            <a:r>
              <a:rPr lang="tr-TR" sz="2800" dirty="0" err="1"/>
              <a:t>System</a:t>
            </a:r>
            <a:r>
              <a:rPr lang="tr-TR" sz="2800" dirty="0"/>
              <a:t>.Windows.</a:t>
            </a:r>
            <a:r>
              <a:rPr lang="tr-TR" sz="2800" dirty="0" err="1"/>
              <a:t>Forms</a:t>
            </a:r>
            <a:r>
              <a:rPr lang="tr-TR" sz="2800" dirty="0"/>
              <a:t>.</a:t>
            </a:r>
            <a:r>
              <a:rPr lang="tr-TR" sz="2800" dirty="0" err="1"/>
              <a:t>Application</a:t>
            </a:r>
            <a:r>
              <a:rPr lang="tr-TR" sz="2800" dirty="0"/>
              <a:t>.</a:t>
            </a:r>
            <a:r>
              <a:rPr lang="tr-TR" sz="2800" dirty="0" err="1"/>
              <a:t>Run</a:t>
            </a:r>
            <a:r>
              <a:rPr lang="tr-TR" sz="2800" dirty="0"/>
              <a:t>(</a:t>
            </a:r>
            <a:r>
              <a:rPr lang="tr-TR" sz="2800" dirty="0" err="1"/>
              <a:t>new</a:t>
            </a:r>
            <a:r>
              <a:rPr lang="tr-TR" sz="2800" dirty="0"/>
              <a:t> </a:t>
            </a:r>
            <a:r>
              <a:rPr lang="tr-TR" sz="2800" dirty="0" err="1"/>
              <a:t>MyForm</a:t>
            </a:r>
            <a:r>
              <a:rPr lang="tr-TR" sz="2800" dirty="0"/>
              <a:t>());</a:t>
            </a:r>
          </a:p>
          <a:p>
            <a:pPr lvl="2"/>
            <a:r>
              <a:rPr lang="tr-TR" sz="2800" dirty="0"/>
              <a:t>}</a:t>
            </a:r>
          </a:p>
          <a:p>
            <a:pPr lvl="1"/>
            <a:r>
              <a:rPr lang="tr-TR" sz="2800" dirty="0"/>
              <a:t>}</a:t>
            </a:r>
          </a:p>
          <a:p>
            <a:r>
              <a:rPr lang="tr-TR" sz="2800" dirty="0"/>
              <a:t>}</a:t>
            </a:r>
            <a:endParaRPr lang="tr-TR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etin kutusu"/>
          <p:cNvSpPr txBox="1"/>
          <p:nvPr/>
        </p:nvSpPr>
        <p:spPr>
          <a:xfrm>
            <a:off x="323528" y="332656"/>
            <a:ext cx="849694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/>
              <a:t>we define a class called </a:t>
            </a:r>
            <a:r>
              <a:rPr lang="en-US" sz="2000" dirty="0" err="1"/>
              <a:t>MyForm</a:t>
            </a:r>
            <a:r>
              <a:rPr lang="en-US" sz="2000" dirty="0"/>
              <a:t> that inherits from the Form</a:t>
            </a:r>
            <a:r>
              <a:rPr lang="tr-TR" sz="2000" dirty="0"/>
              <a:t> </a:t>
            </a:r>
            <a:r>
              <a:rPr lang="en-US" sz="2000" dirty="0"/>
              <a:t>class, which is found in the </a:t>
            </a:r>
            <a:r>
              <a:rPr lang="en-US" sz="2000" dirty="0" err="1"/>
              <a:t>System.Windows.Forms</a:t>
            </a:r>
            <a:r>
              <a:rPr lang="en-US" sz="2000" dirty="0"/>
              <a:t> namespace. The period notation</a:t>
            </a:r>
            <a:r>
              <a:rPr lang="tr-TR" sz="2000" dirty="0"/>
              <a:t> </a:t>
            </a:r>
            <a:r>
              <a:rPr lang="en-US" sz="2000" dirty="0"/>
              <a:t>is used to separate namespaces and classes, so that the complete, or </a:t>
            </a:r>
            <a:r>
              <a:rPr lang="en-US" sz="2000" i="1" dirty="0"/>
              <a:t>fully qualified,</a:t>
            </a:r>
            <a:r>
              <a:rPr lang="tr-TR" sz="2000" i="1" dirty="0"/>
              <a:t> </a:t>
            </a:r>
            <a:r>
              <a:rPr lang="en-US" sz="2000" dirty="0"/>
              <a:t>name for the class is </a:t>
            </a:r>
            <a:r>
              <a:rPr lang="en-US" sz="2000" dirty="0" err="1"/>
              <a:t>System.Windows.Forms.Form</a:t>
            </a:r>
            <a:r>
              <a:rPr lang="en-US" sz="2000" dirty="0"/>
              <a:t>. </a:t>
            </a:r>
            <a:endParaRPr lang="tr-TR" sz="2000" dirty="0"/>
          </a:p>
          <a:p>
            <a:pPr algn="just"/>
            <a:endParaRPr lang="en-US" sz="2000" dirty="0"/>
          </a:p>
          <a:p>
            <a:pPr algn="just"/>
            <a:r>
              <a:rPr lang="tr-TR" sz="2000" dirty="0" err="1"/>
              <a:t>namespace</a:t>
            </a:r>
            <a:r>
              <a:rPr lang="tr-TR" sz="2000" dirty="0"/>
              <a:t> </a:t>
            </a:r>
            <a:r>
              <a:rPr lang="tr-TR" sz="2000" dirty="0" err="1"/>
              <a:t>MyNamespace</a:t>
            </a:r>
            <a:endParaRPr lang="tr-TR" sz="2000" dirty="0"/>
          </a:p>
          <a:p>
            <a:pPr algn="just"/>
            <a:r>
              <a:rPr lang="tr-TR" sz="2000" dirty="0"/>
              <a:t>{</a:t>
            </a:r>
          </a:p>
          <a:p>
            <a:pPr algn="just"/>
            <a:r>
              <a:rPr lang="tr-TR" sz="2000" dirty="0"/>
              <a:t>	</a:t>
            </a:r>
            <a:r>
              <a:rPr lang="tr-TR" sz="2000" dirty="0" err="1"/>
              <a:t>public</a:t>
            </a:r>
            <a:r>
              <a:rPr lang="tr-TR" sz="2000" dirty="0"/>
              <a:t> </a:t>
            </a:r>
            <a:r>
              <a:rPr lang="tr-TR" sz="2000" dirty="0" err="1"/>
              <a:t>class</a:t>
            </a:r>
            <a:r>
              <a:rPr lang="tr-TR" sz="2000" dirty="0"/>
              <a:t> </a:t>
            </a:r>
            <a:r>
              <a:rPr lang="tr-TR" sz="2000" dirty="0" err="1"/>
              <a:t>MyForm</a:t>
            </a:r>
            <a:r>
              <a:rPr lang="tr-TR" sz="2000" dirty="0"/>
              <a:t> : </a:t>
            </a:r>
            <a:r>
              <a:rPr lang="tr-TR" sz="2000" dirty="0" err="1"/>
              <a:t>System</a:t>
            </a:r>
            <a:r>
              <a:rPr lang="tr-TR" sz="2000" dirty="0"/>
              <a:t>.Windows.</a:t>
            </a:r>
            <a:r>
              <a:rPr lang="tr-TR" sz="2000" dirty="0" err="1"/>
              <a:t>Forms</a:t>
            </a:r>
            <a:r>
              <a:rPr lang="tr-TR" sz="2000" dirty="0"/>
              <a:t>.Form</a:t>
            </a:r>
          </a:p>
          <a:p>
            <a:pPr algn="just"/>
            <a:r>
              <a:rPr lang="tr-TR" sz="2000" dirty="0"/>
              <a:t>	{</a:t>
            </a:r>
          </a:p>
          <a:p>
            <a:pPr algn="just"/>
            <a:r>
              <a:rPr lang="tr-TR" sz="2000" dirty="0"/>
              <a:t>		. . .</a:t>
            </a:r>
          </a:p>
          <a:p>
            <a:pPr algn="just"/>
            <a:r>
              <a:rPr lang="tr-TR" sz="2000" dirty="0"/>
              <a:t>	}</a:t>
            </a:r>
          </a:p>
          <a:p>
            <a:pPr algn="just"/>
            <a:r>
              <a:rPr lang="tr-TR" sz="2000" dirty="0"/>
              <a:t>}</a:t>
            </a:r>
          </a:p>
          <a:p>
            <a:pPr algn="just"/>
            <a:endParaRPr lang="tr-TR" sz="2000" dirty="0"/>
          </a:p>
          <a:p>
            <a:pPr algn="just"/>
            <a:r>
              <a:rPr lang="en-US" sz="2000" dirty="0"/>
              <a:t>The Form class is the cornerstone of Windows-based applications in .NET. It represents</a:t>
            </a:r>
          </a:p>
          <a:p>
            <a:pPr algn="just"/>
            <a:r>
              <a:rPr lang="en-US" sz="2000" dirty="0"/>
              <a:t>any type of window in an application, from dialog boxes to MDI (Multiple</a:t>
            </a:r>
            <a:r>
              <a:rPr lang="tr-TR" sz="2000" dirty="0"/>
              <a:t> </a:t>
            </a:r>
            <a:r>
              <a:rPr lang="en-US" sz="2000" dirty="0"/>
              <a:t>Document Interface) client windows. The Form class provides the ability to display,</a:t>
            </a:r>
            <a:r>
              <a:rPr lang="tr-TR" sz="2000" dirty="0"/>
              <a:t> </a:t>
            </a:r>
            <a:r>
              <a:rPr lang="en-US" sz="2000" dirty="0"/>
              <a:t>place controls within, and interact with an application window.</a:t>
            </a:r>
            <a:endParaRPr lang="tr-TR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etin kutusu"/>
          <p:cNvSpPr txBox="1"/>
          <p:nvPr/>
        </p:nvSpPr>
        <p:spPr>
          <a:xfrm>
            <a:off x="323528" y="332656"/>
            <a:ext cx="849694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 err="1"/>
              <a:t>Constructors</a:t>
            </a:r>
            <a:r>
              <a:rPr lang="tr-TR" b="1" dirty="0"/>
              <a:t> </a:t>
            </a:r>
            <a:r>
              <a:rPr lang="tr-TR" b="1" dirty="0" err="1"/>
              <a:t>and</a:t>
            </a:r>
            <a:r>
              <a:rPr lang="tr-TR" b="1" dirty="0"/>
              <a:t> </a:t>
            </a:r>
            <a:r>
              <a:rPr lang="tr-TR" b="1" dirty="0" err="1"/>
              <a:t>methods</a:t>
            </a:r>
            <a:endParaRPr lang="tr-TR" b="1" dirty="0"/>
          </a:p>
          <a:p>
            <a:r>
              <a:rPr lang="en-US" dirty="0"/>
              <a:t>Take another look at the declaration of our </a:t>
            </a:r>
            <a:r>
              <a:rPr lang="en-US" dirty="0" err="1"/>
              <a:t>MyForm</a:t>
            </a:r>
            <a:r>
              <a:rPr lang="en-US" dirty="0"/>
              <a:t> class. Note how two members of</a:t>
            </a:r>
          </a:p>
          <a:p>
            <a:r>
              <a:rPr lang="en-US" dirty="0"/>
              <a:t>this class are defined, namely the </a:t>
            </a:r>
            <a:r>
              <a:rPr lang="en-US" dirty="0" err="1"/>
              <a:t>MyForm</a:t>
            </a:r>
            <a:r>
              <a:rPr lang="en-US" dirty="0"/>
              <a:t> constructor and the Main method.</a:t>
            </a:r>
            <a:r>
              <a:rPr lang="tr-TR" dirty="0"/>
              <a:t> </a:t>
            </a:r>
            <a:r>
              <a:rPr lang="en-US" dirty="0"/>
              <a:t>Both members are declared as public, as is the class </a:t>
            </a:r>
            <a:r>
              <a:rPr lang="en-US" dirty="0" err="1"/>
              <a:t>MyForm</a:t>
            </a:r>
            <a:r>
              <a:rPr lang="en-US" dirty="0"/>
              <a:t>. </a:t>
            </a:r>
            <a:endParaRPr lang="tr-TR" dirty="0"/>
          </a:p>
          <a:p>
            <a:endParaRPr lang="en-US" dirty="0"/>
          </a:p>
          <a:p>
            <a:r>
              <a:rPr lang="tr-TR" dirty="0" err="1"/>
              <a:t>public</a:t>
            </a:r>
            <a:r>
              <a:rPr lang="tr-TR" dirty="0"/>
              <a:t> </a:t>
            </a:r>
            <a:r>
              <a:rPr lang="tr-TR" dirty="0" err="1"/>
              <a:t>class</a:t>
            </a:r>
            <a:r>
              <a:rPr lang="tr-TR" dirty="0"/>
              <a:t> </a:t>
            </a:r>
            <a:r>
              <a:rPr lang="tr-TR" dirty="0" err="1"/>
              <a:t>MyForm</a:t>
            </a:r>
            <a:r>
              <a:rPr lang="tr-TR" dirty="0"/>
              <a:t> : </a:t>
            </a:r>
            <a:r>
              <a:rPr lang="tr-TR" dirty="0" err="1"/>
              <a:t>System</a:t>
            </a:r>
            <a:r>
              <a:rPr lang="tr-TR" dirty="0"/>
              <a:t>.Windows.</a:t>
            </a:r>
            <a:r>
              <a:rPr lang="tr-TR" dirty="0" err="1"/>
              <a:t>Forms</a:t>
            </a:r>
            <a:r>
              <a:rPr lang="tr-TR" dirty="0"/>
              <a:t>.Form</a:t>
            </a:r>
          </a:p>
          <a:p>
            <a:r>
              <a:rPr lang="tr-TR" dirty="0"/>
              <a:t>{</a:t>
            </a:r>
          </a:p>
          <a:p>
            <a:pPr lvl="1"/>
            <a:r>
              <a:rPr lang="tr-TR" dirty="0" err="1"/>
              <a:t>public</a:t>
            </a:r>
            <a:r>
              <a:rPr lang="tr-TR" dirty="0"/>
              <a:t> </a:t>
            </a:r>
            <a:r>
              <a:rPr lang="tr-TR" dirty="0" err="1"/>
              <a:t>MyForm</a:t>
            </a:r>
            <a:r>
              <a:rPr lang="tr-TR" dirty="0"/>
              <a:t>() // </a:t>
            </a:r>
            <a:r>
              <a:rPr lang="tr-TR" dirty="0" err="1"/>
              <a:t>constructor</a:t>
            </a:r>
            <a:endParaRPr lang="tr-TR" dirty="0"/>
          </a:p>
          <a:p>
            <a:pPr lvl="1"/>
            <a:r>
              <a:rPr lang="tr-TR" dirty="0"/>
              <a:t>{</a:t>
            </a:r>
          </a:p>
          <a:p>
            <a:pPr lvl="2"/>
            <a:r>
              <a:rPr lang="tr-TR" dirty="0" err="1"/>
              <a:t>this</a:t>
            </a:r>
            <a:r>
              <a:rPr lang="tr-TR" dirty="0"/>
              <a:t>.</a:t>
            </a:r>
            <a:r>
              <a:rPr lang="tr-TR" dirty="0" err="1"/>
              <a:t>Text</a:t>
            </a:r>
            <a:r>
              <a:rPr lang="tr-TR" dirty="0"/>
              <a:t> = "</a:t>
            </a:r>
            <a:r>
              <a:rPr lang="tr-TR" dirty="0" err="1"/>
              <a:t>Hello</a:t>
            </a:r>
            <a:r>
              <a:rPr lang="tr-TR" dirty="0"/>
              <a:t> Form";</a:t>
            </a:r>
          </a:p>
          <a:p>
            <a:pPr lvl="1"/>
            <a:r>
              <a:rPr lang="tr-TR" dirty="0"/>
              <a:t>}</a:t>
            </a:r>
          </a:p>
          <a:p>
            <a:pPr lvl="1"/>
            <a:r>
              <a:rPr lang="tr-TR" dirty="0" err="1"/>
              <a:t>public</a:t>
            </a:r>
            <a:r>
              <a:rPr lang="tr-TR" dirty="0"/>
              <a:t> </a:t>
            </a:r>
            <a:r>
              <a:rPr lang="tr-TR" dirty="0" err="1"/>
              <a:t>static</a:t>
            </a:r>
            <a:r>
              <a:rPr lang="tr-TR" dirty="0"/>
              <a:t> </a:t>
            </a:r>
            <a:r>
              <a:rPr lang="tr-TR" dirty="0" err="1"/>
              <a:t>void</a:t>
            </a:r>
            <a:r>
              <a:rPr lang="tr-TR" dirty="0"/>
              <a:t> </a:t>
            </a:r>
            <a:r>
              <a:rPr lang="tr-TR" dirty="0" err="1"/>
              <a:t>Main</a:t>
            </a:r>
            <a:r>
              <a:rPr lang="tr-TR" dirty="0"/>
              <a:t>()</a:t>
            </a:r>
          </a:p>
          <a:p>
            <a:pPr lvl="1"/>
            <a:r>
              <a:rPr lang="tr-TR" dirty="0"/>
              <a:t>{</a:t>
            </a:r>
          </a:p>
          <a:p>
            <a:pPr lvl="2"/>
            <a:r>
              <a:rPr lang="tr-TR" dirty="0" err="1"/>
              <a:t>System</a:t>
            </a:r>
            <a:r>
              <a:rPr lang="tr-TR" dirty="0"/>
              <a:t>.Windows.</a:t>
            </a:r>
            <a:r>
              <a:rPr lang="tr-TR" dirty="0" err="1"/>
              <a:t>Forms</a:t>
            </a:r>
            <a:r>
              <a:rPr lang="tr-TR" dirty="0"/>
              <a:t>.</a:t>
            </a:r>
            <a:r>
              <a:rPr lang="tr-TR" dirty="0" err="1"/>
              <a:t>Application</a:t>
            </a:r>
            <a:r>
              <a:rPr lang="tr-TR" dirty="0"/>
              <a:t>.</a:t>
            </a:r>
            <a:r>
              <a:rPr lang="tr-TR" dirty="0" err="1"/>
              <a:t>Run</a:t>
            </a:r>
            <a:r>
              <a:rPr lang="tr-TR" dirty="0"/>
              <a:t>(</a:t>
            </a:r>
            <a:r>
              <a:rPr lang="tr-TR" dirty="0" err="1"/>
              <a:t>new</a:t>
            </a:r>
            <a:r>
              <a:rPr lang="tr-TR" dirty="0"/>
              <a:t> </a:t>
            </a:r>
            <a:r>
              <a:rPr lang="tr-TR" dirty="0" err="1"/>
              <a:t>MyForm</a:t>
            </a:r>
            <a:r>
              <a:rPr lang="tr-TR" dirty="0"/>
              <a:t>());</a:t>
            </a:r>
          </a:p>
          <a:p>
            <a:pPr lvl="1"/>
            <a:r>
              <a:rPr lang="tr-TR" dirty="0"/>
              <a:t>}</a:t>
            </a:r>
          </a:p>
          <a:p>
            <a:r>
              <a:rPr lang="tr-TR" dirty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etin kutusu"/>
          <p:cNvSpPr txBox="1"/>
          <p:nvPr/>
        </p:nvSpPr>
        <p:spPr>
          <a:xfrm>
            <a:off x="323528" y="0"/>
            <a:ext cx="849694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tr-TR" sz="2000" b="1" i="1" dirty="0" err="1"/>
              <a:t>Adding</a:t>
            </a:r>
            <a:r>
              <a:rPr lang="tr-TR" sz="2000" b="1" i="1" dirty="0"/>
              <a:t> </a:t>
            </a:r>
            <a:r>
              <a:rPr lang="tr-TR" sz="2000" b="1" i="1" dirty="0" err="1"/>
              <a:t>controls</a:t>
            </a:r>
            <a:endParaRPr lang="tr-TR" sz="2000" b="1" i="1" dirty="0"/>
          </a:p>
          <a:p>
            <a:pPr algn="just"/>
            <a:r>
              <a:rPr lang="en-US" sz="2000" dirty="0"/>
              <a:t>Let’s make our program a little more interesting by adding some controls. Throughout</a:t>
            </a:r>
            <a:r>
              <a:rPr lang="tr-TR" sz="2000" dirty="0"/>
              <a:t> </a:t>
            </a:r>
            <a:r>
              <a:rPr lang="en-US" sz="2000" dirty="0"/>
              <a:t>the course of the book, we will be building a photo viewing application, so let’s</a:t>
            </a:r>
            <a:r>
              <a:rPr lang="tr-TR" sz="2000" dirty="0"/>
              <a:t> </a:t>
            </a:r>
            <a:r>
              <a:rPr lang="en-US" sz="2000" dirty="0"/>
              <a:t>add a button for loading an image file, and a box where the image can be displayed.</a:t>
            </a:r>
          </a:p>
          <a:p>
            <a:pPr algn="just"/>
            <a:r>
              <a:rPr lang="en-US" sz="2000" dirty="0"/>
              <a:t>When we are done, our form will look like figure</a:t>
            </a:r>
            <a:endParaRPr lang="tr-TR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37278" t="28580" r="29500" b="14721"/>
          <a:stretch>
            <a:fillRect/>
          </a:stretch>
        </p:blipFill>
        <p:spPr bwMode="auto">
          <a:xfrm>
            <a:off x="1331640" y="1988840"/>
            <a:ext cx="4680520" cy="468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etin kutusu"/>
          <p:cNvSpPr txBox="1"/>
          <p:nvPr/>
        </p:nvSpPr>
        <p:spPr>
          <a:xfrm>
            <a:off x="251520" y="0"/>
            <a:ext cx="8496944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namespace</a:t>
            </a:r>
            <a:r>
              <a:rPr lang="tr-TR" dirty="0"/>
              <a:t> </a:t>
            </a:r>
            <a:r>
              <a:rPr lang="tr-TR" dirty="0" err="1"/>
              <a:t>MyNamespace</a:t>
            </a:r>
            <a:endParaRPr lang="tr-TR" dirty="0"/>
          </a:p>
          <a:p>
            <a:r>
              <a:rPr lang="tr-TR" dirty="0"/>
              <a:t>{</a:t>
            </a:r>
          </a:p>
          <a:p>
            <a:pPr lvl="1"/>
            <a:r>
              <a:rPr lang="tr-TR" b="1" dirty="0" err="1"/>
              <a:t>using</a:t>
            </a:r>
            <a:r>
              <a:rPr lang="tr-TR" b="1" dirty="0"/>
              <a:t> </a:t>
            </a:r>
            <a:r>
              <a:rPr lang="tr-TR" b="1" dirty="0" err="1"/>
              <a:t>System</a:t>
            </a:r>
            <a:r>
              <a:rPr lang="tr-TR" b="1" dirty="0"/>
              <a:t>;</a:t>
            </a:r>
          </a:p>
          <a:p>
            <a:pPr lvl="1"/>
            <a:r>
              <a:rPr lang="tr-TR" b="1" dirty="0" err="1"/>
              <a:t>using</a:t>
            </a:r>
            <a:r>
              <a:rPr lang="tr-TR" b="1" dirty="0"/>
              <a:t> </a:t>
            </a:r>
            <a:r>
              <a:rPr lang="tr-TR" b="1" dirty="0" err="1"/>
              <a:t>System</a:t>
            </a:r>
            <a:r>
              <a:rPr lang="tr-TR" b="1" dirty="0"/>
              <a:t>.Windows.</a:t>
            </a:r>
            <a:r>
              <a:rPr lang="tr-TR" b="1" dirty="0" err="1"/>
              <a:t>Forms</a:t>
            </a:r>
            <a:r>
              <a:rPr lang="tr-TR" b="1" dirty="0"/>
              <a:t>;</a:t>
            </a:r>
          </a:p>
          <a:p>
            <a:pPr lvl="1"/>
            <a:r>
              <a:rPr lang="tr-TR" dirty="0" err="1"/>
              <a:t>public</a:t>
            </a:r>
            <a:r>
              <a:rPr lang="tr-TR" dirty="0"/>
              <a:t> </a:t>
            </a:r>
            <a:r>
              <a:rPr lang="tr-TR" dirty="0" err="1"/>
              <a:t>class</a:t>
            </a:r>
            <a:r>
              <a:rPr lang="tr-TR" dirty="0"/>
              <a:t> </a:t>
            </a:r>
            <a:r>
              <a:rPr lang="tr-TR" dirty="0" err="1"/>
              <a:t>MyForm</a:t>
            </a:r>
            <a:r>
              <a:rPr lang="tr-TR" dirty="0"/>
              <a:t> : Form</a:t>
            </a:r>
          </a:p>
          <a:p>
            <a:pPr lvl="1"/>
            <a:r>
              <a:rPr lang="tr-TR" dirty="0"/>
              <a:t>{</a:t>
            </a:r>
          </a:p>
          <a:p>
            <a:pPr lvl="2"/>
            <a:r>
              <a:rPr lang="tr-TR" b="1" dirty="0" err="1"/>
              <a:t>private</a:t>
            </a:r>
            <a:r>
              <a:rPr lang="tr-TR" b="1" dirty="0"/>
              <a:t> </a:t>
            </a:r>
            <a:r>
              <a:rPr lang="tr-TR" b="1" dirty="0" err="1"/>
              <a:t>Button</a:t>
            </a:r>
            <a:r>
              <a:rPr lang="tr-TR" b="1" dirty="0"/>
              <a:t> </a:t>
            </a:r>
            <a:r>
              <a:rPr lang="tr-TR" b="1" dirty="0" err="1"/>
              <a:t>btnLoad</a:t>
            </a:r>
            <a:r>
              <a:rPr lang="tr-TR" b="1" dirty="0"/>
              <a:t>;</a:t>
            </a:r>
          </a:p>
          <a:p>
            <a:pPr lvl="2"/>
            <a:r>
              <a:rPr lang="tr-TR" b="1" dirty="0" err="1"/>
              <a:t>private</a:t>
            </a:r>
            <a:r>
              <a:rPr lang="tr-TR" b="1" dirty="0"/>
              <a:t> </a:t>
            </a:r>
            <a:r>
              <a:rPr lang="tr-TR" b="1" dirty="0" err="1"/>
              <a:t>PictureBox</a:t>
            </a:r>
            <a:r>
              <a:rPr lang="tr-TR" b="1" dirty="0"/>
              <a:t> </a:t>
            </a:r>
            <a:r>
              <a:rPr lang="tr-TR" b="1" dirty="0" err="1"/>
              <a:t>pboxPhoto</a:t>
            </a:r>
            <a:r>
              <a:rPr lang="tr-TR" b="1" dirty="0"/>
              <a:t>;</a:t>
            </a:r>
          </a:p>
          <a:p>
            <a:pPr lvl="2"/>
            <a:r>
              <a:rPr lang="tr-TR" dirty="0" err="1"/>
              <a:t>public</a:t>
            </a:r>
            <a:r>
              <a:rPr lang="tr-TR" dirty="0"/>
              <a:t> </a:t>
            </a:r>
            <a:r>
              <a:rPr lang="tr-TR" dirty="0" err="1"/>
              <a:t>MyForm</a:t>
            </a:r>
            <a:r>
              <a:rPr lang="tr-TR" dirty="0"/>
              <a:t>()</a:t>
            </a:r>
          </a:p>
          <a:p>
            <a:pPr lvl="2"/>
            <a:r>
              <a:rPr lang="tr-TR" dirty="0"/>
              <a:t>{</a:t>
            </a:r>
          </a:p>
          <a:p>
            <a:pPr lvl="3"/>
            <a:r>
              <a:rPr lang="tr-TR" dirty="0" err="1"/>
              <a:t>this</a:t>
            </a:r>
            <a:r>
              <a:rPr lang="tr-TR" dirty="0"/>
              <a:t>.</a:t>
            </a:r>
            <a:r>
              <a:rPr lang="tr-TR" dirty="0" err="1"/>
              <a:t>Text</a:t>
            </a:r>
            <a:r>
              <a:rPr lang="tr-TR" dirty="0"/>
              <a:t> = "</a:t>
            </a:r>
            <a:r>
              <a:rPr lang="tr-TR" b="1" dirty="0" err="1"/>
              <a:t>Hello</a:t>
            </a:r>
            <a:r>
              <a:rPr lang="tr-TR" b="1" dirty="0"/>
              <a:t> Form 1.2";</a:t>
            </a:r>
          </a:p>
          <a:p>
            <a:pPr lvl="3"/>
            <a:r>
              <a:rPr lang="en-US" b="1" dirty="0"/>
              <a:t>// Create and configure the Button</a:t>
            </a:r>
          </a:p>
          <a:p>
            <a:pPr lvl="3"/>
            <a:r>
              <a:rPr lang="tr-TR" b="1" dirty="0" err="1"/>
              <a:t>btnLoad</a:t>
            </a:r>
            <a:r>
              <a:rPr lang="tr-TR" b="1" dirty="0"/>
              <a:t> = </a:t>
            </a:r>
            <a:r>
              <a:rPr lang="tr-TR" b="1" dirty="0" err="1"/>
              <a:t>new</a:t>
            </a:r>
            <a:r>
              <a:rPr lang="tr-TR" b="1" dirty="0"/>
              <a:t> </a:t>
            </a:r>
            <a:r>
              <a:rPr lang="tr-TR" b="1" dirty="0" err="1"/>
              <a:t>Button</a:t>
            </a:r>
            <a:r>
              <a:rPr lang="tr-TR" b="1" dirty="0"/>
              <a:t>();</a:t>
            </a:r>
          </a:p>
          <a:p>
            <a:pPr lvl="3"/>
            <a:r>
              <a:rPr lang="tr-TR" b="1" dirty="0" err="1"/>
              <a:t>btnLoad</a:t>
            </a:r>
            <a:r>
              <a:rPr lang="tr-TR" b="1" dirty="0"/>
              <a:t>.</a:t>
            </a:r>
            <a:r>
              <a:rPr lang="tr-TR" b="1" dirty="0" err="1"/>
              <a:t>Text</a:t>
            </a:r>
            <a:r>
              <a:rPr lang="tr-TR" b="1" dirty="0"/>
              <a:t> = "&amp;</a:t>
            </a:r>
            <a:r>
              <a:rPr lang="tr-TR" b="1" dirty="0" err="1"/>
              <a:t>Load</a:t>
            </a:r>
            <a:r>
              <a:rPr lang="tr-TR" b="1" dirty="0"/>
              <a:t>";</a:t>
            </a:r>
          </a:p>
          <a:p>
            <a:pPr lvl="3"/>
            <a:r>
              <a:rPr lang="tr-TR" b="1" dirty="0" err="1"/>
              <a:t>btnLoad</a:t>
            </a:r>
            <a:r>
              <a:rPr lang="tr-TR" b="1" dirty="0"/>
              <a:t>.</a:t>
            </a:r>
            <a:r>
              <a:rPr lang="tr-TR" b="1" dirty="0" err="1"/>
              <a:t>Left</a:t>
            </a:r>
            <a:r>
              <a:rPr lang="tr-TR" b="1" dirty="0"/>
              <a:t> = 10;</a:t>
            </a:r>
          </a:p>
          <a:p>
            <a:pPr lvl="3"/>
            <a:r>
              <a:rPr lang="tr-TR" b="1" dirty="0" err="1"/>
              <a:t>btnLoad</a:t>
            </a:r>
            <a:r>
              <a:rPr lang="tr-TR" b="1" dirty="0"/>
              <a:t>.Top = 10;</a:t>
            </a:r>
          </a:p>
          <a:p>
            <a:pPr lvl="3"/>
            <a:r>
              <a:rPr lang="en-US" b="1" dirty="0"/>
              <a:t>// Create and configure the </a:t>
            </a:r>
            <a:r>
              <a:rPr lang="en-US" b="1" dirty="0" err="1"/>
              <a:t>PictureBox</a:t>
            </a:r>
            <a:endParaRPr lang="en-US" b="1" dirty="0"/>
          </a:p>
          <a:p>
            <a:pPr lvl="3"/>
            <a:r>
              <a:rPr lang="tr-TR" b="1" dirty="0" err="1"/>
              <a:t>pboxPhoto</a:t>
            </a:r>
            <a:r>
              <a:rPr lang="tr-TR" b="1" dirty="0"/>
              <a:t> = </a:t>
            </a:r>
            <a:r>
              <a:rPr lang="tr-TR" b="1" dirty="0" err="1"/>
              <a:t>new</a:t>
            </a:r>
            <a:r>
              <a:rPr lang="tr-TR" b="1" dirty="0"/>
              <a:t> </a:t>
            </a:r>
            <a:r>
              <a:rPr lang="tr-TR" b="1" dirty="0" err="1"/>
              <a:t>PictureBox</a:t>
            </a:r>
            <a:r>
              <a:rPr lang="tr-TR" b="1" dirty="0"/>
              <a:t>();</a:t>
            </a:r>
          </a:p>
          <a:p>
            <a:pPr lvl="3"/>
            <a:r>
              <a:rPr lang="tr-TR" b="1" dirty="0" err="1"/>
              <a:t>pboxPhoto</a:t>
            </a:r>
            <a:r>
              <a:rPr lang="tr-TR" b="1" dirty="0"/>
              <a:t>.</a:t>
            </a:r>
            <a:r>
              <a:rPr lang="tr-TR" b="1" dirty="0" err="1"/>
              <a:t>BorderStyle</a:t>
            </a:r>
            <a:r>
              <a:rPr lang="tr-TR" b="1" dirty="0"/>
              <a:t> =</a:t>
            </a:r>
          </a:p>
          <a:p>
            <a:pPr lvl="3"/>
            <a:r>
              <a:rPr lang="tr-TR" b="1" dirty="0" err="1"/>
              <a:t>System</a:t>
            </a:r>
            <a:r>
              <a:rPr lang="tr-TR" b="1" dirty="0"/>
              <a:t>.Windows.</a:t>
            </a:r>
            <a:r>
              <a:rPr lang="tr-TR" b="1" dirty="0" err="1"/>
              <a:t>Forms</a:t>
            </a:r>
            <a:r>
              <a:rPr lang="tr-TR" b="1" dirty="0"/>
              <a:t>.</a:t>
            </a:r>
            <a:r>
              <a:rPr lang="tr-TR" b="1" dirty="0" err="1"/>
              <a:t>BorderStyle</a:t>
            </a:r>
            <a:r>
              <a:rPr lang="tr-TR" b="1" dirty="0"/>
              <a:t>.Fixed3D;</a:t>
            </a:r>
          </a:p>
          <a:p>
            <a:pPr lvl="3"/>
            <a:r>
              <a:rPr lang="tr-TR" b="1" dirty="0" err="1"/>
              <a:t>pboxPhoto</a:t>
            </a:r>
            <a:r>
              <a:rPr lang="tr-TR" b="1" dirty="0"/>
              <a:t>.</a:t>
            </a:r>
            <a:r>
              <a:rPr lang="tr-TR" b="1" dirty="0" err="1"/>
              <a:t>Width</a:t>
            </a:r>
            <a:r>
              <a:rPr lang="tr-TR" b="1" dirty="0"/>
              <a:t> = </a:t>
            </a:r>
            <a:r>
              <a:rPr lang="tr-TR" b="1" dirty="0" err="1"/>
              <a:t>this</a:t>
            </a:r>
            <a:r>
              <a:rPr lang="tr-TR" b="1" dirty="0"/>
              <a:t>.</a:t>
            </a:r>
            <a:r>
              <a:rPr lang="tr-TR" b="1" dirty="0" err="1"/>
              <a:t>Width</a:t>
            </a:r>
            <a:r>
              <a:rPr lang="tr-TR" b="1" dirty="0"/>
              <a:t> / 2;</a:t>
            </a:r>
          </a:p>
          <a:p>
            <a:pPr lvl="3"/>
            <a:r>
              <a:rPr lang="tr-TR" b="1" dirty="0" err="1"/>
              <a:t>pboxPhoto</a:t>
            </a:r>
            <a:r>
              <a:rPr lang="tr-TR" b="1" dirty="0"/>
              <a:t>.</a:t>
            </a:r>
            <a:r>
              <a:rPr lang="tr-TR" b="1" dirty="0" err="1"/>
              <a:t>Height</a:t>
            </a:r>
            <a:r>
              <a:rPr lang="tr-TR" b="1" dirty="0"/>
              <a:t> = </a:t>
            </a:r>
            <a:r>
              <a:rPr lang="tr-TR" b="1" dirty="0" err="1"/>
              <a:t>this</a:t>
            </a:r>
            <a:r>
              <a:rPr lang="tr-TR" b="1" dirty="0"/>
              <a:t>.</a:t>
            </a:r>
            <a:r>
              <a:rPr lang="tr-TR" b="1" dirty="0" err="1"/>
              <a:t>Height</a:t>
            </a:r>
            <a:r>
              <a:rPr lang="tr-TR" b="1" dirty="0"/>
              <a:t> / 2;</a:t>
            </a:r>
          </a:p>
          <a:p>
            <a:pPr lvl="3"/>
            <a:r>
              <a:rPr lang="tr-TR" b="1" dirty="0" err="1"/>
              <a:t>pboxPhoto</a:t>
            </a:r>
            <a:r>
              <a:rPr lang="tr-TR" b="1" dirty="0"/>
              <a:t>.</a:t>
            </a:r>
            <a:r>
              <a:rPr lang="tr-TR" b="1" dirty="0" err="1"/>
              <a:t>Left</a:t>
            </a:r>
            <a:r>
              <a:rPr lang="tr-TR" b="1" dirty="0"/>
              <a:t> = (</a:t>
            </a:r>
            <a:r>
              <a:rPr lang="tr-TR" b="1" dirty="0" err="1"/>
              <a:t>this</a:t>
            </a:r>
            <a:r>
              <a:rPr lang="tr-TR" b="1" dirty="0"/>
              <a:t>.</a:t>
            </a:r>
            <a:r>
              <a:rPr lang="tr-TR" b="1" dirty="0" err="1"/>
              <a:t>Width</a:t>
            </a:r>
            <a:r>
              <a:rPr lang="tr-TR" b="1" dirty="0"/>
              <a:t> - </a:t>
            </a:r>
            <a:r>
              <a:rPr lang="tr-TR" b="1" dirty="0" err="1"/>
              <a:t>pboxPhoto</a:t>
            </a:r>
            <a:r>
              <a:rPr lang="tr-TR" b="1" dirty="0"/>
              <a:t>.</a:t>
            </a:r>
            <a:r>
              <a:rPr lang="tr-TR" b="1" dirty="0" err="1"/>
              <a:t>Width</a:t>
            </a:r>
            <a:r>
              <a:rPr lang="tr-TR" b="1" dirty="0"/>
              <a:t>) / 2;</a:t>
            </a:r>
          </a:p>
          <a:p>
            <a:pPr lvl="3"/>
            <a:r>
              <a:rPr lang="tr-TR" b="1" dirty="0" err="1"/>
              <a:t>pboxPhoto</a:t>
            </a:r>
            <a:r>
              <a:rPr lang="tr-TR" b="1" dirty="0"/>
              <a:t>.Top = (</a:t>
            </a:r>
            <a:r>
              <a:rPr lang="tr-TR" b="1" dirty="0" err="1"/>
              <a:t>this</a:t>
            </a:r>
            <a:r>
              <a:rPr lang="tr-TR" b="1" dirty="0"/>
              <a:t>.</a:t>
            </a:r>
            <a:r>
              <a:rPr lang="tr-TR" b="1" dirty="0" err="1"/>
              <a:t>Height</a:t>
            </a:r>
            <a:r>
              <a:rPr lang="tr-TR" b="1" dirty="0"/>
              <a:t> - </a:t>
            </a:r>
            <a:r>
              <a:rPr lang="tr-TR" b="1" dirty="0" err="1"/>
              <a:t>pboxPhoto</a:t>
            </a:r>
            <a:r>
              <a:rPr lang="tr-TR" b="1" dirty="0"/>
              <a:t>.</a:t>
            </a:r>
            <a:r>
              <a:rPr lang="tr-TR" b="1" dirty="0" err="1"/>
              <a:t>Height</a:t>
            </a:r>
            <a:r>
              <a:rPr lang="tr-TR" b="1" dirty="0"/>
              <a:t>) / 2;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etin kutusu"/>
          <p:cNvSpPr txBox="1"/>
          <p:nvPr/>
        </p:nvSpPr>
        <p:spPr>
          <a:xfrm>
            <a:off x="251520" y="404664"/>
            <a:ext cx="849694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3"/>
            <a:r>
              <a:rPr lang="en-US" b="1" dirty="0"/>
              <a:t>// Add our new controls to the Form</a:t>
            </a:r>
          </a:p>
          <a:p>
            <a:pPr lvl="3"/>
            <a:r>
              <a:rPr lang="tr-TR" b="1" dirty="0" err="1"/>
              <a:t>this</a:t>
            </a:r>
            <a:r>
              <a:rPr lang="tr-TR" b="1" dirty="0"/>
              <a:t>.</a:t>
            </a:r>
            <a:r>
              <a:rPr lang="tr-TR" b="1" dirty="0" err="1"/>
              <a:t>Controls</a:t>
            </a:r>
            <a:r>
              <a:rPr lang="tr-TR" b="1" dirty="0"/>
              <a:t>.</a:t>
            </a:r>
            <a:r>
              <a:rPr lang="tr-TR" b="1" dirty="0" err="1"/>
              <a:t>Add</a:t>
            </a:r>
            <a:r>
              <a:rPr lang="tr-TR" b="1" dirty="0"/>
              <a:t>(</a:t>
            </a:r>
            <a:r>
              <a:rPr lang="tr-TR" b="1" dirty="0" err="1"/>
              <a:t>btnLoad</a:t>
            </a:r>
            <a:r>
              <a:rPr lang="tr-TR" b="1" dirty="0"/>
              <a:t>);</a:t>
            </a:r>
          </a:p>
          <a:p>
            <a:pPr lvl="3"/>
            <a:r>
              <a:rPr lang="tr-TR" b="1" dirty="0" err="1"/>
              <a:t>this</a:t>
            </a:r>
            <a:r>
              <a:rPr lang="tr-TR" b="1" dirty="0"/>
              <a:t>.</a:t>
            </a:r>
            <a:r>
              <a:rPr lang="tr-TR" b="1" dirty="0" err="1"/>
              <a:t>Controls</a:t>
            </a:r>
            <a:r>
              <a:rPr lang="tr-TR" b="1" dirty="0"/>
              <a:t>.</a:t>
            </a:r>
            <a:r>
              <a:rPr lang="tr-TR" b="1" dirty="0" err="1"/>
              <a:t>Add</a:t>
            </a:r>
            <a:r>
              <a:rPr lang="tr-TR" b="1" dirty="0"/>
              <a:t>(</a:t>
            </a:r>
            <a:r>
              <a:rPr lang="tr-TR" b="1" dirty="0" err="1"/>
              <a:t>pboxPhoto</a:t>
            </a:r>
            <a:r>
              <a:rPr lang="tr-TR" b="1" dirty="0"/>
              <a:t>);</a:t>
            </a:r>
          </a:p>
          <a:p>
            <a:pPr lvl="3"/>
            <a:r>
              <a:rPr lang="tr-TR" dirty="0"/>
              <a:t>}</a:t>
            </a:r>
          </a:p>
          <a:p>
            <a:pPr lvl="2"/>
            <a:r>
              <a:rPr lang="tr-TR" dirty="0" err="1"/>
              <a:t>public</a:t>
            </a:r>
            <a:r>
              <a:rPr lang="tr-TR" dirty="0"/>
              <a:t> </a:t>
            </a:r>
            <a:r>
              <a:rPr lang="tr-TR" dirty="0" err="1"/>
              <a:t>static</a:t>
            </a:r>
            <a:r>
              <a:rPr lang="tr-TR" dirty="0"/>
              <a:t> </a:t>
            </a:r>
            <a:r>
              <a:rPr lang="tr-TR" dirty="0" err="1"/>
              <a:t>void</a:t>
            </a:r>
            <a:r>
              <a:rPr lang="tr-TR" dirty="0"/>
              <a:t> </a:t>
            </a:r>
            <a:r>
              <a:rPr lang="tr-TR" dirty="0" err="1"/>
              <a:t>Main</a:t>
            </a:r>
            <a:r>
              <a:rPr lang="tr-TR" dirty="0"/>
              <a:t>()</a:t>
            </a:r>
          </a:p>
          <a:p>
            <a:pPr lvl="2"/>
            <a:r>
              <a:rPr lang="tr-TR" dirty="0"/>
              <a:t>{</a:t>
            </a:r>
          </a:p>
          <a:p>
            <a:pPr lvl="3"/>
            <a:r>
              <a:rPr lang="tr-TR" dirty="0" err="1"/>
              <a:t>Application</a:t>
            </a:r>
            <a:r>
              <a:rPr lang="tr-TR" dirty="0"/>
              <a:t>.</a:t>
            </a:r>
            <a:r>
              <a:rPr lang="tr-TR" dirty="0" err="1"/>
              <a:t>Run</a:t>
            </a:r>
            <a:r>
              <a:rPr lang="tr-TR" dirty="0"/>
              <a:t>(</a:t>
            </a:r>
            <a:r>
              <a:rPr lang="tr-TR" dirty="0" err="1"/>
              <a:t>new</a:t>
            </a:r>
            <a:r>
              <a:rPr lang="tr-TR" dirty="0"/>
              <a:t> </a:t>
            </a:r>
            <a:r>
              <a:rPr lang="tr-TR" dirty="0" err="1"/>
              <a:t>MyForm</a:t>
            </a:r>
            <a:r>
              <a:rPr lang="tr-TR" dirty="0"/>
              <a:t>());</a:t>
            </a:r>
          </a:p>
          <a:p>
            <a:pPr lvl="2"/>
            <a:r>
              <a:rPr lang="tr-TR" dirty="0"/>
              <a:t>}</a:t>
            </a:r>
          </a:p>
          <a:p>
            <a:pPr lvl="1"/>
            <a:r>
              <a:rPr lang="tr-TR" dirty="0"/>
              <a:t>}</a:t>
            </a:r>
          </a:p>
          <a:p>
            <a:r>
              <a:rPr lang="tr-TR" dirty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etin kutusu"/>
          <p:cNvSpPr txBox="1"/>
          <p:nvPr/>
        </p:nvSpPr>
        <p:spPr>
          <a:xfrm>
            <a:off x="251520" y="0"/>
            <a:ext cx="8496944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 err="1"/>
              <a:t>namespace</a:t>
            </a:r>
            <a:r>
              <a:rPr lang="tr-TR" sz="2000" dirty="0"/>
              <a:t> </a:t>
            </a:r>
            <a:r>
              <a:rPr lang="tr-TR" sz="2000" dirty="0" err="1"/>
              <a:t>MyNamespace</a:t>
            </a:r>
            <a:endParaRPr lang="tr-TR" sz="2000" dirty="0"/>
          </a:p>
          <a:p>
            <a:r>
              <a:rPr lang="tr-TR" sz="2000" dirty="0"/>
              <a:t>{</a:t>
            </a:r>
          </a:p>
          <a:p>
            <a:pPr lvl="1"/>
            <a:r>
              <a:rPr lang="tr-TR" sz="2000" dirty="0" err="1"/>
              <a:t>using</a:t>
            </a:r>
            <a:r>
              <a:rPr lang="tr-TR" sz="2000" dirty="0"/>
              <a:t> </a:t>
            </a:r>
            <a:r>
              <a:rPr lang="tr-TR" sz="2000" dirty="0" err="1"/>
              <a:t>System</a:t>
            </a:r>
            <a:r>
              <a:rPr lang="tr-TR" sz="2000" dirty="0"/>
              <a:t>;</a:t>
            </a:r>
          </a:p>
          <a:p>
            <a:pPr lvl="1"/>
            <a:r>
              <a:rPr lang="tr-TR" sz="2000" b="1" dirty="0" err="1"/>
              <a:t>using</a:t>
            </a:r>
            <a:r>
              <a:rPr lang="tr-TR" sz="2000" b="1" dirty="0"/>
              <a:t> </a:t>
            </a:r>
            <a:r>
              <a:rPr lang="tr-TR" sz="2000" b="1" dirty="0" err="1"/>
              <a:t>System</a:t>
            </a:r>
            <a:r>
              <a:rPr lang="tr-TR" sz="2000" b="1" dirty="0"/>
              <a:t>.</a:t>
            </a:r>
            <a:r>
              <a:rPr lang="tr-TR" sz="2000" b="1" dirty="0" err="1"/>
              <a:t>Drawing</a:t>
            </a:r>
            <a:r>
              <a:rPr lang="tr-TR" sz="2000" b="1" dirty="0"/>
              <a:t>;</a:t>
            </a:r>
          </a:p>
          <a:p>
            <a:pPr lvl="1"/>
            <a:r>
              <a:rPr lang="tr-TR" sz="2000" dirty="0" err="1"/>
              <a:t>using</a:t>
            </a:r>
            <a:r>
              <a:rPr lang="tr-TR" sz="2000" dirty="0"/>
              <a:t> </a:t>
            </a:r>
            <a:r>
              <a:rPr lang="tr-TR" sz="2000" dirty="0" err="1"/>
              <a:t>System</a:t>
            </a:r>
            <a:r>
              <a:rPr lang="tr-TR" sz="2000" dirty="0"/>
              <a:t>.Windows.</a:t>
            </a:r>
            <a:r>
              <a:rPr lang="tr-TR" sz="2000" dirty="0" err="1"/>
              <a:t>Forms</a:t>
            </a:r>
            <a:r>
              <a:rPr lang="tr-TR" sz="2000" dirty="0"/>
              <a:t>;</a:t>
            </a:r>
          </a:p>
          <a:p>
            <a:pPr lvl="1"/>
            <a:r>
              <a:rPr lang="tr-TR" sz="2000" dirty="0" err="1"/>
              <a:t>public</a:t>
            </a:r>
            <a:r>
              <a:rPr lang="tr-TR" sz="2000" dirty="0"/>
              <a:t> </a:t>
            </a:r>
            <a:r>
              <a:rPr lang="tr-TR" sz="2000" dirty="0" err="1"/>
              <a:t>class</a:t>
            </a:r>
            <a:r>
              <a:rPr lang="tr-TR" sz="2000" dirty="0"/>
              <a:t> </a:t>
            </a:r>
            <a:r>
              <a:rPr lang="tr-TR" sz="2000" dirty="0" err="1"/>
              <a:t>MyForm</a:t>
            </a:r>
            <a:r>
              <a:rPr lang="tr-TR" sz="2000" dirty="0"/>
              <a:t> : </a:t>
            </a:r>
            <a:r>
              <a:rPr lang="tr-TR" sz="2000" dirty="0" err="1"/>
              <a:t>System</a:t>
            </a:r>
            <a:r>
              <a:rPr lang="tr-TR" sz="2000" dirty="0"/>
              <a:t>.Windows.</a:t>
            </a:r>
            <a:r>
              <a:rPr lang="tr-TR" sz="2000" dirty="0" err="1"/>
              <a:t>Forms</a:t>
            </a:r>
            <a:r>
              <a:rPr lang="tr-TR" sz="2000" dirty="0"/>
              <a:t>.Form</a:t>
            </a:r>
          </a:p>
          <a:p>
            <a:pPr lvl="1"/>
            <a:r>
              <a:rPr lang="tr-TR" sz="2000" dirty="0"/>
              <a:t>{</a:t>
            </a:r>
          </a:p>
          <a:p>
            <a:pPr lvl="2"/>
            <a:r>
              <a:rPr lang="tr-TR" sz="2000" dirty="0" err="1"/>
              <a:t>Button</a:t>
            </a:r>
            <a:r>
              <a:rPr lang="tr-TR" sz="2000" dirty="0"/>
              <a:t> </a:t>
            </a:r>
            <a:r>
              <a:rPr lang="tr-TR" sz="2000" dirty="0" err="1"/>
              <a:t>btnLoad</a:t>
            </a:r>
            <a:r>
              <a:rPr lang="tr-TR" sz="2000" dirty="0"/>
              <a:t>;</a:t>
            </a:r>
          </a:p>
          <a:p>
            <a:pPr lvl="2"/>
            <a:r>
              <a:rPr lang="tr-TR" sz="2000" dirty="0" err="1"/>
              <a:t>PictureBox</a:t>
            </a:r>
            <a:r>
              <a:rPr lang="tr-TR" sz="2000" dirty="0"/>
              <a:t> </a:t>
            </a:r>
            <a:r>
              <a:rPr lang="tr-TR" sz="2000" dirty="0" err="1"/>
              <a:t>pboxPhoto</a:t>
            </a:r>
            <a:r>
              <a:rPr lang="tr-TR" sz="2000" dirty="0"/>
              <a:t>;</a:t>
            </a:r>
          </a:p>
          <a:p>
            <a:pPr lvl="2"/>
            <a:r>
              <a:rPr lang="tr-TR" sz="2000" dirty="0" err="1"/>
              <a:t>public</a:t>
            </a:r>
            <a:r>
              <a:rPr lang="tr-TR" sz="2000" dirty="0"/>
              <a:t> </a:t>
            </a:r>
            <a:r>
              <a:rPr lang="tr-TR" sz="2000" dirty="0" err="1"/>
              <a:t>MyForm</a:t>
            </a:r>
            <a:r>
              <a:rPr lang="tr-TR" sz="2000" dirty="0"/>
              <a:t>()</a:t>
            </a:r>
          </a:p>
          <a:p>
            <a:pPr lvl="2"/>
            <a:r>
              <a:rPr lang="tr-TR" sz="2000" dirty="0"/>
              <a:t>{</a:t>
            </a:r>
          </a:p>
          <a:p>
            <a:pPr lvl="3"/>
            <a:r>
              <a:rPr lang="tr-TR" sz="2000" dirty="0" err="1"/>
              <a:t>this</a:t>
            </a:r>
            <a:r>
              <a:rPr lang="tr-TR" sz="2000" dirty="0"/>
              <a:t>.</a:t>
            </a:r>
            <a:r>
              <a:rPr lang="tr-TR" sz="2000" dirty="0" err="1"/>
              <a:t>Text</a:t>
            </a:r>
            <a:r>
              <a:rPr lang="tr-TR" sz="2000" dirty="0"/>
              <a:t> = "</a:t>
            </a:r>
            <a:r>
              <a:rPr lang="tr-TR" sz="2000" b="1" dirty="0" err="1"/>
              <a:t>Hello</a:t>
            </a:r>
            <a:r>
              <a:rPr lang="tr-TR" sz="2000" b="1" dirty="0"/>
              <a:t> Form 1.3";</a:t>
            </a:r>
          </a:p>
          <a:p>
            <a:pPr lvl="3"/>
            <a:r>
              <a:rPr lang="en-US" sz="2000" dirty="0"/>
              <a:t>// Create and configure the Button</a:t>
            </a:r>
          </a:p>
          <a:p>
            <a:pPr lvl="3"/>
            <a:r>
              <a:rPr lang="tr-TR" sz="2000" dirty="0" err="1"/>
              <a:t>btnLoad</a:t>
            </a:r>
            <a:r>
              <a:rPr lang="tr-TR" sz="2000" dirty="0"/>
              <a:t> = </a:t>
            </a:r>
            <a:r>
              <a:rPr lang="tr-TR" sz="2000" dirty="0" err="1"/>
              <a:t>new</a:t>
            </a:r>
            <a:r>
              <a:rPr lang="tr-TR" sz="2000" dirty="0"/>
              <a:t> </a:t>
            </a:r>
            <a:r>
              <a:rPr lang="tr-TR" sz="2000" dirty="0" err="1"/>
              <a:t>Button</a:t>
            </a:r>
            <a:r>
              <a:rPr lang="tr-TR" sz="2000" dirty="0"/>
              <a:t>();</a:t>
            </a:r>
          </a:p>
          <a:p>
            <a:pPr lvl="3"/>
            <a:r>
              <a:rPr lang="tr-TR" sz="2000" dirty="0" err="1"/>
              <a:t>btnLoad</a:t>
            </a:r>
            <a:r>
              <a:rPr lang="tr-TR" sz="2000" dirty="0"/>
              <a:t>.</a:t>
            </a:r>
            <a:r>
              <a:rPr lang="tr-TR" sz="2000" dirty="0" err="1"/>
              <a:t>Text</a:t>
            </a:r>
            <a:r>
              <a:rPr lang="tr-TR" sz="2000" dirty="0"/>
              <a:t> = "&amp;</a:t>
            </a:r>
            <a:r>
              <a:rPr lang="tr-TR" sz="2000" dirty="0" err="1"/>
              <a:t>Load</a:t>
            </a:r>
            <a:r>
              <a:rPr lang="tr-TR" sz="2000" dirty="0"/>
              <a:t>";</a:t>
            </a:r>
          </a:p>
          <a:p>
            <a:pPr lvl="3"/>
            <a:r>
              <a:rPr lang="tr-TR" sz="2000" dirty="0" err="1"/>
              <a:t>btnLoad</a:t>
            </a:r>
            <a:r>
              <a:rPr lang="tr-TR" sz="2000" dirty="0"/>
              <a:t>.</a:t>
            </a:r>
            <a:r>
              <a:rPr lang="tr-TR" sz="2000" dirty="0" err="1"/>
              <a:t>Left</a:t>
            </a:r>
            <a:r>
              <a:rPr lang="tr-TR" sz="2000" dirty="0"/>
              <a:t> = 10;</a:t>
            </a:r>
          </a:p>
          <a:p>
            <a:pPr lvl="3"/>
            <a:r>
              <a:rPr lang="tr-TR" sz="2000" dirty="0" err="1"/>
              <a:t>btnLoad</a:t>
            </a:r>
            <a:r>
              <a:rPr lang="tr-TR" sz="2000" dirty="0"/>
              <a:t>.Top = 10;</a:t>
            </a:r>
          </a:p>
          <a:p>
            <a:pPr lvl="3"/>
            <a:r>
              <a:rPr lang="tr-TR" sz="2000" b="1" dirty="0" err="1"/>
              <a:t>btnLoad</a:t>
            </a:r>
            <a:r>
              <a:rPr lang="tr-TR" sz="2000" b="1" dirty="0"/>
              <a:t>.</a:t>
            </a:r>
            <a:r>
              <a:rPr lang="tr-TR" sz="2000" b="1" dirty="0" err="1"/>
              <a:t>Click</a:t>
            </a:r>
            <a:r>
              <a:rPr lang="tr-TR" sz="2000" b="1" dirty="0"/>
              <a:t> += </a:t>
            </a:r>
            <a:r>
              <a:rPr lang="tr-TR" sz="2000" b="1" dirty="0" err="1"/>
              <a:t>new</a:t>
            </a:r>
            <a:r>
              <a:rPr lang="tr-TR" sz="2000" b="1" dirty="0"/>
              <a:t> </a:t>
            </a:r>
            <a:r>
              <a:rPr lang="tr-TR" sz="2000" b="1" dirty="0" err="1"/>
              <a:t>System</a:t>
            </a:r>
            <a:r>
              <a:rPr lang="tr-TR" sz="2000" b="1" dirty="0"/>
              <a:t>.</a:t>
            </a:r>
            <a:r>
              <a:rPr lang="tr-TR" sz="2000" b="1" dirty="0" err="1"/>
              <a:t>EventHandler</a:t>
            </a:r>
            <a:r>
              <a:rPr lang="tr-TR" sz="2000" b="1" dirty="0"/>
              <a:t>(</a:t>
            </a:r>
            <a:r>
              <a:rPr lang="tr-TR" sz="2000" b="1" dirty="0" err="1"/>
              <a:t>this</a:t>
            </a:r>
            <a:r>
              <a:rPr lang="tr-TR" sz="2000" b="1" dirty="0"/>
              <a:t>.</a:t>
            </a:r>
            <a:r>
              <a:rPr lang="tr-TR" sz="2000" b="1" dirty="0" err="1"/>
              <a:t>OnLoadClick</a:t>
            </a:r>
            <a:r>
              <a:rPr lang="tr-TR" sz="2000" b="1" dirty="0"/>
              <a:t>);</a:t>
            </a:r>
          </a:p>
          <a:p>
            <a:pPr lvl="3"/>
            <a:r>
              <a:rPr lang="en-US" sz="2000" dirty="0"/>
              <a:t>// Create and configure the </a:t>
            </a:r>
            <a:r>
              <a:rPr lang="en-US" sz="2000" dirty="0" err="1"/>
              <a:t>PictureBox</a:t>
            </a:r>
            <a:endParaRPr lang="en-US" sz="2000" dirty="0"/>
          </a:p>
          <a:p>
            <a:pPr lvl="3"/>
            <a:r>
              <a:rPr lang="tr-TR" sz="2000" dirty="0" err="1"/>
              <a:t>pboxPhoto</a:t>
            </a:r>
            <a:r>
              <a:rPr lang="tr-TR" sz="2000" dirty="0"/>
              <a:t> = </a:t>
            </a:r>
            <a:r>
              <a:rPr lang="tr-TR" sz="2000" dirty="0" err="1"/>
              <a:t>new</a:t>
            </a:r>
            <a:r>
              <a:rPr lang="tr-TR" sz="2000" dirty="0"/>
              <a:t> </a:t>
            </a:r>
            <a:r>
              <a:rPr lang="tr-TR" sz="2000" dirty="0" err="1"/>
              <a:t>PictureBox</a:t>
            </a:r>
            <a:r>
              <a:rPr lang="tr-TR" sz="2000" dirty="0"/>
              <a:t>();</a:t>
            </a:r>
          </a:p>
          <a:p>
            <a:pPr lvl="3"/>
            <a:r>
              <a:rPr lang="tr-TR" sz="2000" dirty="0" err="1"/>
              <a:t>pboxPhoto</a:t>
            </a:r>
            <a:r>
              <a:rPr lang="tr-TR" sz="2000" dirty="0"/>
              <a:t>.</a:t>
            </a:r>
            <a:r>
              <a:rPr lang="tr-TR" sz="2000" dirty="0" err="1"/>
              <a:t>BorderStyle</a:t>
            </a:r>
            <a:r>
              <a:rPr lang="tr-TR" sz="2000" dirty="0"/>
              <a:t> = </a:t>
            </a:r>
            <a:r>
              <a:rPr lang="tr-TR" sz="2000" dirty="0" err="1"/>
              <a:t>System</a:t>
            </a:r>
            <a:r>
              <a:rPr lang="tr-TR" sz="2000" dirty="0"/>
              <a:t>.Windows.</a:t>
            </a:r>
            <a:r>
              <a:rPr lang="tr-TR" sz="2000" dirty="0" err="1"/>
              <a:t>Forms</a:t>
            </a:r>
            <a:r>
              <a:rPr lang="tr-TR" sz="2000" dirty="0"/>
              <a:t>.</a:t>
            </a:r>
            <a:r>
              <a:rPr lang="tr-TR" sz="2000" dirty="0" err="1"/>
              <a:t>BorderStyle</a:t>
            </a:r>
            <a:r>
              <a:rPr lang="tr-TR" sz="2000" dirty="0"/>
              <a:t>.Fixed3D;</a:t>
            </a:r>
          </a:p>
          <a:p>
            <a:pPr lvl="3"/>
            <a:endParaRPr lang="tr-TR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etin kutusu"/>
          <p:cNvSpPr txBox="1"/>
          <p:nvPr/>
        </p:nvSpPr>
        <p:spPr>
          <a:xfrm>
            <a:off x="251520" y="0"/>
            <a:ext cx="8496944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3"/>
            <a:r>
              <a:rPr lang="tr-TR" dirty="0" err="1"/>
              <a:t>pboxPhoto</a:t>
            </a:r>
            <a:r>
              <a:rPr lang="tr-TR" dirty="0"/>
              <a:t>.</a:t>
            </a:r>
            <a:r>
              <a:rPr lang="tr-TR" dirty="0" err="1"/>
              <a:t>Width</a:t>
            </a:r>
            <a:r>
              <a:rPr lang="tr-TR" dirty="0"/>
              <a:t> = </a:t>
            </a:r>
            <a:r>
              <a:rPr lang="tr-TR" dirty="0" err="1"/>
              <a:t>this</a:t>
            </a:r>
            <a:r>
              <a:rPr lang="tr-TR" dirty="0"/>
              <a:t>.</a:t>
            </a:r>
            <a:r>
              <a:rPr lang="tr-TR" dirty="0" err="1"/>
              <a:t>Width</a:t>
            </a:r>
            <a:r>
              <a:rPr lang="tr-TR" dirty="0"/>
              <a:t> / 3;</a:t>
            </a:r>
          </a:p>
          <a:p>
            <a:pPr lvl="3"/>
            <a:r>
              <a:rPr lang="tr-TR" dirty="0" err="1"/>
              <a:t>pboxPhoto</a:t>
            </a:r>
            <a:r>
              <a:rPr lang="tr-TR" dirty="0"/>
              <a:t>.</a:t>
            </a:r>
            <a:r>
              <a:rPr lang="tr-TR" dirty="0" err="1"/>
              <a:t>Height</a:t>
            </a:r>
            <a:r>
              <a:rPr lang="tr-TR" dirty="0"/>
              <a:t> = </a:t>
            </a:r>
            <a:r>
              <a:rPr lang="tr-TR" dirty="0" err="1"/>
              <a:t>this</a:t>
            </a:r>
            <a:r>
              <a:rPr lang="tr-TR" dirty="0"/>
              <a:t>.</a:t>
            </a:r>
            <a:r>
              <a:rPr lang="tr-TR" dirty="0" err="1"/>
              <a:t>Height</a:t>
            </a:r>
            <a:r>
              <a:rPr lang="tr-TR" dirty="0"/>
              <a:t> / 3;</a:t>
            </a:r>
          </a:p>
          <a:p>
            <a:pPr lvl="3"/>
            <a:r>
              <a:rPr lang="tr-TR" dirty="0" err="1"/>
              <a:t>pboxPhoto</a:t>
            </a:r>
            <a:r>
              <a:rPr lang="tr-TR" dirty="0"/>
              <a:t>.</a:t>
            </a:r>
            <a:r>
              <a:rPr lang="tr-TR" dirty="0" err="1"/>
              <a:t>Left</a:t>
            </a:r>
            <a:r>
              <a:rPr lang="tr-TR" dirty="0"/>
              <a:t> = (</a:t>
            </a:r>
            <a:r>
              <a:rPr lang="tr-TR" dirty="0" err="1"/>
              <a:t>this</a:t>
            </a:r>
            <a:r>
              <a:rPr lang="tr-TR" dirty="0"/>
              <a:t>.</a:t>
            </a:r>
            <a:r>
              <a:rPr lang="tr-TR" dirty="0" err="1"/>
              <a:t>Width</a:t>
            </a:r>
            <a:r>
              <a:rPr lang="tr-TR" dirty="0"/>
              <a:t> - </a:t>
            </a:r>
            <a:r>
              <a:rPr lang="tr-TR" dirty="0" err="1"/>
              <a:t>pboxPhoto</a:t>
            </a:r>
            <a:r>
              <a:rPr lang="tr-TR" dirty="0"/>
              <a:t>.</a:t>
            </a:r>
            <a:r>
              <a:rPr lang="tr-TR" dirty="0" err="1"/>
              <a:t>Width</a:t>
            </a:r>
            <a:r>
              <a:rPr lang="tr-TR" dirty="0"/>
              <a:t>) / 2;</a:t>
            </a:r>
          </a:p>
          <a:p>
            <a:pPr lvl="3"/>
            <a:r>
              <a:rPr lang="tr-TR" dirty="0" err="1"/>
              <a:t>pboxPhoto</a:t>
            </a:r>
            <a:r>
              <a:rPr lang="tr-TR" dirty="0"/>
              <a:t>.Top = (</a:t>
            </a:r>
            <a:r>
              <a:rPr lang="tr-TR" dirty="0" err="1"/>
              <a:t>this</a:t>
            </a:r>
            <a:r>
              <a:rPr lang="tr-TR" dirty="0"/>
              <a:t>.</a:t>
            </a:r>
            <a:r>
              <a:rPr lang="tr-TR" dirty="0" err="1"/>
              <a:t>Height</a:t>
            </a:r>
            <a:r>
              <a:rPr lang="tr-TR" dirty="0"/>
              <a:t> - </a:t>
            </a:r>
            <a:r>
              <a:rPr lang="tr-TR" dirty="0" err="1"/>
              <a:t>pboxPhoto</a:t>
            </a:r>
            <a:r>
              <a:rPr lang="tr-TR" dirty="0"/>
              <a:t>.</a:t>
            </a:r>
            <a:r>
              <a:rPr lang="tr-TR" dirty="0" err="1"/>
              <a:t>Height</a:t>
            </a:r>
            <a:r>
              <a:rPr lang="tr-TR" dirty="0"/>
              <a:t>) / 2;</a:t>
            </a:r>
          </a:p>
          <a:p>
            <a:pPr lvl="3"/>
            <a:r>
              <a:rPr lang="tr-TR" b="1" dirty="0" err="1"/>
              <a:t>pboxPhoto</a:t>
            </a:r>
            <a:r>
              <a:rPr lang="tr-TR" b="1" dirty="0"/>
              <a:t>.</a:t>
            </a:r>
            <a:r>
              <a:rPr lang="tr-TR" b="1" dirty="0" err="1"/>
              <a:t>SizeMode</a:t>
            </a:r>
            <a:r>
              <a:rPr lang="tr-TR" b="1" dirty="0"/>
              <a:t> = </a:t>
            </a:r>
            <a:r>
              <a:rPr lang="tr-TR" b="1" dirty="0" err="1"/>
              <a:t>PictureBoxSizeMode</a:t>
            </a:r>
            <a:r>
              <a:rPr lang="tr-TR" b="1" dirty="0"/>
              <a:t>.</a:t>
            </a:r>
            <a:r>
              <a:rPr lang="tr-TR" b="1" dirty="0" err="1"/>
              <a:t>StretchImage</a:t>
            </a:r>
            <a:r>
              <a:rPr lang="tr-TR" b="1" dirty="0"/>
              <a:t>;</a:t>
            </a:r>
          </a:p>
          <a:p>
            <a:pPr lvl="3"/>
            <a:r>
              <a:rPr lang="en-US" dirty="0"/>
              <a:t>// Add our new controls to the Form</a:t>
            </a:r>
          </a:p>
          <a:p>
            <a:pPr lvl="3"/>
            <a:r>
              <a:rPr lang="tr-TR" dirty="0" err="1"/>
              <a:t>this</a:t>
            </a:r>
            <a:r>
              <a:rPr lang="tr-TR" dirty="0"/>
              <a:t>.</a:t>
            </a:r>
            <a:r>
              <a:rPr lang="tr-TR" dirty="0" err="1"/>
              <a:t>Controls</a:t>
            </a:r>
            <a:r>
              <a:rPr lang="tr-TR" dirty="0"/>
              <a:t>.</a:t>
            </a:r>
            <a:r>
              <a:rPr lang="tr-TR" dirty="0" err="1"/>
              <a:t>Add</a:t>
            </a:r>
            <a:r>
              <a:rPr lang="tr-TR" dirty="0"/>
              <a:t>(</a:t>
            </a:r>
            <a:r>
              <a:rPr lang="tr-TR" dirty="0" err="1"/>
              <a:t>btnLoad</a:t>
            </a:r>
            <a:r>
              <a:rPr lang="tr-TR" dirty="0"/>
              <a:t>);</a:t>
            </a:r>
          </a:p>
          <a:p>
            <a:pPr lvl="3"/>
            <a:r>
              <a:rPr lang="tr-TR" dirty="0" err="1"/>
              <a:t>this</a:t>
            </a:r>
            <a:r>
              <a:rPr lang="tr-TR" dirty="0"/>
              <a:t>.</a:t>
            </a:r>
            <a:r>
              <a:rPr lang="tr-TR" dirty="0" err="1"/>
              <a:t>Controls</a:t>
            </a:r>
            <a:r>
              <a:rPr lang="tr-TR" dirty="0"/>
              <a:t>.</a:t>
            </a:r>
            <a:r>
              <a:rPr lang="tr-TR" dirty="0" err="1"/>
              <a:t>Add</a:t>
            </a:r>
            <a:r>
              <a:rPr lang="tr-TR" dirty="0"/>
              <a:t>(</a:t>
            </a:r>
            <a:r>
              <a:rPr lang="tr-TR" dirty="0" err="1"/>
              <a:t>pboxPhoto</a:t>
            </a:r>
            <a:r>
              <a:rPr lang="tr-TR" dirty="0"/>
              <a:t>);</a:t>
            </a:r>
          </a:p>
          <a:p>
            <a:pPr lvl="2"/>
            <a:r>
              <a:rPr lang="tr-TR" dirty="0"/>
              <a:t>}</a:t>
            </a:r>
          </a:p>
          <a:p>
            <a:pPr lvl="2"/>
            <a:r>
              <a:rPr lang="tr-TR" b="1" dirty="0" err="1"/>
              <a:t>private</a:t>
            </a:r>
            <a:r>
              <a:rPr lang="tr-TR" b="1" dirty="0"/>
              <a:t> </a:t>
            </a:r>
            <a:r>
              <a:rPr lang="tr-TR" b="1" dirty="0" err="1"/>
              <a:t>void</a:t>
            </a:r>
            <a:r>
              <a:rPr lang="tr-TR" b="1" dirty="0"/>
              <a:t> </a:t>
            </a:r>
            <a:r>
              <a:rPr lang="tr-TR" b="1" dirty="0" err="1"/>
              <a:t>OnLoadClick</a:t>
            </a:r>
            <a:r>
              <a:rPr lang="tr-TR" b="1" dirty="0"/>
              <a:t>(</a:t>
            </a:r>
            <a:r>
              <a:rPr lang="tr-TR" b="1" dirty="0" err="1"/>
              <a:t>object</a:t>
            </a:r>
            <a:r>
              <a:rPr lang="tr-TR" b="1" dirty="0"/>
              <a:t> </a:t>
            </a:r>
            <a:r>
              <a:rPr lang="tr-TR" b="1" dirty="0" err="1"/>
              <a:t>sender</a:t>
            </a:r>
            <a:r>
              <a:rPr lang="tr-TR" b="1" dirty="0"/>
              <a:t>, </a:t>
            </a:r>
            <a:r>
              <a:rPr lang="tr-TR" b="1" dirty="0" err="1"/>
              <a:t>System</a:t>
            </a:r>
            <a:r>
              <a:rPr lang="tr-TR" b="1" dirty="0"/>
              <a:t>.</a:t>
            </a:r>
            <a:r>
              <a:rPr lang="tr-TR" b="1" dirty="0" err="1"/>
              <a:t>EventArgs</a:t>
            </a:r>
            <a:r>
              <a:rPr lang="tr-TR" b="1" dirty="0"/>
              <a:t> e)</a:t>
            </a:r>
          </a:p>
          <a:p>
            <a:pPr lvl="2"/>
            <a:r>
              <a:rPr lang="tr-TR" b="1" dirty="0"/>
              <a:t>{</a:t>
            </a:r>
          </a:p>
          <a:p>
            <a:pPr lvl="3"/>
            <a:r>
              <a:rPr lang="tr-TR" b="1" dirty="0" err="1"/>
              <a:t>OpenFileDialog</a:t>
            </a:r>
            <a:r>
              <a:rPr lang="tr-TR" b="1" dirty="0"/>
              <a:t> </a:t>
            </a:r>
            <a:r>
              <a:rPr lang="tr-TR" b="1" dirty="0" err="1"/>
              <a:t>dlg</a:t>
            </a:r>
            <a:r>
              <a:rPr lang="tr-TR" b="1" dirty="0"/>
              <a:t> = </a:t>
            </a:r>
            <a:r>
              <a:rPr lang="tr-TR" b="1" dirty="0" err="1"/>
              <a:t>new</a:t>
            </a:r>
            <a:r>
              <a:rPr lang="tr-TR" b="1" dirty="0"/>
              <a:t> </a:t>
            </a:r>
            <a:r>
              <a:rPr lang="tr-TR" b="1" dirty="0" err="1"/>
              <a:t>OpenFileDialog</a:t>
            </a:r>
            <a:r>
              <a:rPr lang="tr-TR" b="1" dirty="0"/>
              <a:t>();</a:t>
            </a:r>
          </a:p>
          <a:p>
            <a:pPr lvl="3"/>
            <a:r>
              <a:rPr lang="tr-TR" b="1" dirty="0" err="1"/>
              <a:t>dlg</a:t>
            </a:r>
            <a:r>
              <a:rPr lang="tr-TR" b="1" dirty="0"/>
              <a:t>.</a:t>
            </a:r>
            <a:r>
              <a:rPr lang="tr-TR" b="1" dirty="0" err="1"/>
              <a:t>Title</a:t>
            </a:r>
            <a:r>
              <a:rPr lang="tr-TR" b="1" dirty="0"/>
              <a:t> = "</a:t>
            </a:r>
            <a:r>
              <a:rPr lang="tr-TR" b="1" dirty="0" err="1"/>
              <a:t>Open</a:t>
            </a:r>
            <a:r>
              <a:rPr lang="tr-TR" b="1" dirty="0"/>
              <a:t> </a:t>
            </a:r>
            <a:r>
              <a:rPr lang="tr-TR" b="1" dirty="0" err="1"/>
              <a:t>Photo</a:t>
            </a:r>
            <a:r>
              <a:rPr lang="tr-TR" b="1" dirty="0"/>
              <a:t>";</a:t>
            </a:r>
          </a:p>
          <a:p>
            <a:pPr lvl="3"/>
            <a:r>
              <a:rPr lang="tr-TR" b="1" dirty="0" err="1"/>
              <a:t>dlg</a:t>
            </a:r>
            <a:r>
              <a:rPr lang="tr-TR" b="1" dirty="0"/>
              <a:t>.</a:t>
            </a:r>
            <a:r>
              <a:rPr lang="tr-TR" b="1" dirty="0" err="1"/>
              <a:t>Filter</a:t>
            </a:r>
            <a:r>
              <a:rPr lang="tr-TR" b="1" dirty="0"/>
              <a:t> = "</a:t>
            </a:r>
            <a:r>
              <a:rPr lang="tr-TR" b="1" dirty="0" err="1"/>
              <a:t>jpg</a:t>
            </a:r>
            <a:r>
              <a:rPr lang="tr-TR" b="1" dirty="0"/>
              <a:t> </a:t>
            </a:r>
            <a:r>
              <a:rPr lang="tr-TR" b="1" dirty="0" err="1"/>
              <a:t>files</a:t>
            </a:r>
            <a:r>
              <a:rPr lang="tr-TR" b="1" dirty="0"/>
              <a:t> (*.</a:t>
            </a:r>
            <a:r>
              <a:rPr lang="tr-TR" b="1" dirty="0" err="1"/>
              <a:t>jpg</a:t>
            </a:r>
            <a:r>
              <a:rPr lang="tr-TR" b="1" dirty="0"/>
              <a:t>)|*.</a:t>
            </a:r>
            <a:r>
              <a:rPr lang="tr-TR" b="1" dirty="0" err="1"/>
              <a:t>jpg</a:t>
            </a:r>
            <a:r>
              <a:rPr lang="tr-TR" b="1" dirty="0"/>
              <a:t>|</a:t>
            </a:r>
            <a:r>
              <a:rPr lang="tr-TR" b="1" dirty="0" err="1"/>
              <a:t>All</a:t>
            </a:r>
            <a:r>
              <a:rPr lang="tr-TR" b="1" dirty="0"/>
              <a:t> </a:t>
            </a:r>
            <a:r>
              <a:rPr lang="tr-TR" b="1" dirty="0" err="1"/>
              <a:t>files</a:t>
            </a:r>
            <a:r>
              <a:rPr lang="tr-TR" b="1" dirty="0"/>
              <a:t> (*.*)|*.*" ;</a:t>
            </a:r>
          </a:p>
          <a:p>
            <a:pPr lvl="3"/>
            <a:r>
              <a:rPr lang="tr-TR" b="1" dirty="0" err="1"/>
              <a:t>if</a:t>
            </a:r>
            <a:r>
              <a:rPr lang="tr-TR" b="1" dirty="0"/>
              <a:t> (</a:t>
            </a:r>
            <a:r>
              <a:rPr lang="tr-TR" b="1" dirty="0" err="1"/>
              <a:t>dlg</a:t>
            </a:r>
            <a:r>
              <a:rPr lang="tr-TR" b="1" dirty="0"/>
              <a:t>.</a:t>
            </a:r>
            <a:r>
              <a:rPr lang="tr-TR" b="1" dirty="0" err="1"/>
              <a:t>ShowDialog</a:t>
            </a:r>
            <a:r>
              <a:rPr lang="tr-TR" b="1" dirty="0"/>
              <a:t>() == </a:t>
            </a:r>
            <a:r>
              <a:rPr lang="tr-TR" b="1" dirty="0" err="1"/>
              <a:t>DialogResult</a:t>
            </a:r>
            <a:r>
              <a:rPr lang="tr-TR" b="1" dirty="0"/>
              <a:t>.OK)</a:t>
            </a:r>
          </a:p>
          <a:p>
            <a:pPr lvl="3"/>
            <a:r>
              <a:rPr lang="tr-TR" b="1" dirty="0"/>
              <a:t>{</a:t>
            </a:r>
          </a:p>
          <a:p>
            <a:pPr lvl="4"/>
            <a:r>
              <a:rPr lang="tr-TR" b="1" dirty="0" err="1"/>
              <a:t>pboxPhoto</a:t>
            </a:r>
            <a:r>
              <a:rPr lang="tr-TR" b="1" dirty="0"/>
              <a:t>.</a:t>
            </a:r>
            <a:r>
              <a:rPr lang="tr-TR" b="1" dirty="0" err="1"/>
              <a:t>Image</a:t>
            </a:r>
            <a:r>
              <a:rPr lang="tr-TR" b="1" dirty="0"/>
              <a:t> = </a:t>
            </a:r>
            <a:r>
              <a:rPr lang="tr-TR" b="1" dirty="0" err="1"/>
              <a:t>new</a:t>
            </a:r>
            <a:r>
              <a:rPr lang="tr-TR" b="1" dirty="0"/>
              <a:t> Bitmap(</a:t>
            </a:r>
            <a:r>
              <a:rPr lang="tr-TR" b="1" dirty="0" err="1"/>
              <a:t>dlg</a:t>
            </a:r>
            <a:r>
              <a:rPr lang="tr-TR" b="1" dirty="0"/>
              <a:t>.</a:t>
            </a:r>
            <a:r>
              <a:rPr lang="tr-TR" b="1" dirty="0" err="1"/>
              <a:t>OpenFile</a:t>
            </a:r>
            <a:r>
              <a:rPr lang="tr-TR" b="1" dirty="0"/>
              <a:t>());</a:t>
            </a:r>
          </a:p>
          <a:p>
            <a:pPr lvl="3"/>
            <a:r>
              <a:rPr lang="tr-TR" b="1" dirty="0"/>
              <a:t>}</a:t>
            </a:r>
          </a:p>
          <a:p>
            <a:pPr lvl="3"/>
            <a:r>
              <a:rPr lang="tr-TR" b="1" dirty="0" err="1"/>
              <a:t>dlg</a:t>
            </a:r>
            <a:r>
              <a:rPr lang="tr-TR" b="1" dirty="0"/>
              <a:t>.</a:t>
            </a:r>
            <a:r>
              <a:rPr lang="tr-TR" b="1" dirty="0" err="1"/>
              <a:t>Dispose</a:t>
            </a:r>
            <a:r>
              <a:rPr lang="tr-TR" b="1" dirty="0"/>
              <a:t>();</a:t>
            </a:r>
          </a:p>
          <a:p>
            <a:pPr lvl="2"/>
            <a:r>
              <a:rPr lang="tr-TR" b="1" dirty="0"/>
              <a:t>}</a:t>
            </a:r>
          </a:p>
          <a:p>
            <a:pPr lvl="2"/>
            <a:r>
              <a:rPr lang="tr-TR" dirty="0" err="1"/>
              <a:t>public</a:t>
            </a:r>
            <a:r>
              <a:rPr lang="tr-TR" dirty="0"/>
              <a:t> </a:t>
            </a:r>
            <a:r>
              <a:rPr lang="tr-TR" dirty="0" err="1"/>
              <a:t>static</a:t>
            </a:r>
            <a:r>
              <a:rPr lang="tr-TR" dirty="0"/>
              <a:t> </a:t>
            </a:r>
            <a:r>
              <a:rPr lang="tr-TR" dirty="0" err="1"/>
              <a:t>void</a:t>
            </a:r>
            <a:r>
              <a:rPr lang="tr-TR" dirty="0"/>
              <a:t> </a:t>
            </a:r>
            <a:r>
              <a:rPr lang="tr-TR" dirty="0" err="1"/>
              <a:t>Main</a:t>
            </a:r>
            <a:r>
              <a:rPr lang="tr-TR" dirty="0"/>
              <a:t>()</a:t>
            </a:r>
          </a:p>
          <a:p>
            <a:pPr lvl="2"/>
            <a:r>
              <a:rPr lang="tr-TR" dirty="0"/>
              <a:t>{</a:t>
            </a:r>
          </a:p>
          <a:p>
            <a:pPr lvl="2"/>
            <a:r>
              <a:rPr lang="tr-TR" dirty="0" err="1"/>
              <a:t>Application</a:t>
            </a:r>
            <a:r>
              <a:rPr lang="tr-TR" dirty="0"/>
              <a:t>.</a:t>
            </a:r>
            <a:r>
              <a:rPr lang="tr-TR" dirty="0" err="1"/>
              <a:t>Run</a:t>
            </a:r>
            <a:r>
              <a:rPr lang="tr-TR" dirty="0"/>
              <a:t>(</a:t>
            </a:r>
            <a:r>
              <a:rPr lang="tr-TR" dirty="0" err="1"/>
              <a:t>new</a:t>
            </a:r>
            <a:r>
              <a:rPr lang="tr-TR" dirty="0"/>
              <a:t> </a:t>
            </a:r>
            <a:r>
              <a:rPr lang="tr-TR" dirty="0" err="1"/>
              <a:t>MyForm</a:t>
            </a:r>
            <a:r>
              <a:rPr lang="tr-TR" dirty="0"/>
              <a:t>());</a:t>
            </a:r>
          </a:p>
          <a:p>
            <a:pPr lvl="2"/>
            <a:r>
              <a:rPr lang="tr-TR" dirty="0"/>
              <a:t>}</a:t>
            </a:r>
          </a:p>
          <a:p>
            <a:pPr lvl="1"/>
            <a:r>
              <a:rPr lang="tr-TR" dirty="0"/>
              <a:t>}</a:t>
            </a:r>
          </a:p>
          <a:p>
            <a:r>
              <a:rPr lang="tr-TR" dirty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etin kutusu"/>
          <p:cNvSpPr txBox="1"/>
          <p:nvPr/>
        </p:nvSpPr>
        <p:spPr>
          <a:xfrm>
            <a:off x="251520" y="332656"/>
            <a:ext cx="849694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 err="1"/>
              <a:t>event</a:t>
            </a:r>
            <a:endParaRPr lang="tr-TR" sz="2000" b="1" dirty="0"/>
          </a:p>
          <a:p>
            <a:r>
              <a:rPr lang="tr-TR" sz="2000" dirty="0" err="1"/>
              <a:t>private</a:t>
            </a:r>
            <a:r>
              <a:rPr lang="tr-TR" sz="2000" dirty="0"/>
              <a:t> </a:t>
            </a:r>
            <a:r>
              <a:rPr lang="tr-TR" sz="2000" dirty="0" err="1"/>
              <a:t>void</a:t>
            </a:r>
            <a:r>
              <a:rPr lang="tr-TR" sz="2000" dirty="0"/>
              <a:t> </a:t>
            </a:r>
            <a:r>
              <a:rPr lang="tr-TR" sz="2000" dirty="0" err="1"/>
              <a:t>OnLoadClick</a:t>
            </a:r>
            <a:r>
              <a:rPr lang="tr-TR" sz="2000" dirty="0"/>
              <a:t>(</a:t>
            </a:r>
            <a:r>
              <a:rPr lang="tr-TR" sz="2000" dirty="0" err="1"/>
              <a:t>object</a:t>
            </a:r>
            <a:r>
              <a:rPr lang="tr-TR" sz="2000" dirty="0"/>
              <a:t> </a:t>
            </a:r>
            <a:r>
              <a:rPr lang="tr-TR" sz="2000" dirty="0" err="1"/>
              <a:t>sender</a:t>
            </a:r>
            <a:r>
              <a:rPr lang="tr-TR" sz="2000" dirty="0"/>
              <a:t>, </a:t>
            </a:r>
            <a:r>
              <a:rPr lang="tr-TR" sz="2000" dirty="0" err="1"/>
              <a:t>System</a:t>
            </a:r>
            <a:r>
              <a:rPr lang="tr-TR" sz="2000" dirty="0"/>
              <a:t>.</a:t>
            </a:r>
            <a:r>
              <a:rPr lang="tr-TR" sz="2000" dirty="0" err="1"/>
              <a:t>EventArgs</a:t>
            </a:r>
            <a:r>
              <a:rPr lang="tr-TR" sz="2000" dirty="0"/>
              <a:t> e)</a:t>
            </a:r>
          </a:p>
          <a:p>
            <a:r>
              <a:rPr lang="tr-TR" sz="2000" dirty="0"/>
              <a:t>{</a:t>
            </a:r>
          </a:p>
          <a:p>
            <a:pPr lvl="1"/>
            <a:r>
              <a:rPr lang="tr-TR" sz="2000" dirty="0" err="1"/>
              <a:t>OpenFileDialog</a:t>
            </a:r>
            <a:r>
              <a:rPr lang="tr-TR" sz="2000" dirty="0"/>
              <a:t> </a:t>
            </a:r>
            <a:r>
              <a:rPr lang="tr-TR" sz="2000" dirty="0" err="1"/>
              <a:t>dlg</a:t>
            </a:r>
            <a:r>
              <a:rPr lang="tr-TR" sz="2000" dirty="0"/>
              <a:t> = </a:t>
            </a:r>
            <a:r>
              <a:rPr lang="tr-TR" sz="2000" dirty="0" err="1"/>
              <a:t>new</a:t>
            </a:r>
            <a:r>
              <a:rPr lang="tr-TR" sz="2000" dirty="0"/>
              <a:t> </a:t>
            </a:r>
            <a:r>
              <a:rPr lang="tr-TR" sz="2000" dirty="0" err="1"/>
              <a:t>OpenFileDialog</a:t>
            </a:r>
            <a:r>
              <a:rPr lang="tr-TR" sz="2000" dirty="0"/>
              <a:t>();</a:t>
            </a:r>
          </a:p>
          <a:p>
            <a:pPr lvl="1"/>
            <a:r>
              <a:rPr lang="tr-TR" sz="2000" dirty="0" err="1"/>
              <a:t>dlg</a:t>
            </a:r>
            <a:r>
              <a:rPr lang="tr-TR" sz="2000" dirty="0"/>
              <a:t>.</a:t>
            </a:r>
            <a:r>
              <a:rPr lang="tr-TR" sz="2000" dirty="0" err="1"/>
              <a:t>Title</a:t>
            </a:r>
            <a:r>
              <a:rPr lang="tr-TR" sz="2000" dirty="0"/>
              <a:t> = "</a:t>
            </a:r>
            <a:r>
              <a:rPr lang="tr-TR" sz="2000" dirty="0" err="1"/>
              <a:t>Open</a:t>
            </a:r>
            <a:r>
              <a:rPr lang="tr-TR" sz="2000" dirty="0"/>
              <a:t> </a:t>
            </a:r>
            <a:r>
              <a:rPr lang="tr-TR" sz="2000" dirty="0" err="1"/>
              <a:t>Photo</a:t>
            </a:r>
            <a:r>
              <a:rPr lang="tr-TR" sz="2000" dirty="0"/>
              <a:t>";</a:t>
            </a:r>
          </a:p>
          <a:p>
            <a:pPr lvl="1"/>
            <a:r>
              <a:rPr lang="tr-TR" sz="2000" dirty="0" err="1"/>
              <a:t>dlg</a:t>
            </a:r>
            <a:r>
              <a:rPr lang="tr-TR" sz="2000" dirty="0"/>
              <a:t>.</a:t>
            </a:r>
            <a:r>
              <a:rPr lang="tr-TR" sz="2000" dirty="0" err="1"/>
              <a:t>Filter</a:t>
            </a:r>
            <a:r>
              <a:rPr lang="tr-TR" sz="2000" dirty="0"/>
              <a:t> = "</a:t>
            </a:r>
            <a:r>
              <a:rPr lang="tr-TR" sz="2000" dirty="0" err="1"/>
              <a:t>jpg</a:t>
            </a:r>
            <a:r>
              <a:rPr lang="tr-TR" sz="2000" dirty="0"/>
              <a:t> </a:t>
            </a:r>
            <a:r>
              <a:rPr lang="tr-TR" sz="2000" dirty="0" err="1"/>
              <a:t>files</a:t>
            </a:r>
            <a:r>
              <a:rPr lang="tr-TR" sz="2000" dirty="0"/>
              <a:t> (*.</a:t>
            </a:r>
            <a:r>
              <a:rPr lang="tr-TR" sz="2000" dirty="0" err="1"/>
              <a:t>jpg</a:t>
            </a:r>
            <a:r>
              <a:rPr lang="tr-TR" sz="2000" dirty="0"/>
              <a:t>)|*.</a:t>
            </a:r>
            <a:r>
              <a:rPr lang="tr-TR" sz="2000" dirty="0" err="1"/>
              <a:t>jpg</a:t>
            </a:r>
            <a:r>
              <a:rPr lang="tr-TR" sz="2000" dirty="0"/>
              <a:t>|</a:t>
            </a:r>
            <a:r>
              <a:rPr lang="tr-TR" sz="2000" dirty="0" err="1"/>
              <a:t>All</a:t>
            </a:r>
            <a:r>
              <a:rPr lang="tr-TR" sz="2000" dirty="0"/>
              <a:t> </a:t>
            </a:r>
            <a:r>
              <a:rPr lang="tr-TR" sz="2000" dirty="0" err="1"/>
              <a:t>files</a:t>
            </a:r>
            <a:r>
              <a:rPr lang="tr-TR" sz="2000" dirty="0"/>
              <a:t> (*.*)|*.*" ;</a:t>
            </a:r>
          </a:p>
          <a:p>
            <a:pPr lvl="1"/>
            <a:r>
              <a:rPr lang="tr-TR" sz="2000" dirty="0" err="1"/>
              <a:t>if</a:t>
            </a:r>
            <a:r>
              <a:rPr lang="tr-TR" sz="2000" dirty="0"/>
              <a:t> (</a:t>
            </a:r>
            <a:r>
              <a:rPr lang="tr-TR" sz="2000" dirty="0" err="1"/>
              <a:t>dlg</a:t>
            </a:r>
            <a:r>
              <a:rPr lang="tr-TR" sz="2000" dirty="0"/>
              <a:t>.</a:t>
            </a:r>
            <a:r>
              <a:rPr lang="tr-TR" sz="2000" dirty="0" err="1"/>
              <a:t>ShowDialog</a:t>
            </a:r>
            <a:r>
              <a:rPr lang="tr-TR" sz="2000" dirty="0"/>
              <a:t>() == </a:t>
            </a:r>
            <a:r>
              <a:rPr lang="tr-TR" sz="2000" dirty="0" err="1"/>
              <a:t>DialogResult</a:t>
            </a:r>
            <a:r>
              <a:rPr lang="tr-TR" sz="2000" dirty="0"/>
              <a:t>.OK)</a:t>
            </a:r>
          </a:p>
          <a:p>
            <a:pPr lvl="1"/>
            <a:r>
              <a:rPr lang="tr-TR" sz="2000" dirty="0"/>
              <a:t>{</a:t>
            </a:r>
          </a:p>
          <a:p>
            <a:pPr lvl="2"/>
            <a:r>
              <a:rPr lang="tr-TR" sz="2000" dirty="0" err="1"/>
              <a:t>pboxPhoto</a:t>
            </a:r>
            <a:r>
              <a:rPr lang="tr-TR" sz="2000" dirty="0"/>
              <a:t>.</a:t>
            </a:r>
            <a:r>
              <a:rPr lang="tr-TR" sz="2000" dirty="0" err="1"/>
              <a:t>Image</a:t>
            </a:r>
            <a:r>
              <a:rPr lang="tr-TR" sz="2000" dirty="0"/>
              <a:t> = </a:t>
            </a:r>
            <a:r>
              <a:rPr lang="tr-TR" sz="2000" dirty="0" err="1"/>
              <a:t>new</a:t>
            </a:r>
            <a:r>
              <a:rPr lang="tr-TR" sz="2000" dirty="0"/>
              <a:t> Bitmap(</a:t>
            </a:r>
            <a:r>
              <a:rPr lang="tr-TR" sz="2000" dirty="0" err="1"/>
              <a:t>dlg</a:t>
            </a:r>
            <a:r>
              <a:rPr lang="tr-TR" sz="2000" dirty="0"/>
              <a:t>.</a:t>
            </a:r>
            <a:r>
              <a:rPr lang="tr-TR" sz="2000" dirty="0" err="1"/>
              <a:t>OpenFile</a:t>
            </a:r>
            <a:r>
              <a:rPr lang="tr-TR" sz="2000" dirty="0"/>
              <a:t>());</a:t>
            </a:r>
          </a:p>
          <a:p>
            <a:pPr lvl="1"/>
            <a:r>
              <a:rPr lang="tr-TR" sz="2000" dirty="0"/>
              <a:t>}</a:t>
            </a:r>
          </a:p>
          <a:p>
            <a:pPr lvl="1"/>
            <a:r>
              <a:rPr lang="tr-TR" sz="2000" dirty="0" err="1"/>
              <a:t>dlg</a:t>
            </a:r>
            <a:r>
              <a:rPr lang="tr-TR" sz="2000" dirty="0"/>
              <a:t>.</a:t>
            </a:r>
            <a:r>
              <a:rPr lang="tr-TR" sz="2000" dirty="0" err="1"/>
              <a:t>Dispose</a:t>
            </a:r>
            <a:r>
              <a:rPr lang="tr-TR" sz="2000" dirty="0"/>
              <a:t>();</a:t>
            </a:r>
          </a:p>
          <a:p>
            <a:r>
              <a:rPr lang="tr-TR" sz="2000" dirty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70" y="908720"/>
            <a:ext cx="9093134" cy="511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12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/>
          <p:nvPr/>
        </p:nvPicPr>
        <p:blipFill>
          <a:blip r:embed="rId2"/>
          <a:stretch>
            <a:fillRect/>
          </a:stretch>
        </p:blipFill>
        <p:spPr>
          <a:xfrm>
            <a:off x="2555776" y="404664"/>
            <a:ext cx="1933575" cy="5953125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404664"/>
            <a:ext cx="1952625" cy="5953125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1351" y="404664"/>
            <a:ext cx="1950889" cy="2438611"/>
          </a:xfrm>
          <a:prstGeom prst="rect">
            <a:avLst/>
          </a:prstGeom>
        </p:spPr>
      </p:pic>
      <p:pic>
        <p:nvPicPr>
          <p:cNvPr id="6" name="Resim 5"/>
          <p:cNvPicPr/>
          <p:nvPr/>
        </p:nvPicPr>
        <p:blipFill>
          <a:blip r:embed="rId5"/>
          <a:stretch>
            <a:fillRect/>
          </a:stretch>
        </p:blipFill>
        <p:spPr>
          <a:xfrm>
            <a:off x="7017344" y="404664"/>
            <a:ext cx="1952625" cy="584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112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Resim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44" y="2332129"/>
            <a:ext cx="3809540" cy="2134250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9414" y="17457"/>
            <a:ext cx="2700300" cy="2320802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09" y="117373"/>
            <a:ext cx="2808312" cy="2132856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8557" y="4359725"/>
            <a:ext cx="2677161" cy="2381643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9414" y="2226391"/>
            <a:ext cx="2736304" cy="2066705"/>
          </a:xfrm>
          <a:prstGeom prst="rect">
            <a:avLst/>
          </a:prstGeom>
        </p:spPr>
      </p:pic>
      <p:cxnSp>
        <p:nvCxnSpPr>
          <p:cNvPr id="11" name="Düz Ok Bağlayıcısı 10"/>
          <p:cNvCxnSpPr/>
          <p:nvPr/>
        </p:nvCxnSpPr>
        <p:spPr>
          <a:xfrm flipH="1">
            <a:off x="1547664" y="1646257"/>
            <a:ext cx="936104" cy="91864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Düz Ok Bağlayıcısı 12"/>
          <p:cNvCxnSpPr/>
          <p:nvPr/>
        </p:nvCxnSpPr>
        <p:spPr>
          <a:xfrm flipH="1">
            <a:off x="2627784" y="1635201"/>
            <a:ext cx="3035603" cy="15638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/>
          <p:nvPr/>
        </p:nvCxnSpPr>
        <p:spPr>
          <a:xfrm flipH="1">
            <a:off x="3851921" y="3699137"/>
            <a:ext cx="1998227" cy="2671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Düz Ok Bağlayıcısı 16"/>
          <p:cNvCxnSpPr/>
          <p:nvPr/>
        </p:nvCxnSpPr>
        <p:spPr>
          <a:xfrm flipH="1" flipV="1">
            <a:off x="3851922" y="4032962"/>
            <a:ext cx="2304254" cy="90820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Resim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977" y="4530570"/>
            <a:ext cx="2661975" cy="2307848"/>
          </a:xfrm>
          <a:prstGeom prst="rect">
            <a:avLst/>
          </a:prstGeom>
        </p:spPr>
      </p:pic>
      <p:cxnSp>
        <p:nvCxnSpPr>
          <p:cNvPr id="29" name="Düz Ok Bağlayıcısı 28"/>
          <p:cNvCxnSpPr/>
          <p:nvPr/>
        </p:nvCxnSpPr>
        <p:spPr>
          <a:xfrm flipH="1" flipV="1">
            <a:off x="1127078" y="3912710"/>
            <a:ext cx="1068658" cy="21085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9652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kdörtgen 2"/>
          <p:cNvSpPr/>
          <p:nvPr/>
        </p:nvSpPr>
        <p:spPr>
          <a:xfrm>
            <a:off x="22773" y="139909"/>
            <a:ext cx="911611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private void button1_Click(object sender, </a:t>
            </a:r>
            <a:r>
              <a:rPr lang="en-US" dirty="0" err="1"/>
              <a:t>EventArgs</a:t>
            </a:r>
            <a:r>
              <a:rPr lang="en-US" dirty="0"/>
              <a:t> e)</a:t>
            </a:r>
          </a:p>
          <a:p>
            <a:r>
              <a:rPr lang="en-US" dirty="0"/>
              <a:t>        {</a:t>
            </a:r>
          </a:p>
          <a:p>
            <a:r>
              <a:rPr lang="en-US" dirty="0"/>
              <a:t>            string </a:t>
            </a:r>
            <a:r>
              <a:rPr lang="en-US" dirty="0" err="1"/>
              <a:t>msg</a:t>
            </a:r>
            <a:r>
              <a:rPr lang="en-US" dirty="0"/>
              <a:t>;</a:t>
            </a:r>
          </a:p>
          <a:p>
            <a:r>
              <a:rPr lang="en-US" dirty="0"/>
              <a:t>            </a:t>
            </a:r>
            <a:r>
              <a:rPr lang="en-US" dirty="0" err="1"/>
              <a:t>msg</a:t>
            </a:r>
            <a:r>
              <a:rPr lang="en-US" dirty="0"/>
              <a:t> = " </a:t>
            </a:r>
            <a:r>
              <a:rPr lang="en-US" dirty="0" err="1"/>
              <a:t>ali</a:t>
            </a:r>
            <a:r>
              <a:rPr lang="en-US" dirty="0"/>
              <a:t> \r";</a:t>
            </a:r>
          </a:p>
          <a:p>
            <a:r>
              <a:rPr lang="en-US" dirty="0"/>
              <a:t>            </a:t>
            </a:r>
            <a:r>
              <a:rPr lang="en-US" dirty="0" err="1"/>
              <a:t>msg</a:t>
            </a:r>
            <a:r>
              <a:rPr lang="en-US" dirty="0"/>
              <a:t> = </a:t>
            </a:r>
            <a:r>
              <a:rPr lang="en-US" dirty="0" err="1"/>
              <a:t>msg</a:t>
            </a:r>
            <a:r>
              <a:rPr lang="en-US" dirty="0"/>
              <a:t> + " </a:t>
            </a:r>
            <a:r>
              <a:rPr lang="en-US" dirty="0" err="1"/>
              <a:t>mehmet</a:t>
            </a:r>
            <a:r>
              <a:rPr lang="en-US" dirty="0"/>
              <a:t> \n";</a:t>
            </a:r>
          </a:p>
          <a:p>
            <a:r>
              <a:rPr lang="en-US" dirty="0"/>
              <a:t>            </a:t>
            </a:r>
            <a:r>
              <a:rPr lang="en-US" dirty="0" err="1"/>
              <a:t>msg</a:t>
            </a:r>
            <a:r>
              <a:rPr lang="en-US" dirty="0"/>
              <a:t> = </a:t>
            </a:r>
            <a:r>
              <a:rPr lang="en-US" dirty="0" err="1"/>
              <a:t>msg</a:t>
            </a:r>
            <a:r>
              <a:rPr lang="en-US" dirty="0"/>
              <a:t> + " </a:t>
            </a:r>
            <a:r>
              <a:rPr lang="en-US" dirty="0" err="1"/>
              <a:t>ahmet</a:t>
            </a:r>
            <a:r>
              <a:rPr lang="en-US" dirty="0"/>
              <a:t> ";</a:t>
            </a:r>
          </a:p>
          <a:p>
            <a:r>
              <a:rPr lang="en-US" dirty="0"/>
              <a:t>            </a:t>
            </a:r>
            <a:r>
              <a:rPr lang="en-US" dirty="0" err="1"/>
              <a:t>DialogResult</a:t>
            </a:r>
            <a:r>
              <a:rPr lang="en-US" dirty="0"/>
              <a:t> sonuc1 = </a:t>
            </a:r>
            <a:r>
              <a:rPr lang="en-US" dirty="0" err="1"/>
              <a:t>MessageBox.Show</a:t>
            </a:r>
            <a:r>
              <a:rPr lang="en-US" dirty="0"/>
              <a:t>(</a:t>
            </a:r>
            <a:r>
              <a:rPr lang="en-US" dirty="0" err="1"/>
              <a:t>msg</a:t>
            </a:r>
            <a:r>
              <a:rPr lang="en-US" dirty="0"/>
              <a:t>, "a </a:t>
            </a:r>
            <a:r>
              <a:rPr lang="en-US" dirty="0" err="1"/>
              <a:t>sınıf</a:t>
            </a:r>
            <a:r>
              <a:rPr lang="en-US" dirty="0"/>
              <a:t> </a:t>
            </a:r>
            <a:r>
              <a:rPr lang="en-US" dirty="0" err="1"/>
              <a:t>penceresi</a:t>
            </a:r>
            <a:r>
              <a:rPr lang="en-US" dirty="0"/>
              <a:t>", </a:t>
            </a:r>
            <a:r>
              <a:rPr lang="en-US" dirty="0" err="1"/>
              <a:t>MessageBoxButtons.OKCancel</a:t>
            </a:r>
            <a:r>
              <a:rPr lang="en-US" dirty="0"/>
              <a:t>, </a:t>
            </a:r>
            <a:r>
              <a:rPr lang="en-US" dirty="0" err="1"/>
              <a:t>MessageBoxIcon.Question</a:t>
            </a:r>
            <a:r>
              <a:rPr lang="en-US" dirty="0"/>
              <a:t>);</a:t>
            </a:r>
          </a:p>
          <a:p>
            <a:r>
              <a:rPr lang="en-US" dirty="0"/>
              <a:t>            if (sonuc1 == </a:t>
            </a:r>
            <a:r>
              <a:rPr lang="en-US" dirty="0" err="1"/>
              <a:t>DialogResult.OK</a:t>
            </a:r>
            <a:r>
              <a:rPr lang="en-US" dirty="0"/>
              <a:t>)</a:t>
            </a:r>
          </a:p>
          <a:p>
            <a:r>
              <a:rPr lang="en-US" dirty="0"/>
              <a:t>                </a:t>
            </a:r>
            <a:r>
              <a:rPr lang="en-US" dirty="0" err="1"/>
              <a:t>MessageBox.Show</a:t>
            </a:r>
            <a:r>
              <a:rPr lang="en-US" dirty="0"/>
              <a:t>(" YOU PRESS THE OK BUTTON");</a:t>
            </a:r>
          </a:p>
          <a:p>
            <a:r>
              <a:rPr lang="en-US" dirty="0"/>
              <a:t>            else</a:t>
            </a:r>
          </a:p>
          <a:p>
            <a:r>
              <a:rPr lang="en-US" dirty="0"/>
              <a:t>                </a:t>
            </a:r>
            <a:r>
              <a:rPr lang="en-US" dirty="0" err="1"/>
              <a:t>MessageBox.Show</a:t>
            </a:r>
            <a:r>
              <a:rPr lang="en-US" dirty="0"/>
              <a:t>(" YOU PRESS THE Cancel BUTTON");</a:t>
            </a:r>
          </a:p>
          <a:p>
            <a:r>
              <a:rPr lang="en-US" dirty="0"/>
              <a:t>            </a:t>
            </a:r>
            <a:r>
              <a:rPr lang="en-US" dirty="0" err="1"/>
              <a:t>MessageBox.Show</a:t>
            </a:r>
            <a:r>
              <a:rPr lang="en-US" dirty="0"/>
              <a:t>("The calculations are complete", "My Application", </a:t>
            </a:r>
            <a:r>
              <a:rPr lang="en-US" dirty="0" err="1"/>
              <a:t>MessageBoxButtons.OKCancel</a:t>
            </a:r>
            <a:r>
              <a:rPr lang="en-US" dirty="0"/>
              <a:t>, </a:t>
            </a:r>
            <a:r>
              <a:rPr lang="en-US" dirty="0" err="1"/>
              <a:t>MessageBoxIcon.Asterisk</a:t>
            </a:r>
            <a:r>
              <a:rPr lang="en-US" dirty="0"/>
              <a:t>);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        }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419" y="4221088"/>
            <a:ext cx="5496045" cy="25202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/>
          <p:nvPr/>
        </p:nvPicPr>
        <p:blipFill>
          <a:blip r:embed="rId2"/>
          <a:stretch>
            <a:fillRect/>
          </a:stretch>
        </p:blipFill>
        <p:spPr>
          <a:xfrm>
            <a:off x="3184823" y="2313199"/>
            <a:ext cx="1924050" cy="1514475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8" y="0"/>
            <a:ext cx="4536504" cy="2088232"/>
          </a:xfrm>
          <a:prstGeom prst="rect">
            <a:avLst/>
          </a:prstGeom>
        </p:spPr>
      </p:pic>
      <p:pic>
        <p:nvPicPr>
          <p:cNvPr id="6" name="Resim 5"/>
          <p:cNvPicPr/>
          <p:nvPr/>
        </p:nvPicPr>
        <p:blipFill>
          <a:blip r:embed="rId4"/>
          <a:stretch>
            <a:fillRect/>
          </a:stretch>
        </p:blipFill>
        <p:spPr>
          <a:xfrm>
            <a:off x="1421663" y="3898103"/>
            <a:ext cx="1781175" cy="1266825"/>
          </a:xfrm>
          <a:prstGeom prst="rect">
            <a:avLst/>
          </a:prstGeom>
        </p:spPr>
      </p:pic>
      <p:pic>
        <p:nvPicPr>
          <p:cNvPr id="7" name="Resim 6"/>
          <p:cNvPicPr/>
          <p:nvPr/>
        </p:nvPicPr>
        <p:blipFill>
          <a:blip r:embed="rId5"/>
          <a:stretch>
            <a:fillRect/>
          </a:stretch>
        </p:blipFill>
        <p:spPr>
          <a:xfrm>
            <a:off x="5052501" y="3898103"/>
            <a:ext cx="1962150" cy="1266825"/>
          </a:xfrm>
          <a:prstGeom prst="rect">
            <a:avLst/>
          </a:prstGeom>
        </p:spPr>
      </p:pic>
      <p:pic>
        <p:nvPicPr>
          <p:cNvPr id="8" name="Resim 7"/>
          <p:cNvPicPr/>
          <p:nvPr/>
        </p:nvPicPr>
        <p:blipFill>
          <a:blip r:embed="rId6"/>
          <a:stretch>
            <a:fillRect/>
          </a:stretch>
        </p:blipFill>
        <p:spPr>
          <a:xfrm>
            <a:off x="3202838" y="5266011"/>
            <a:ext cx="2333625" cy="1447800"/>
          </a:xfrm>
          <a:prstGeom prst="rect">
            <a:avLst/>
          </a:prstGeom>
        </p:spPr>
      </p:pic>
      <p:cxnSp>
        <p:nvCxnSpPr>
          <p:cNvPr id="11" name="Düz Ok Bağlayıcısı 10"/>
          <p:cNvCxnSpPr/>
          <p:nvPr/>
        </p:nvCxnSpPr>
        <p:spPr>
          <a:xfrm>
            <a:off x="3923928" y="908720"/>
            <a:ext cx="0" cy="1404479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Düz Ok Bağlayıcısı 11"/>
          <p:cNvCxnSpPr/>
          <p:nvPr/>
        </p:nvCxnSpPr>
        <p:spPr>
          <a:xfrm flipH="1">
            <a:off x="2699794" y="3619453"/>
            <a:ext cx="849021" cy="27865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/>
          <p:nvPr/>
        </p:nvCxnSpPr>
        <p:spPr>
          <a:xfrm>
            <a:off x="4860758" y="3619453"/>
            <a:ext cx="1295418" cy="254663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Düz Ok Bağlayıcısı 19"/>
          <p:cNvCxnSpPr/>
          <p:nvPr/>
        </p:nvCxnSpPr>
        <p:spPr>
          <a:xfrm flipH="1">
            <a:off x="5508467" y="5001690"/>
            <a:ext cx="647709" cy="731566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Düz Ok Bağlayıcısı 21"/>
          <p:cNvCxnSpPr/>
          <p:nvPr/>
        </p:nvCxnSpPr>
        <p:spPr>
          <a:xfrm>
            <a:off x="2601862" y="5077795"/>
            <a:ext cx="532488" cy="655461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Dikdörtgen 23"/>
          <p:cNvSpPr/>
          <p:nvPr/>
        </p:nvSpPr>
        <p:spPr>
          <a:xfrm>
            <a:off x="5137536" y="855250"/>
            <a:ext cx="4572000" cy="1600438"/>
          </a:xfrm>
          <a:prstGeom prst="rect">
            <a:avLst/>
          </a:prstGeom>
          <a:solidFill>
            <a:srgbClr val="FFFF00"/>
          </a:solidFill>
        </p:spPr>
        <p:txBody>
          <a:bodyPr>
            <a:spAutoFit/>
          </a:bodyPr>
          <a:lstStyle/>
          <a:p>
            <a:pPr lvl="0"/>
            <a:r>
              <a:rPr lang="en-US" sz="1400" dirty="0">
                <a:solidFill>
                  <a:prstClr val="black"/>
                </a:solidFill>
              </a:rPr>
              <a:t>string </a:t>
            </a:r>
            <a:r>
              <a:rPr lang="en-US" sz="1400" dirty="0" err="1">
                <a:solidFill>
                  <a:prstClr val="black"/>
                </a:solidFill>
              </a:rPr>
              <a:t>msg</a:t>
            </a:r>
            <a:r>
              <a:rPr lang="en-US" sz="1400" dirty="0">
                <a:solidFill>
                  <a:prstClr val="black"/>
                </a:solidFill>
              </a:rPr>
              <a:t>;</a:t>
            </a:r>
          </a:p>
          <a:p>
            <a:pPr lvl="0"/>
            <a:r>
              <a:rPr lang="en-US" sz="1400" dirty="0">
                <a:solidFill>
                  <a:prstClr val="black"/>
                </a:solidFill>
              </a:rPr>
              <a:t>            </a:t>
            </a:r>
            <a:r>
              <a:rPr lang="en-US" sz="1400" dirty="0" err="1">
                <a:solidFill>
                  <a:prstClr val="black"/>
                </a:solidFill>
              </a:rPr>
              <a:t>msg</a:t>
            </a:r>
            <a:r>
              <a:rPr lang="en-US" sz="1400" dirty="0">
                <a:solidFill>
                  <a:prstClr val="black"/>
                </a:solidFill>
              </a:rPr>
              <a:t> = " </a:t>
            </a:r>
            <a:r>
              <a:rPr lang="en-US" sz="1400" dirty="0" err="1">
                <a:solidFill>
                  <a:prstClr val="black"/>
                </a:solidFill>
              </a:rPr>
              <a:t>ali</a:t>
            </a:r>
            <a:r>
              <a:rPr lang="en-US" sz="1400" dirty="0">
                <a:solidFill>
                  <a:prstClr val="black"/>
                </a:solidFill>
              </a:rPr>
              <a:t> \r";</a:t>
            </a:r>
          </a:p>
          <a:p>
            <a:pPr lvl="0"/>
            <a:r>
              <a:rPr lang="en-US" sz="1400" dirty="0">
                <a:solidFill>
                  <a:prstClr val="black"/>
                </a:solidFill>
              </a:rPr>
              <a:t>            </a:t>
            </a:r>
            <a:r>
              <a:rPr lang="en-US" sz="1400" dirty="0" err="1">
                <a:solidFill>
                  <a:prstClr val="black"/>
                </a:solidFill>
              </a:rPr>
              <a:t>msg</a:t>
            </a:r>
            <a:r>
              <a:rPr lang="en-US" sz="1400" dirty="0">
                <a:solidFill>
                  <a:prstClr val="black"/>
                </a:solidFill>
              </a:rPr>
              <a:t> = </a:t>
            </a:r>
            <a:r>
              <a:rPr lang="en-US" sz="1400" dirty="0" err="1">
                <a:solidFill>
                  <a:prstClr val="black"/>
                </a:solidFill>
              </a:rPr>
              <a:t>msg</a:t>
            </a:r>
            <a:r>
              <a:rPr lang="en-US" sz="1400" dirty="0">
                <a:solidFill>
                  <a:prstClr val="black"/>
                </a:solidFill>
              </a:rPr>
              <a:t> + " </a:t>
            </a:r>
            <a:r>
              <a:rPr lang="en-US" sz="1400" dirty="0" err="1">
                <a:solidFill>
                  <a:prstClr val="black"/>
                </a:solidFill>
              </a:rPr>
              <a:t>mehmet</a:t>
            </a:r>
            <a:r>
              <a:rPr lang="en-US" sz="1400" dirty="0">
                <a:solidFill>
                  <a:prstClr val="black"/>
                </a:solidFill>
              </a:rPr>
              <a:t> \n";</a:t>
            </a:r>
          </a:p>
          <a:p>
            <a:pPr lvl="0"/>
            <a:r>
              <a:rPr lang="en-US" sz="1400" dirty="0">
                <a:solidFill>
                  <a:prstClr val="black"/>
                </a:solidFill>
              </a:rPr>
              <a:t>            </a:t>
            </a:r>
            <a:r>
              <a:rPr lang="en-US" sz="1400" dirty="0" err="1">
                <a:solidFill>
                  <a:prstClr val="black"/>
                </a:solidFill>
              </a:rPr>
              <a:t>msg</a:t>
            </a:r>
            <a:r>
              <a:rPr lang="en-US" sz="1400" dirty="0">
                <a:solidFill>
                  <a:prstClr val="black"/>
                </a:solidFill>
              </a:rPr>
              <a:t> = </a:t>
            </a:r>
            <a:r>
              <a:rPr lang="en-US" sz="1400" dirty="0" err="1">
                <a:solidFill>
                  <a:prstClr val="black"/>
                </a:solidFill>
              </a:rPr>
              <a:t>msg</a:t>
            </a:r>
            <a:r>
              <a:rPr lang="en-US" sz="1400" dirty="0">
                <a:solidFill>
                  <a:prstClr val="black"/>
                </a:solidFill>
              </a:rPr>
              <a:t> + " </a:t>
            </a:r>
            <a:r>
              <a:rPr lang="en-US" sz="1400" dirty="0" err="1">
                <a:solidFill>
                  <a:prstClr val="black"/>
                </a:solidFill>
              </a:rPr>
              <a:t>ahmet</a:t>
            </a:r>
            <a:r>
              <a:rPr lang="en-US" sz="1400" dirty="0">
                <a:solidFill>
                  <a:prstClr val="black"/>
                </a:solidFill>
              </a:rPr>
              <a:t> ";</a:t>
            </a:r>
          </a:p>
          <a:p>
            <a:pPr lvl="0"/>
            <a:r>
              <a:rPr lang="en-US" sz="1400" dirty="0">
                <a:solidFill>
                  <a:prstClr val="black"/>
                </a:solidFill>
              </a:rPr>
              <a:t>            </a:t>
            </a:r>
            <a:r>
              <a:rPr lang="en-US" sz="1400" dirty="0" err="1">
                <a:solidFill>
                  <a:prstClr val="black"/>
                </a:solidFill>
              </a:rPr>
              <a:t>DialogResult</a:t>
            </a:r>
            <a:r>
              <a:rPr lang="en-US" sz="1400" dirty="0">
                <a:solidFill>
                  <a:prstClr val="black"/>
                </a:solidFill>
              </a:rPr>
              <a:t> sonuc1 = </a:t>
            </a:r>
            <a:r>
              <a:rPr lang="en-US" sz="1400" dirty="0" err="1">
                <a:solidFill>
                  <a:prstClr val="black"/>
                </a:solidFill>
              </a:rPr>
              <a:t>MessageBox.Show</a:t>
            </a:r>
            <a:r>
              <a:rPr lang="en-US" sz="1400" dirty="0">
                <a:solidFill>
                  <a:prstClr val="black"/>
                </a:solidFill>
              </a:rPr>
              <a:t>(</a:t>
            </a:r>
            <a:r>
              <a:rPr lang="en-US" sz="1400" dirty="0" err="1">
                <a:solidFill>
                  <a:prstClr val="black"/>
                </a:solidFill>
              </a:rPr>
              <a:t>msg</a:t>
            </a:r>
            <a:r>
              <a:rPr lang="en-US" sz="1400" dirty="0">
                <a:solidFill>
                  <a:prstClr val="black"/>
                </a:solidFill>
              </a:rPr>
              <a:t>, "a </a:t>
            </a:r>
            <a:r>
              <a:rPr lang="en-US" sz="1400" dirty="0" err="1">
                <a:solidFill>
                  <a:prstClr val="black"/>
                </a:solidFill>
              </a:rPr>
              <a:t>sınıf</a:t>
            </a:r>
            <a:r>
              <a:rPr lang="en-US" sz="1400" dirty="0">
                <a:solidFill>
                  <a:prstClr val="black"/>
                </a:solidFill>
              </a:rPr>
              <a:t> </a:t>
            </a:r>
            <a:r>
              <a:rPr lang="en-US" sz="1400" dirty="0" err="1">
                <a:solidFill>
                  <a:prstClr val="black"/>
                </a:solidFill>
              </a:rPr>
              <a:t>penceresi</a:t>
            </a:r>
            <a:r>
              <a:rPr lang="en-US" sz="1400" dirty="0">
                <a:solidFill>
                  <a:prstClr val="black"/>
                </a:solidFill>
              </a:rPr>
              <a:t>", </a:t>
            </a:r>
            <a:r>
              <a:rPr lang="en-US" sz="1400" dirty="0" err="1">
                <a:solidFill>
                  <a:prstClr val="black"/>
                </a:solidFill>
              </a:rPr>
              <a:t>MessageBoxButtons.OKCancel</a:t>
            </a:r>
            <a:r>
              <a:rPr lang="en-US" sz="1400" dirty="0">
                <a:solidFill>
                  <a:prstClr val="black"/>
                </a:solidFill>
              </a:rPr>
              <a:t>, </a:t>
            </a:r>
            <a:r>
              <a:rPr lang="en-US" sz="1400" dirty="0" err="1">
                <a:solidFill>
                  <a:prstClr val="black"/>
                </a:solidFill>
              </a:rPr>
              <a:t>MessageBoxIcon.Question</a:t>
            </a:r>
            <a:r>
              <a:rPr lang="en-US" sz="1400" dirty="0">
                <a:solidFill>
                  <a:prstClr val="black"/>
                </a:solidFill>
              </a:rPr>
              <a:t>);</a:t>
            </a:r>
          </a:p>
        </p:txBody>
      </p:sp>
      <p:cxnSp>
        <p:nvCxnSpPr>
          <p:cNvPr id="25" name="Düz Ok Bağlayıcısı 24"/>
          <p:cNvCxnSpPr>
            <a:endCxn id="4" idx="3"/>
          </p:cNvCxnSpPr>
          <p:nvPr/>
        </p:nvCxnSpPr>
        <p:spPr>
          <a:xfrm flipH="1">
            <a:off x="5108873" y="2423195"/>
            <a:ext cx="1695375" cy="64724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Dikdörtgen 26"/>
          <p:cNvSpPr/>
          <p:nvPr/>
        </p:nvSpPr>
        <p:spPr>
          <a:xfrm>
            <a:off x="176954" y="3070436"/>
            <a:ext cx="2940391" cy="646331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/>
            <a:r>
              <a:rPr lang="en-US" sz="1200" dirty="0">
                <a:solidFill>
                  <a:prstClr val="black"/>
                </a:solidFill>
              </a:rPr>
              <a:t> if (sonuc1 == </a:t>
            </a:r>
            <a:r>
              <a:rPr lang="en-US" sz="1200" dirty="0" err="1">
                <a:solidFill>
                  <a:prstClr val="black"/>
                </a:solidFill>
              </a:rPr>
              <a:t>DialogResult.OK</a:t>
            </a:r>
            <a:r>
              <a:rPr lang="en-US" sz="1200" dirty="0">
                <a:solidFill>
                  <a:prstClr val="black"/>
                </a:solidFill>
              </a:rPr>
              <a:t>)</a:t>
            </a:r>
          </a:p>
          <a:p>
            <a:pPr lvl="0"/>
            <a:r>
              <a:rPr lang="en-US" sz="1200" dirty="0">
                <a:solidFill>
                  <a:prstClr val="black"/>
                </a:solidFill>
              </a:rPr>
              <a:t>                </a:t>
            </a:r>
            <a:r>
              <a:rPr lang="en-US" sz="1200" dirty="0" err="1">
                <a:solidFill>
                  <a:prstClr val="black"/>
                </a:solidFill>
              </a:rPr>
              <a:t>MessageBox.Show</a:t>
            </a:r>
            <a:r>
              <a:rPr lang="en-US" sz="1200" dirty="0">
                <a:solidFill>
                  <a:prstClr val="black"/>
                </a:solidFill>
              </a:rPr>
              <a:t>(" YOU PRESS THE OK BUTTON");</a:t>
            </a:r>
            <a:endParaRPr lang="en-US" sz="1200" dirty="0"/>
          </a:p>
        </p:txBody>
      </p:sp>
      <p:cxnSp>
        <p:nvCxnSpPr>
          <p:cNvPr id="28" name="Düz Ok Bağlayıcısı 27"/>
          <p:cNvCxnSpPr>
            <a:endCxn id="6" idx="1"/>
          </p:cNvCxnSpPr>
          <p:nvPr/>
        </p:nvCxnSpPr>
        <p:spPr>
          <a:xfrm>
            <a:off x="683568" y="3716767"/>
            <a:ext cx="738095" cy="81474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Dikdörtgen 30"/>
          <p:cNvSpPr/>
          <p:nvPr/>
        </p:nvSpPr>
        <p:spPr>
          <a:xfrm>
            <a:off x="6660232" y="2867892"/>
            <a:ext cx="2594198" cy="95410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/>
            <a:r>
              <a:rPr lang="en-US" sz="1400" dirty="0">
                <a:solidFill>
                  <a:prstClr val="black"/>
                </a:solidFill>
              </a:rPr>
              <a:t>else</a:t>
            </a:r>
          </a:p>
          <a:p>
            <a:pPr lvl="0"/>
            <a:r>
              <a:rPr lang="en-US" sz="1400" dirty="0">
                <a:solidFill>
                  <a:prstClr val="black"/>
                </a:solidFill>
              </a:rPr>
              <a:t>                </a:t>
            </a:r>
            <a:r>
              <a:rPr lang="en-US" sz="1400" dirty="0" err="1">
                <a:solidFill>
                  <a:prstClr val="black"/>
                </a:solidFill>
              </a:rPr>
              <a:t>MessageBox.Show</a:t>
            </a:r>
            <a:r>
              <a:rPr lang="en-US" sz="1400" dirty="0">
                <a:solidFill>
                  <a:prstClr val="black"/>
                </a:solidFill>
              </a:rPr>
              <a:t>(" YOU PRESS THE Cancel BUTTON");</a:t>
            </a:r>
          </a:p>
        </p:txBody>
      </p:sp>
      <p:cxnSp>
        <p:nvCxnSpPr>
          <p:cNvPr id="32" name="Düz Ok Bağlayıcısı 31"/>
          <p:cNvCxnSpPr/>
          <p:nvPr/>
        </p:nvCxnSpPr>
        <p:spPr>
          <a:xfrm flipH="1">
            <a:off x="7014652" y="3834228"/>
            <a:ext cx="725700" cy="6590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Dikdörtgen 33"/>
          <p:cNvSpPr/>
          <p:nvPr/>
        </p:nvSpPr>
        <p:spPr>
          <a:xfrm>
            <a:off x="6033576" y="5482813"/>
            <a:ext cx="2988151" cy="132343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 err="1">
                <a:solidFill>
                  <a:prstClr val="black"/>
                </a:solidFill>
              </a:rPr>
              <a:t>MessageBox.Show</a:t>
            </a:r>
            <a:r>
              <a:rPr lang="en-US" sz="1600" dirty="0">
                <a:solidFill>
                  <a:prstClr val="black"/>
                </a:solidFill>
              </a:rPr>
              <a:t>("The calculations are complete", "My Application", </a:t>
            </a:r>
            <a:r>
              <a:rPr lang="en-US" sz="1600" dirty="0" err="1">
                <a:solidFill>
                  <a:prstClr val="black"/>
                </a:solidFill>
              </a:rPr>
              <a:t>MessageBoxButtons.OKCancel</a:t>
            </a:r>
            <a:r>
              <a:rPr lang="en-US" sz="1600" dirty="0">
                <a:solidFill>
                  <a:prstClr val="black"/>
                </a:solidFill>
              </a:rPr>
              <a:t>, </a:t>
            </a:r>
            <a:r>
              <a:rPr lang="en-US" sz="1600" dirty="0" err="1">
                <a:solidFill>
                  <a:prstClr val="black"/>
                </a:solidFill>
              </a:rPr>
              <a:t>MessageBoxIcon.Asterisk</a:t>
            </a:r>
            <a:r>
              <a:rPr lang="en-US" sz="1600" dirty="0">
                <a:solidFill>
                  <a:prstClr val="black"/>
                </a:solidFill>
              </a:rPr>
              <a:t>);</a:t>
            </a:r>
            <a:endParaRPr lang="en-US" sz="1600" dirty="0"/>
          </a:p>
        </p:txBody>
      </p:sp>
      <p:cxnSp>
        <p:nvCxnSpPr>
          <p:cNvPr id="37" name="Düz Ok Bağlayıcısı 36"/>
          <p:cNvCxnSpPr/>
          <p:nvPr/>
        </p:nvCxnSpPr>
        <p:spPr>
          <a:xfrm flipH="1">
            <a:off x="5536463" y="6144532"/>
            <a:ext cx="509542" cy="998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2047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 rotWithShape="1">
          <a:blip r:embed="rId2"/>
          <a:srcRect l="2958" t="14765" r="55534" b="38391"/>
          <a:stretch/>
        </p:blipFill>
        <p:spPr>
          <a:xfrm>
            <a:off x="1187624" y="116632"/>
            <a:ext cx="6627518" cy="3456384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3933056"/>
            <a:ext cx="2112280" cy="2520280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9195" y="3933056"/>
            <a:ext cx="2986941" cy="2132500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0151" y="3933056"/>
            <a:ext cx="3157239" cy="2232248"/>
          </a:xfrm>
          <a:prstGeom prst="rect">
            <a:avLst/>
          </a:prstGeom>
        </p:spPr>
      </p:pic>
      <p:cxnSp>
        <p:nvCxnSpPr>
          <p:cNvPr id="7" name="Düz Ok Bağlayıcısı 6"/>
          <p:cNvCxnSpPr/>
          <p:nvPr/>
        </p:nvCxnSpPr>
        <p:spPr>
          <a:xfrm>
            <a:off x="5220072" y="3429000"/>
            <a:ext cx="1728192" cy="504056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Düz Ok Bağlayıcısı 9"/>
          <p:cNvCxnSpPr/>
          <p:nvPr/>
        </p:nvCxnSpPr>
        <p:spPr>
          <a:xfrm>
            <a:off x="3190501" y="3429000"/>
            <a:ext cx="445395" cy="504056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Düz Ok Bağlayıcısı 11"/>
          <p:cNvCxnSpPr>
            <a:endCxn id="4" idx="0"/>
          </p:cNvCxnSpPr>
          <p:nvPr/>
        </p:nvCxnSpPr>
        <p:spPr>
          <a:xfrm flipH="1">
            <a:off x="1451676" y="3429000"/>
            <a:ext cx="460055" cy="504056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7250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/>
          <p:cNvSpPr/>
          <p:nvPr/>
        </p:nvSpPr>
        <p:spPr>
          <a:xfrm>
            <a:off x="251520" y="149048"/>
            <a:ext cx="8532440" cy="66787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button1_Click(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sender,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EventArgs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e)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(colorDialog1.ShowDialog() ==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DialogResult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.OK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.BackColor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colorDialog1.Color;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button2_Click(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sender,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EventArgs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e)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(fontDialog1.ShowDialog() ==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DialogResult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.OK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.Font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fontDialog1.Font;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button3_Click(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sender,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EventArgs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e)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dirty="0" err="1"/>
              <a:t>OpenFileDialog</a:t>
            </a:r>
            <a:r>
              <a:rPr lang="en-US" dirty="0"/>
              <a:t> </a:t>
            </a:r>
            <a:r>
              <a:rPr lang="en-US" dirty="0" err="1"/>
              <a:t>dlg</a:t>
            </a:r>
            <a:r>
              <a:rPr lang="en-US" dirty="0"/>
              <a:t> = new </a:t>
            </a:r>
            <a:r>
              <a:rPr lang="en-US" dirty="0" err="1"/>
              <a:t>OpenFileDialog</a:t>
            </a:r>
            <a:r>
              <a:rPr lang="en-US" dirty="0"/>
              <a:t>();</a:t>
            </a:r>
          </a:p>
          <a:p>
            <a:r>
              <a:rPr lang="en-US" dirty="0"/>
              <a:t>            </a:t>
            </a:r>
            <a:r>
              <a:rPr lang="tr-TR" dirty="0"/>
              <a:t>           </a:t>
            </a:r>
            <a:r>
              <a:rPr lang="en-US" dirty="0" err="1"/>
              <a:t>dlg.Title</a:t>
            </a:r>
            <a:r>
              <a:rPr lang="en-US" dirty="0"/>
              <a:t> = "Open Photo";</a:t>
            </a:r>
          </a:p>
          <a:p>
            <a:r>
              <a:rPr lang="en-US" dirty="0"/>
              <a:t>            </a:t>
            </a:r>
            <a:r>
              <a:rPr lang="tr-TR" dirty="0"/>
              <a:t>            </a:t>
            </a:r>
            <a:r>
              <a:rPr lang="en-US" dirty="0"/>
              <a:t>pictureBox1.SizeMode = </a:t>
            </a:r>
            <a:r>
              <a:rPr lang="en-US" dirty="0" err="1"/>
              <a:t>PictureBoxSizeMode.StretchImage</a:t>
            </a:r>
            <a:r>
              <a:rPr lang="en-US" dirty="0"/>
              <a:t>;</a:t>
            </a:r>
          </a:p>
          <a:p>
            <a:r>
              <a:rPr lang="en-US" dirty="0"/>
              <a:t>            </a:t>
            </a:r>
            <a:r>
              <a:rPr lang="tr-TR" dirty="0"/>
              <a:t>            </a:t>
            </a:r>
            <a:r>
              <a:rPr lang="en-US" dirty="0" err="1"/>
              <a:t>dlg.Filter</a:t>
            </a:r>
            <a:r>
              <a:rPr lang="en-US" dirty="0"/>
              <a:t> = "jpg files (*.jpg)|*.</a:t>
            </a:r>
            <a:r>
              <a:rPr lang="en-US" dirty="0" err="1"/>
              <a:t>jpg|All</a:t>
            </a:r>
            <a:r>
              <a:rPr lang="en-US" dirty="0"/>
              <a:t> files (*.*)|*.*";</a:t>
            </a:r>
          </a:p>
          <a:p>
            <a:pPr lvl="1"/>
            <a:r>
              <a:rPr lang="en-US" dirty="0"/>
              <a:t>            </a:t>
            </a:r>
            <a:r>
              <a:rPr lang="tr-TR" dirty="0"/>
              <a:t>   </a:t>
            </a:r>
            <a:r>
              <a:rPr lang="en-US" dirty="0"/>
              <a:t>if (</a:t>
            </a:r>
            <a:r>
              <a:rPr lang="en-US" dirty="0" err="1"/>
              <a:t>dlg.ShowDialog</a:t>
            </a:r>
            <a:r>
              <a:rPr lang="en-US" dirty="0"/>
              <a:t>() == </a:t>
            </a:r>
            <a:r>
              <a:rPr lang="en-US" dirty="0" err="1"/>
              <a:t>DialogResult.OK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            </a:t>
            </a:r>
            <a:r>
              <a:rPr lang="tr-TR" dirty="0"/>
              <a:t>   </a:t>
            </a:r>
            <a:r>
              <a:rPr lang="en-US" dirty="0"/>
              <a:t>{</a:t>
            </a:r>
          </a:p>
          <a:p>
            <a:pPr lvl="1"/>
            <a:r>
              <a:rPr lang="en-US" dirty="0"/>
              <a:t>               </a:t>
            </a:r>
            <a:r>
              <a:rPr lang="tr-TR" dirty="0"/>
              <a:t>    </a:t>
            </a:r>
            <a:r>
              <a:rPr lang="en-US" dirty="0"/>
              <a:t> pictureBox1.Image = new Bitmap(</a:t>
            </a:r>
            <a:r>
              <a:rPr lang="en-US" dirty="0" err="1"/>
              <a:t>dlg.OpenFile</a:t>
            </a:r>
            <a:r>
              <a:rPr lang="en-US" dirty="0"/>
              <a:t>());</a:t>
            </a:r>
          </a:p>
          <a:p>
            <a:pPr lvl="1"/>
            <a:r>
              <a:rPr lang="en-US" dirty="0"/>
              <a:t>            </a:t>
            </a:r>
            <a:r>
              <a:rPr lang="tr-TR" dirty="0"/>
              <a:t>    </a:t>
            </a:r>
            <a:r>
              <a:rPr lang="en-US" dirty="0"/>
              <a:t>}</a:t>
            </a:r>
          </a:p>
          <a:p>
            <a:pPr lvl="1"/>
            <a:r>
              <a:rPr lang="en-US" dirty="0"/>
              <a:t>            </a:t>
            </a:r>
            <a:r>
              <a:rPr lang="tr-TR" dirty="0"/>
              <a:t>  </a:t>
            </a:r>
            <a:r>
              <a:rPr lang="en-US" dirty="0" err="1"/>
              <a:t>dlg.Dispose</a:t>
            </a:r>
            <a:r>
              <a:rPr lang="en-US" dirty="0"/>
              <a:t>();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endParaRPr lang="tr-TR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}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750554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404664"/>
            <a:ext cx="8668392" cy="590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59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880" y="116632"/>
            <a:ext cx="5534540" cy="2520280"/>
          </a:xfrm>
          <a:prstGeom prst="rect">
            <a:avLst/>
          </a:prstGeom>
        </p:spPr>
      </p:pic>
      <p:sp>
        <p:nvSpPr>
          <p:cNvPr id="4" name="Dikdörtgen 3"/>
          <p:cNvSpPr/>
          <p:nvPr/>
        </p:nvSpPr>
        <p:spPr>
          <a:xfrm>
            <a:off x="317126" y="2348880"/>
            <a:ext cx="583264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Form1_Load(</a:t>
            </a:r>
            <a:r>
              <a:rPr lang="tr-TR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sender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tr-TR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EventArgs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e)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label1.Text = </a:t>
            </a:r>
            <a:r>
              <a:rPr lang="tr-TR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"size"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label2.Text = </a:t>
            </a:r>
            <a:r>
              <a:rPr lang="tr-TR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topics</a:t>
            </a:r>
            <a:r>
              <a:rPr lang="tr-TR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label3.Text = </a:t>
            </a:r>
            <a:r>
              <a:rPr lang="tr-TR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extra</a:t>
            </a:r>
            <a:r>
              <a:rPr lang="tr-TR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topics</a:t>
            </a:r>
            <a:r>
              <a:rPr lang="tr-TR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comboBox2.Items.Add(</a:t>
            </a:r>
            <a:r>
              <a:rPr lang="tr-TR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small</a:t>
            </a:r>
            <a:r>
              <a:rPr lang="tr-TR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comboBox2.Items.Add(</a:t>
            </a:r>
            <a:r>
              <a:rPr lang="tr-TR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meddium</a:t>
            </a:r>
            <a:r>
              <a:rPr lang="tr-TR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comboBox2.Items.Add(</a:t>
            </a:r>
            <a:r>
              <a:rPr lang="tr-TR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large</a:t>
            </a:r>
            <a:r>
              <a:rPr lang="tr-TR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comboBox2.SelectedIndex=0;</a:t>
            </a:r>
          </a:p>
          <a:p>
            <a:endParaRPr lang="tr-TR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comboBox3.Items.Add(</a:t>
            </a:r>
            <a:r>
              <a:rPr lang="tr-TR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Cheese</a:t>
            </a:r>
            <a:r>
              <a:rPr lang="tr-TR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comboBox3.Items.Add(</a:t>
            </a:r>
            <a:r>
              <a:rPr lang="tr-TR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meat</a:t>
            </a:r>
            <a:r>
              <a:rPr lang="tr-TR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lover</a:t>
            </a:r>
            <a:r>
              <a:rPr lang="tr-TR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comboBox3.Items.Add(</a:t>
            </a:r>
            <a:r>
              <a:rPr lang="tr-TR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Greek</a:t>
            </a:r>
            <a:r>
              <a:rPr lang="tr-TR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comboBox3.SelectedIndex = 0;</a:t>
            </a:r>
          </a:p>
          <a:p>
            <a:endParaRPr lang="tr-TR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comboBox4.Items.Add(</a:t>
            </a:r>
            <a:r>
              <a:rPr lang="tr-TR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Onion</a:t>
            </a:r>
            <a:r>
              <a:rPr lang="tr-TR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comboBox4.Items.Add(</a:t>
            </a:r>
            <a:r>
              <a:rPr lang="tr-TR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beef</a:t>
            </a:r>
            <a:r>
              <a:rPr lang="tr-TR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comboBox4.Items.Add(</a:t>
            </a:r>
            <a:r>
              <a:rPr lang="tr-TR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cheese</a:t>
            </a:r>
            <a:r>
              <a:rPr lang="tr-TR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comboBox4.SelectedIndex = 0;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  <a:endParaRPr lang="tr-TR" sz="1400" dirty="0"/>
          </a:p>
        </p:txBody>
      </p:sp>
      <p:sp>
        <p:nvSpPr>
          <p:cNvPr id="5" name="Bükülü Ok 4"/>
          <p:cNvSpPr/>
          <p:nvPr/>
        </p:nvSpPr>
        <p:spPr>
          <a:xfrm>
            <a:off x="1835696" y="548680"/>
            <a:ext cx="1512168" cy="180020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7935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476672"/>
            <a:ext cx="5534540" cy="2880320"/>
          </a:xfrm>
          <a:prstGeom prst="rect">
            <a:avLst/>
          </a:prstGeom>
        </p:spPr>
      </p:pic>
      <p:sp>
        <p:nvSpPr>
          <p:cNvPr id="4" name="Dikdörtgen 3"/>
          <p:cNvSpPr/>
          <p:nvPr/>
        </p:nvSpPr>
        <p:spPr>
          <a:xfrm>
            <a:off x="627375" y="3789040"/>
            <a:ext cx="820891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comboBox2_SelectedValueChanged(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sender,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EventArgs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e)</a:t>
            </a:r>
          </a:p>
          <a:p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textBox1.Text = comboBox2.Text;</a:t>
            </a:r>
          </a:p>
          <a:p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  <a:endParaRPr lang="tr-TR" sz="1600" dirty="0"/>
          </a:p>
        </p:txBody>
      </p:sp>
      <p:sp>
        <p:nvSpPr>
          <p:cNvPr id="5" name="Sağa Bükülü Ok 4"/>
          <p:cNvSpPr/>
          <p:nvPr/>
        </p:nvSpPr>
        <p:spPr>
          <a:xfrm>
            <a:off x="179512" y="1556792"/>
            <a:ext cx="864096" cy="2376264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chemeClr val="tx1"/>
              </a:solidFill>
            </a:endParaRPr>
          </a:p>
        </p:txBody>
      </p:sp>
      <p:sp>
        <p:nvSpPr>
          <p:cNvPr id="6" name="Sağa Bükülü Ok 5"/>
          <p:cNvSpPr/>
          <p:nvPr/>
        </p:nvSpPr>
        <p:spPr>
          <a:xfrm flipH="1" flipV="1">
            <a:off x="6300192" y="836712"/>
            <a:ext cx="720080" cy="295232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7087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476672"/>
            <a:ext cx="5534540" cy="2880320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265" y="476672"/>
            <a:ext cx="1924050" cy="2124075"/>
          </a:xfrm>
          <a:prstGeom prst="rect">
            <a:avLst/>
          </a:prstGeom>
        </p:spPr>
      </p:pic>
      <p:sp>
        <p:nvSpPr>
          <p:cNvPr id="5" name="Dikdörtgen 4"/>
          <p:cNvSpPr/>
          <p:nvPr/>
        </p:nvSpPr>
        <p:spPr>
          <a:xfrm>
            <a:off x="0" y="3501008"/>
            <a:ext cx="896448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button1_Click(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sender,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EventArgs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e)</a:t>
            </a:r>
          </a:p>
          <a:p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"\n Your Order \n --------------"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msg += 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"\n size : "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+comboBox2.Text+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"\n Topic :"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</a:t>
            </a:r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+= comboBox3.Text + </a:t>
            </a:r>
            <a:r>
              <a:rPr lang="tr-TR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"\n </a:t>
            </a:r>
            <a:r>
              <a:rPr lang="tr-TR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Extra</a:t>
            </a:r>
            <a:r>
              <a:rPr lang="tr-TR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topic</a:t>
            </a:r>
            <a:r>
              <a:rPr lang="tr-TR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:"</a:t>
            </a:r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</a:t>
            </a:r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+= comboBox4.Text;</a:t>
            </a:r>
          </a:p>
          <a:p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MessageBox</a:t>
            </a:r>
            <a:r>
              <a:rPr lang="tr-TR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.Show</a:t>
            </a:r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</a:t>
            </a:r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tr-TR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 ABC </a:t>
            </a:r>
            <a:r>
              <a:rPr lang="tr-TR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company</a:t>
            </a:r>
            <a:r>
              <a:rPr lang="tr-TR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"</a:t>
            </a:r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                      </a:t>
            </a:r>
            <a:r>
              <a:rPr lang="tr-TR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MessageBoxButtons</a:t>
            </a:r>
            <a:r>
              <a:rPr lang="tr-TR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.OK,</a:t>
            </a:r>
            <a:r>
              <a:rPr lang="tr-TR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MessageBoxIcon</a:t>
            </a:r>
            <a:r>
              <a:rPr lang="tr-TR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.Information</a:t>
            </a:r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   </a:t>
            </a:r>
          </a:p>
          <a:p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  <a:endParaRPr lang="tr-TR" sz="1600" dirty="0"/>
          </a:p>
        </p:txBody>
      </p:sp>
      <p:sp>
        <p:nvSpPr>
          <p:cNvPr id="6" name="Aşağı Ok 5"/>
          <p:cNvSpPr/>
          <p:nvPr/>
        </p:nvSpPr>
        <p:spPr>
          <a:xfrm>
            <a:off x="4283968" y="3140968"/>
            <a:ext cx="288032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Yukarı Ok 6"/>
          <p:cNvSpPr/>
          <p:nvPr/>
        </p:nvSpPr>
        <p:spPr>
          <a:xfrm>
            <a:off x="7049902" y="2735351"/>
            <a:ext cx="504056" cy="72008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23911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476672"/>
            <a:ext cx="5534540" cy="2880320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112" y="120526"/>
            <a:ext cx="3011016" cy="3592612"/>
          </a:xfrm>
          <a:prstGeom prst="rect">
            <a:avLst/>
          </a:prstGeom>
        </p:spPr>
      </p:pic>
      <p:sp>
        <p:nvSpPr>
          <p:cNvPr id="8" name="Dikdörtgen 7"/>
          <p:cNvSpPr/>
          <p:nvPr/>
        </p:nvSpPr>
        <p:spPr>
          <a:xfrm>
            <a:off x="179512" y="3534013"/>
            <a:ext cx="808051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button2_Click(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sender,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EventArgs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e)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ColorDialog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cdlg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tr-TR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ColorDialog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cdlg.ShowDialog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== </a:t>
            </a:r>
            <a:r>
              <a:rPr lang="tr-TR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DialogResult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.OK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tr-TR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.BackColor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cdlg.Color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cdlg.Dispose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endParaRPr lang="tr-TR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button3_Click(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sender,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EventArgs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e)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colorDialog1.ShowDialog();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.ForeColor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colorDialog1.Color;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  <a:endParaRPr lang="tr-TR" sz="1400" dirty="0"/>
          </a:p>
        </p:txBody>
      </p:sp>
    </p:spTree>
    <p:extLst>
      <p:ext uri="{BB962C8B-B14F-4D97-AF65-F5344CB8AC3E}">
        <p14:creationId xmlns:p14="http://schemas.microsoft.com/office/powerpoint/2010/main" val="2597381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896" y="548680"/>
            <a:ext cx="4124325" cy="3343275"/>
          </a:xfrm>
          <a:prstGeom prst="rect">
            <a:avLst/>
          </a:prstGeom>
        </p:spPr>
      </p:pic>
      <p:sp>
        <p:nvSpPr>
          <p:cNvPr id="3" name="Dikdörtgen 2"/>
          <p:cNvSpPr/>
          <p:nvPr/>
        </p:nvSpPr>
        <p:spPr>
          <a:xfrm>
            <a:off x="1126058" y="4077072"/>
            <a:ext cx="783843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button4_Click(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sender,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EventArgs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e)</a:t>
            </a:r>
          </a:p>
          <a:p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</a:t>
            </a:r>
            <a:r>
              <a:rPr lang="tr-TR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FontDialog</a:t>
            </a:r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fdlg</a:t>
            </a:r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FontDialog</a:t>
            </a:r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tr-TR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fdlg.ShowDialog</a:t>
            </a:r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== </a:t>
            </a:r>
            <a:r>
              <a:rPr lang="tr-TR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DialogResult</a:t>
            </a:r>
            <a:r>
              <a:rPr lang="tr-TR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.OK</a:t>
            </a:r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tr-TR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tr-TR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.Font</a:t>
            </a:r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fdlg.Font</a:t>
            </a:r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fdlg.Dispose</a:t>
            </a:r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  <a:endParaRPr lang="tr-TR" sz="1600" dirty="0"/>
          </a:p>
        </p:txBody>
      </p:sp>
    </p:spTree>
    <p:extLst>
      <p:ext uri="{BB962C8B-B14F-4D97-AF65-F5344CB8AC3E}">
        <p14:creationId xmlns:p14="http://schemas.microsoft.com/office/powerpoint/2010/main" val="1394884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115616" y="620688"/>
            <a:ext cx="4572000" cy="1034129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sz="9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tr-TR" sz="9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System.Collections.Generic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tr-TR" sz="9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System.ComponentModel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tr-TR" sz="9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System.Data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tr-TR" sz="9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System.Drawing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tr-TR" sz="9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System.Linq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tr-TR" sz="9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System.Text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tr-TR" sz="9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System.Threading.Tasks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tr-TR" sz="9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System.Windows.Forms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endParaRPr lang="tr-TR" sz="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tr-TR" sz="9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namespace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form1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partial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Form1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 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</a:t>
            </a:r>
            <a:endParaRPr lang="en-US" sz="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tr-TR" sz="9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Form1()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InitializeComponent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endParaRPr lang="tr-TR" sz="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tr-TR" sz="9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9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Form1_Load(</a:t>
            </a:r>
            <a:r>
              <a:rPr lang="tr-TR" sz="9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sender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tr-TR" sz="9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EventArgs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e)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label1.Text = </a:t>
            </a:r>
            <a:r>
              <a:rPr lang="tr-TR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"size"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label2.Text = </a:t>
            </a:r>
            <a:r>
              <a:rPr lang="tr-TR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9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topics</a:t>
            </a:r>
            <a:r>
              <a:rPr lang="tr-TR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label3.Text = </a:t>
            </a:r>
            <a:r>
              <a:rPr lang="tr-TR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9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extra</a:t>
            </a:r>
            <a:r>
              <a:rPr lang="tr-TR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9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topics</a:t>
            </a:r>
            <a:r>
              <a:rPr lang="tr-TR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comboBox2.Items.Add(</a:t>
            </a:r>
            <a:r>
              <a:rPr lang="tr-TR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9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small</a:t>
            </a:r>
            <a:r>
              <a:rPr lang="tr-TR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comboBox2.Items.Add(</a:t>
            </a:r>
            <a:r>
              <a:rPr lang="tr-TR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9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meddium</a:t>
            </a:r>
            <a:r>
              <a:rPr lang="tr-TR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comboBox2.Items.Add(</a:t>
            </a:r>
            <a:r>
              <a:rPr lang="tr-TR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9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large</a:t>
            </a:r>
            <a:r>
              <a:rPr lang="tr-TR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comboBox2.SelectedIndex=0;</a:t>
            </a:r>
          </a:p>
          <a:p>
            <a:endParaRPr lang="tr-TR" sz="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comboBox3.Items.Add(</a:t>
            </a:r>
            <a:r>
              <a:rPr lang="tr-TR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9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Cheese</a:t>
            </a:r>
            <a:r>
              <a:rPr lang="tr-TR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comboBox3.Items.Add(</a:t>
            </a:r>
            <a:r>
              <a:rPr lang="tr-TR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9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meat</a:t>
            </a:r>
            <a:r>
              <a:rPr lang="tr-TR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9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lover</a:t>
            </a:r>
            <a:r>
              <a:rPr lang="tr-TR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comboBox3.Items.Add(</a:t>
            </a:r>
            <a:r>
              <a:rPr lang="tr-TR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9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Greek</a:t>
            </a:r>
            <a:r>
              <a:rPr lang="tr-TR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comboBox3.SelectedIndex = 0;</a:t>
            </a:r>
          </a:p>
          <a:p>
            <a:endParaRPr lang="tr-TR" sz="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comboBox4.Items.Add(</a:t>
            </a:r>
            <a:r>
              <a:rPr lang="tr-TR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9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Onion</a:t>
            </a:r>
            <a:r>
              <a:rPr lang="tr-TR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comboBox4.Items.Add(</a:t>
            </a:r>
            <a:r>
              <a:rPr lang="tr-TR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9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beef</a:t>
            </a:r>
            <a:r>
              <a:rPr lang="tr-TR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comboBox4.Items.Add(</a:t>
            </a:r>
            <a:r>
              <a:rPr lang="tr-TR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9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cheese</a:t>
            </a:r>
            <a:r>
              <a:rPr lang="tr-TR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comboBox4.SelectedIndex = 0;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endParaRPr lang="tr-TR" sz="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comboBox2_SelectedValueChanged(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sender, 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EventArgs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e)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textBox1.Text = comboBox2.Text;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endParaRPr lang="tr-TR" sz="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button1_Click(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sender, 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EventArgs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e)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"\n Your Order \n --------------"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msg += 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"\n size : "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+comboBox2.Text+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"\n Topic :"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+= comboBox3.Text + </a:t>
            </a:r>
            <a:r>
              <a:rPr lang="tr-TR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"\n </a:t>
            </a:r>
            <a:r>
              <a:rPr lang="tr-TR" sz="9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Extra</a:t>
            </a:r>
            <a:r>
              <a:rPr lang="tr-TR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9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topic</a:t>
            </a:r>
            <a:r>
              <a:rPr lang="tr-TR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:"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+= comboBox4.Text;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9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MessageBox</a:t>
            </a:r>
            <a:r>
              <a:rPr lang="tr-TR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.Show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tr-TR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tr-TR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 ABC </a:t>
            </a:r>
            <a:r>
              <a:rPr lang="tr-TR" sz="9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company</a:t>
            </a:r>
            <a:r>
              <a:rPr lang="tr-TR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"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tr-TR" sz="9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MessageBoxButtons</a:t>
            </a:r>
            <a:r>
              <a:rPr lang="tr-TR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.OK,</a:t>
            </a:r>
            <a:r>
              <a:rPr lang="tr-TR" sz="9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MessageBoxIcon</a:t>
            </a:r>
            <a:r>
              <a:rPr lang="tr-TR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.Information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   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endParaRPr lang="tr-TR" sz="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button2_Click(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sender, 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EventArgs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e)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9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ColorDialog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cdlg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tr-TR" sz="9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9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ColorDialog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9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tr-TR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cdlg.ShowDialog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== </a:t>
            </a:r>
            <a:r>
              <a:rPr lang="tr-TR" sz="9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DialogResult</a:t>
            </a:r>
            <a:r>
              <a:rPr lang="tr-TR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.OK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tr-TR" sz="9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tr-TR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.BackColor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tr-TR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cdlg.Color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cdlg.Dispose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endParaRPr lang="tr-TR" sz="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button3_Click(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sender, 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EventArgs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e)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colorDialog1.ShowDialog();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9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tr-TR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.ForeColor</a:t>
            </a:r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colorDialog1.Color;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tr-TR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68109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kdörtgen 2">
            <a:extLst>
              <a:ext uri="{FF2B5EF4-FFF2-40B4-BE49-F238E27FC236}">
                <a16:creationId xmlns:a16="http://schemas.microsoft.com/office/drawing/2014/main" id="{1765EC9E-6A58-4A25-B41A-F622C25F31E5}"/>
              </a:ext>
            </a:extLst>
          </p:cNvPr>
          <p:cNvSpPr/>
          <p:nvPr/>
        </p:nvSpPr>
        <p:spPr>
          <a:xfrm>
            <a:off x="3931407" y="3244334"/>
            <a:ext cx="12811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 err="1"/>
              <a:t>BorderStyle</a:t>
            </a:r>
            <a:endParaRPr lang="tr-TR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FDB46470-02E6-4FD2-8D68-656250946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77915"/>
            <a:ext cx="4283734" cy="3735115"/>
          </a:xfrm>
          <a:prstGeom prst="rect">
            <a:avLst/>
          </a:prstGeom>
        </p:spPr>
      </p:pic>
      <p:sp>
        <p:nvSpPr>
          <p:cNvPr id="3074" name="Rectangle 4"/>
          <p:cNvSpPr>
            <a:spLocks noChangeArrowheads="1"/>
          </p:cNvSpPr>
          <p:nvPr/>
        </p:nvSpPr>
        <p:spPr bwMode="auto">
          <a:xfrm>
            <a:off x="4139952" y="2598003"/>
            <a:ext cx="5112568" cy="415498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tr-TR" sz="1100" noProof="1"/>
              <a:t>private void vScrollBar1_Scroll(object sender, ScrollEventArgs e)</a:t>
            </a:r>
          </a:p>
          <a:p>
            <a:r>
              <a:rPr lang="tr-TR" sz="1100" noProof="1"/>
              <a:t>        {    </a:t>
            </a:r>
            <a:r>
              <a:rPr lang="tr-TR" sz="1100" dirty="0" err="1"/>
              <a:t>int</a:t>
            </a:r>
            <a:r>
              <a:rPr lang="tr-TR" sz="1100" dirty="0"/>
              <a:t> f;</a:t>
            </a:r>
          </a:p>
          <a:p>
            <a:r>
              <a:rPr lang="tr-TR" sz="1100" dirty="0"/>
              <a:t>            </a:t>
            </a:r>
            <a:r>
              <a:rPr lang="tr-TR" sz="1100" dirty="0" err="1"/>
              <a:t>Single</a:t>
            </a:r>
            <a:r>
              <a:rPr lang="tr-TR" sz="1100" dirty="0"/>
              <a:t> c;</a:t>
            </a:r>
          </a:p>
          <a:p>
            <a:r>
              <a:rPr lang="tr-TR" sz="1100" dirty="0"/>
              <a:t>            f = vScrollBar1.Value;</a:t>
            </a:r>
          </a:p>
          <a:p>
            <a:r>
              <a:rPr lang="tr-TR" sz="1100" dirty="0"/>
              <a:t>            c = ((</a:t>
            </a:r>
            <a:r>
              <a:rPr lang="tr-TR" sz="1100" dirty="0" err="1"/>
              <a:t>Single</a:t>
            </a:r>
            <a:r>
              <a:rPr lang="tr-TR" sz="1100" dirty="0"/>
              <a:t>)5 / (</a:t>
            </a:r>
            <a:r>
              <a:rPr lang="tr-TR" sz="1100" dirty="0" err="1"/>
              <a:t>Single</a:t>
            </a:r>
            <a:r>
              <a:rPr lang="tr-TR" sz="1100" dirty="0"/>
              <a:t>)9) * ((</a:t>
            </a:r>
            <a:r>
              <a:rPr lang="tr-TR" sz="1100" dirty="0" err="1"/>
              <a:t>System.Convert.ToSingle</a:t>
            </a:r>
            <a:r>
              <a:rPr lang="tr-TR" sz="1100" dirty="0"/>
              <a:t>(f) - (</a:t>
            </a:r>
            <a:r>
              <a:rPr lang="tr-TR" sz="1100" dirty="0" err="1"/>
              <a:t>Single</a:t>
            </a:r>
            <a:r>
              <a:rPr lang="tr-TR" sz="1100" dirty="0"/>
              <a:t>)32));</a:t>
            </a:r>
          </a:p>
          <a:p>
            <a:r>
              <a:rPr lang="tr-TR" sz="1100" dirty="0"/>
              <a:t>            textBox1.Text = </a:t>
            </a:r>
            <a:r>
              <a:rPr lang="tr-TR" sz="1100" dirty="0" err="1"/>
              <a:t>System.Convert.ToString</a:t>
            </a:r>
            <a:r>
              <a:rPr lang="tr-TR" sz="1100" dirty="0"/>
              <a:t>(f);</a:t>
            </a:r>
          </a:p>
          <a:p>
            <a:r>
              <a:rPr lang="tr-TR" sz="1100" dirty="0"/>
              <a:t>            textBox2.Text = </a:t>
            </a:r>
            <a:r>
              <a:rPr lang="tr-TR" sz="1100" dirty="0" err="1"/>
              <a:t>System.Convert.ToString</a:t>
            </a:r>
            <a:r>
              <a:rPr lang="tr-TR" sz="1100" dirty="0"/>
              <a:t>(c);</a:t>
            </a:r>
          </a:p>
          <a:p>
            <a:r>
              <a:rPr lang="tr-TR" sz="1100" dirty="0"/>
              <a:t>            </a:t>
            </a:r>
            <a:r>
              <a:rPr lang="tr-TR" sz="1100" dirty="0" err="1"/>
              <a:t>if</a:t>
            </a:r>
            <a:r>
              <a:rPr lang="tr-TR" sz="1100" dirty="0"/>
              <a:t> (f &lt; 32)</a:t>
            </a:r>
          </a:p>
          <a:p>
            <a:r>
              <a:rPr lang="tr-TR" sz="1100" dirty="0"/>
              <a:t>            {</a:t>
            </a:r>
          </a:p>
          <a:p>
            <a:r>
              <a:rPr lang="tr-TR" sz="1100" dirty="0"/>
              <a:t>                panel1.BackColor = </a:t>
            </a:r>
            <a:r>
              <a:rPr lang="tr-TR" sz="1100" dirty="0" err="1"/>
              <a:t>Color.Blue</a:t>
            </a:r>
            <a:r>
              <a:rPr lang="tr-TR" sz="1100" dirty="0"/>
              <a:t>;</a:t>
            </a:r>
          </a:p>
          <a:p>
            <a:r>
              <a:rPr lang="tr-TR" sz="1100" dirty="0"/>
              <a:t>            }</a:t>
            </a:r>
          </a:p>
          <a:p>
            <a:r>
              <a:rPr lang="en-US" sz="1100" dirty="0"/>
              <a:t>            if (f &gt;= 32 &amp;&amp; f &lt; 60)</a:t>
            </a:r>
          </a:p>
          <a:p>
            <a:r>
              <a:rPr lang="tr-TR" sz="1100" dirty="0"/>
              <a:t>            {</a:t>
            </a:r>
          </a:p>
          <a:p>
            <a:r>
              <a:rPr lang="tr-TR" sz="1100" dirty="0"/>
              <a:t>                panel1.BackColor = </a:t>
            </a:r>
            <a:r>
              <a:rPr lang="tr-TR" sz="1100" dirty="0" err="1"/>
              <a:t>Color.Green</a:t>
            </a:r>
            <a:r>
              <a:rPr lang="tr-TR" sz="1100" dirty="0"/>
              <a:t>;</a:t>
            </a:r>
          </a:p>
          <a:p>
            <a:r>
              <a:rPr lang="tr-TR" sz="1100" dirty="0"/>
              <a:t>            }</a:t>
            </a:r>
          </a:p>
          <a:p>
            <a:r>
              <a:rPr lang="en-US" sz="1100" dirty="0"/>
              <a:t>            if (f &gt;= 60 &amp;&amp; f &lt; 80)</a:t>
            </a:r>
          </a:p>
          <a:p>
            <a:r>
              <a:rPr lang="tr-TR" sz="1100" dirty="0"/>
              <a:t>            {</a:t>
            </a:r>
          </a:p>
          <a:p>
            <a:r>
              <a:rPr lang="tr-TR" sz="1100" dirty="0"/>
              <a:t>                panel1.BackColor = </a:t>
            </a:r>
            <a:r>
              <a:rPr lang="tr-TR" sz="1100" dirty="0" err="1"/>
              <a:t>Color.Yellow</a:t>
            </a:r>
            <a:r>
              <a:rPr lang="tr-TR" sz="1100" dirty="0"/>
              <a:t>;</a:t>
            </a:r>
          </a:p>
          <a:p>
            <a:r>
              <a:rPr lang="tr-TR" sz="1100" dirty="0"/>
              <a:t>            }</a:t>
            </a:r>
          </a:p>
          <a:p>
            <a:r>
              <a:rPr lang="tr-TR" sz="1100" dirty="0"/>
              <a:t>            </a:t>
            </a:r>
            <a:r>
              <a:rPr lang="tr-TR" sz="1100" dirty="0" err="1"/>
              <a:t>if</a:t>
            </a:r>
            <a:r>
              <a:rPr lang="tr-TR" sz="1100" dirty="0"/>
              <a:t> (f &gt;= 80)</a:t>
            </a:r>
          </a:p>
          <a:p>
            <a:r>
              <a:rPr lang="tr-TR" sz="1100" dirty="0"/>
              <a:t>            {</a:t>
            </a:r>
          </a:p>
          <a:p>
            <a:r>
              <a:rPr lang="tr-TR" sz="1100" dirty="0"/>
              <a:t>                panel1.BackColor = </a:t>
            </a:r>
            <a:r>
              <a:rPr lang="tr-TR" sz="1100" dirty="0" err="1"/>
              <a:t>Color.Red</a:t>
            </a:r>
            <a:r>
              <a:rPr lang="tr-TR" sz="1100" dirty="0"/>
              <a:t>;</a:t>
            </a:r>
          </a:p>
          <a:p>
            <a:r>
              <a:rPr lang="tr-TR" sz="1100" dirty="0"/>
              <a:t>            }</a:t>
            </a:r>
            <a:r>
              <a:rPr lang="tr-TR" sz="1100" noProof="1"/>
              <a:t> </a:t>
            </a:r>
          </a:p>
          <a:p>
            <a:r>
              <a:rPr lang="tr-TR" sz="1100" noProof="1"/>
              <a:t>       }</a:t>
            </a:r>
            <a:endParaRPr lang="en-US" sz="1100" dirty="0"/>
          </a:p>
        </p:txBody>
      </p:sp>
      <p:sp>
        <p:nvSpPr>
          <p:cNvPr id="7" name="Sağa Bükülü Ok 4">
            <a:extLst>
              <a:ext uri="{FF2B5EF4-FFF2-40B4-BE49-F238E27FC236}">
                <a16:creationId xmlns:a16="http://schemas.microsoft.com/office/drawing/2014/main" id="{A8470B0D-7CDE-4F94-9CAC-EDFDA167EAE0}"/>
              </a:ext>
            </a:extLst>
          </p:cNvPr>
          <p:cNvSpPr/>
          <p:nvPr/>
        </p:nvSpPr>
        <p:spPr>
          <a:xfrm rot="2134327">
            <a:off x="617367" y="855811"/>
            <a:ext cx="470998" cy="228821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chemeClr val="tx1"/>
              </a:solidFill>
            </a:endParaRP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C0463550-ACE5-460B-B0F2-5DE685E31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483" y="5103504"/>
            <a:ext cx="1504950" cy="1428943"/>
          </a:xfrm>
          <a:prstGeom prst="rect">
            <a:avLst/>
          </a:prstGeom>
        </p:spPr>
      </p:pic>
      <p:sp>
        <p:nvSpPr>
          <p:cNvPr id="6" name="Dikdörtgen 5">
            <a:extLst>
              <a:ext uri="{FF2B5EF4-FFF2-40B4-BE49-F238E27FC236}">
                <a16:creationId xmlns:a16="http://schemas.microsoft.com/office/drawing/2014/main" id="{E96448F8-498F-4B39-814E-83797C027D68}"/>
              </a:ext>
            </a:extLst>
          </p:cNvPr>
          <p:cNvSpPr/>
          <p:nvPr/>
        </p:nvSpPr>
        <p:spPr>
          <a:xfrm>
            <a:off x="72051" y="3092652"/>
            <a:ext cx="4283734" cy="16312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button1_Click(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tr-TR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000" dirty="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tr-TR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msg</a:t>
            </a:r>
            <a:r>
              <a:rPr lang="tr-TR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000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tr-TR" sz="1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foreach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(Control s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panel1.Controls)</a:t>
            </a:r>
          </a:p>
          <a:p>
            <a:r>
              <a:rPr lang="tr-TR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pt-BR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msg += Convert.ToString(s.Name) + </a:t>
            </a:r>
            <a:r>
              <a:rPr lang="pt-BR" sz="1000" dirty="0">
                <a:solidFill>
                  <a:srgbClr val="A31515"/>
                </a:solidFill>
                <a:latin typeface="Consolas" panose="020B0609020204030204" pitchFamily="49" charset="0"/>
              </a:rPr>
              <a:t>"\n"</a:t>
            </a:r>
            <a:r>
              <a:rPr lang="pt-BR" sz="1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tr-TR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MessageBox.Show</a:t>
            </a:r>
            <a:r>
              <a:rPr lang="tr-TR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msg</a:t>
            </a:r>
            <a:r>
              <a:rPr lang="tr-TR" sz="1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tr-TR" sz="1000" dirty="0"/>
          </a:p>
        </p:txBody>
      </p:sp>
      <p:sp>
        <p:nvSpPr>
          <p:cNvPr id="10" name="Sağa Bükülü Ok 4">
            <a:extLst>
              <a:ext uri="{FF2B5EF4-FFF2-40B4-BE49-F238E27FC236}">
                <a16:creationId xmlns:a16="http://schemas.microsoft.com/office/drawing/2014/main" id="{0FC9E73B-2DBB-4735-AB8C-F771EB470A9D}"/>
              </a:ext>
            </a:extLst>
          </p:cNvPr>
          <p:cNvSpPr/>
          <p:nvPr/>
        </p:nvSpPr>
        <p:spPr>
          <a:xfrm rot="19465673" flipH="1">
            <a:off x="4205434" y="1656479"/>
            <a:ext cx="347811" cy="105368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chemeClr val="tx1"/>
              </a:solidFill>
            </a:endParaRPr>
          </a:p>
        </p:txBody>
      </p:sp>
      <p:sp>
        <p:nvSpPr>
          <p:cNvPr id="12" name="Sağa Bükülü Ok 4">
            <a:extLst>
              <a:ext uri="{FF2B5EF4-FFF2-40B4-BE49-F238E27FC236}">
                <a16:creationId xmlns:a16="http://schemas.microsoft.com/office/drawing/2014/main" id="{3BE67BE0-18B0-436C-A623-2F1C95F0FBDA}"/>
              </a:ext>
            </a:extLst>
          </p:cNvPr>
          <p:cNvSpPr/>
          <p:nvPr/>
        </p:nvSpPr>
        <p:spPr>
          <a:xfrm rot="21118902">
            <a:off x="105851" y="4144286"/>
            <a:ext cx="301231" cy="153879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2987" y="404813"/>
            <a:ext cx="5490977" cy="547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ChangeArrowheads="1"/>
          </p:cNvSpPr>
          <p:nvPr/>
        </p:nvSpPr>
        <p:spPr bwMode="auto">
          <a:xfrm>
            <a:off x="1116013" y="404813"/>
            <a:ext cx="4572000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tr-TR" noProof="1"/>
              <a:t>public partial class Form1 : Form</a:t>
            </a:r>
          </a:p>
          <a:p>
            <a:r>
              <a:rPr lang="tr-TR" noProof="1"/>
              <a:t>    {</a:t>
            </a:r>
          </a:p>
          <a:p>
            <a:r>
              <a:rPr lang="tr-TR" noProof="1"/>
              <a:t>        int a, b;</a:t>
            </a:r>
          </a:p>
          <a:p>
            <a:r>
              <a:rPr lang="tr-TR" noProof="1"/>
              <a:t>        Single c;</a:t>
            </a:r>
          </a:p>
          <a:p>
            <a:endParaRPr lang="tr-TR" noProof="1"/>
          </a:p>
          <a:p>
            <a:r>
              <a:rPr lang="tr-TR" noProof="1"/>
              <a:t>        public Form1()</a:t>
            </a:r>
            <a:endParaRPr lang="en-US"/>
          </a:p>
        </p:txBody>
      </p:sp>
      <p:sp>
        <p:nvSpPr>
          <p:cNvPr id="6147" name="Rectangle 5"/>
          <p:cNvSpPr>
            <a:spLocks noChangeArrowheads="1"/>
          </p:cNvSpPr>
          <p:nvPr/>
        </p:nvSpPr>
        <p:spPr bwMode="auto">
          <a:xfrm>
            <a:off x="395288" y="2708275"/>
            <a:ext cx="7920037" cy="146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tr-TR" noProof="1"/>
              <a:t>private void radioButton1_CheckedChanged(object sender, EventArgs e)</a:t>
            </a:r>
          </a:p>
          <a:p>
            <a:r>
              <a:rPr lang="tr-TR" noProof="1"/>
              <a:t>        {</a:t>
            </a:r>
          </a:p>
          <a:p>
            <a:r>
              <a:rPr lang="tr-TR" noProof="1"/>
              <a:t>            textBox1.Text = " ";</a:t>
            </a:r>
          </a:p>
          <a:p>
            <a:r>
              <a:rPr lang="tr-TR" noProof="1"/>
              <a:t>            button1.Text = "+";</a:t>
            </a:r>
          </a:p>
          <a:p>
            <a:r>
              <a:rPr lang="tr-TR" noProof="1"/>
              <a:t>        }</a:t>
            </a:r>
            <a:endParaRPr lang="en-US"/>
          </a:p>
        </p:txBody>
      </p:sp>
      <p:sp>
        <p:nvSpPr>
          <p:cNvPr id="6148" name="Rectangle 6"/>
          <p:cNvSpPr>
            <a:spLocks noChangeArrowheads="1"/>
          </p:cNvSpPr>
          <p:nvPr/>
        </p:nvSpPr>
        <p:spPr bwMode="auto">
          <a:xfrm>
            <a:off x="395288" y="4508500"/>
            <a:ext cx="7993062" cy="146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tr-TR" noProof="1"/>
              <a:t>private void radioButton2_CheckedChanged(object sender, EventArgs e)</a:t>
            </a:r>
          </a:p>
          <a:p>
            <a:r>
              <a:rPr lang="tr-TR" noProof="1"/>
              <a:t>        {</a:t>
            </a:r>
          </a:p>
          <a:p>
            <a:r>
              <a:rPr lang="tr-TR" noProof="1"/>
              <a:t>            textBox1.Text = " ";</a:t>
            </a:r>
          </a:p>
          <a:p>
            <a:r>
              <a:rPr lang="tr-TR" noProof="1"/>
              <a:t>            button1.Text = "-";</a:t>
            </a:r>
          </a:p>
          <a:p>
            <a:r>
              <a:rPr lang="tr-TR" noProof="1"/>
              <a:t>        }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/>
          <p:cNvSpPr>
            <a:spLocks noChangeArrowheads="1"/>
          </p:cNvSpPr>
          <p:nvPr/>
        </p:nvSpPr>
        <p:spPr bwMode="auto">
          <a:xfrm>
            <a:off x="179388" y="692150"/>
            <a:ext cx="8964612" cy="421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tr-TR" noProof="1"/>
              <a:t>private void numericUpDown1_ValueChanged(object sender, EventArgs e)</a:t>
            </a:r>
          </a:p>
          <a:p>
            <a:r>
              <a:rPr lang="tr-TR" noProof="1"/>
              <a:t>        {</a:t>
            </a:r>
          </a:p>
          <a:p>
            <a:r>
              <a:rPr lang="tr-TR" noProof="1"/>
              <a:t>            if (button1.Text == "+")</a:t>
            </a:r>
          </a:p>
          <a:p>
            <a:r>
              <a:rPr lang="tr-TR" noProof="1"/>
              <a:t>            {</a:t>
            </a:r>
          </a:p>
          <a:p>
            <a:r>
              <a:rPr lang="tr-TR" noProof="1"/>
              <a:t>                c = System.Convert.ToSingle(numericUpDown1.Value) + System.Convert.ToSingle(numericUpDown2.Value);</a:t>
            </a:r>
          </a:p>
          <a:p>
            <a:r>
              <a:rPr lang="tr-TR" noProof="1"/>
              <a:t>                textBox1.Text = System.Convert.ToString(c);</a:t>
            </a:r>
          </a:p>
          <a:p>
            <a:r>
              <a:rPr lang="tr-TR" noProof="1"/>
              <a:t>            }</a:t>
            </a:r>
          </a:p>
          <a:p>
            <a:r>
              <a:rPr lang="tr-TR" noProof="1"/>
              <a:t>            if (button1.Text == "-")</a:t>
            </a:r>
          </a:p>
          <a:p>
            <a:r>
              <a:rPr lang="tr-TR" noProof="1"/>
              <a:t>            {</a:t>
            </a:r>
          </a:p>
          <a:p>
            <a:r>
              <a:rPr lang="tr-TR" noProof="1"/>
              <a:t>                c = System.Convert.ToSingle(numericUpDown1.Value) - System.Convert.ToSingle(numericUpDown2.Value);</a:t>
            </a:r>
          </a:p>
          <a:p>
            <a:r>
              <a:rPr lang="tr-TR" noProof="1"/>
              <a:t>                textBox1.Text = System.Convert.ToString(c);</a:t>
            </a:r>
          </a:p>
          <a:p>
            <a:r>
              <a:rPr lang="tr-TR" noProof="1"/>
              <a:t>            }</a:t>
            </a:r>
          </a:p>
          <a:p>
            <a:r>
              <a:rPr lang="tr-TR" noProof="1"/>
              <a:t>        }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/>
          <p:cNvSpPr>
            <a:spLocks noChangeArrowheads="1"/>
          </p:cNvSpPr>
          <p:nvPr/>
        </p:nvSpPr>
        <p:spPr bwMode="auto">
          <a:xfrm>
            <a:off x="0" y="188913"/>
            <a:ext cx="9396413" cy="393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tr-TR" noProof="1"/>
              <a:t>private void numericUpDown2_ValueChanged(object sender, EventArgs e)</a:t>
            </a:r>
          </a:p>
          <a:p>
            <a:r>
              <a:rPr lang="tr-TR" noProof="1"/>
              <a:t>        {</a:t>
            </a:r>
          </a:p>
          <a:p>
            <a:r>
              <a:rPr lang="tr-TR" noProof="1"/>
              <a:t>            if (button1.Text == "+")</a:t>
            </a:r>
          </a:p>
          <a:p>
            <a:r>
              <a:rPr lang="tr-TR" noProof="1"/>
              <a:t>            {</a:t>
            </a:r>
          </a:p>
          <a:p>
            <a:r>
              <a:rPr lang="tr-TR" noProof="1"/>
              <a:t>                c = System.Convert.ToSingle(numericUpDown1.Value) + System.Convert.ToSingle(numericUpDown2.Value);</a:t>
            </a:r>
          </a:p>
          <a:p>
            <a:r>
              <a:rPr lang="tr-TR" noProof="1"/>
              <a:t>                textBox1.Text = System.Convert.ToString(c);</a:t>
            </a:r>
          </a:p>
          <a:p>
            <a:r>
              <a:rPr lang="tr-TR" noProof="1"/>
              <a:t>            }</a:t>
            </a:r>
          </a:p>
          <a:p>
            <a:r>
              <a:rPr lang="tr-TR" noProof="1"/>
              <a:t>            if (button1.Text == "-")</a:t>
            </a:r>
          </a:p>
          <a:p>
            <a:r>
              <a:rPr lang="tr-TR" noProof="1"/>
              <a:t>            {</a:t>
            </a:r>
          </a:p>
          <a:p>
            <a:r>
              <a:rPr lang="tr-TR" noProof="1"/>
              <a:t>                c = System.Convert.ToSingle(numericUpDown1.Value) - System.Convert.ToSingle(numericUpDown2.Value);</a:t>
            </a:r>
          </a:p>
          <a:p>
            <a:r>
              <a:rPr lang="tr-TR" noProof="1"/>
              <a:t>                textBox1.Text = System.Convert.ToString(c);</a:t>
            </a:r>
          </a:p>
          <a:p>
            <a:r>
              <a:rPr lang="tr-TR" noProof="1"/>
              <a:t>            }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503040" y="2203"/>
            <a:ext cx="7165304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using System;</a:t>
            </a:r>
          </a:p>
          <a:p>
            <a:r>
              <a:rPr lang="en-US" sz="1600" dirty="0"/>
              <a:t>using </a:t>
            </a:r>
            <a:r>
              <a:rPr lang="en-US" sz="1600" dirty="0" err="1"/>
              <a:t>System.Windows.Forms</a:t>
            </a:r>
            <a:r>
              <a:rPr lang="en-US" sz="1600" dirty="0"/>
              <a:t>;</a:t>
            </a:r>
          </a:p>
          <a:p>
            <a:endParaRPr lang="en-US" sz="1600" dirty="0"/>
          </a:p>
          <a:p>
            <a:r>
              <a:rPr lang="en-US" sz="1600" dirty="0"/>
              <a:t>namespace WindowsFormsApplication1</a:t>
            </a:r>
          </a:p>
          <a:p>
            <a:r>
              <a:rPr lang="en-US" sz="1600" dirty="0"/>
              <a:t>{</a:t>
            </a:r>
          </a:p>
          <a:p>
            <a:r>
              <a:rPr lang="en-US" sz="1600" dirty="0"/>
              <a:t>    public partial class Form1 : Form</a:t>
            </a:r>
          </a:p>
          <a:p>
            <a:r>
              <a:rPr lang="en-US" sz="1600" dirty="0"/>
              <a:t>    {</a:t>
            </a:r>
          </a:p>
          <a:p>
            <a:r>
              <a:rPr lang="en-US" sz="1600" dirty="0"/>
              <a:t>	public Form1()</a:t>
            </a:r>
          </a:p>
          <a:p>
            <a:r>
              <a:rPr lang="en-US" sz="1600" dirty="0"/>
              <a:t>	{</a:t>
            </a:r>
          </a:p>
          <a:p>
            <a:r>
              <a:rPr lang="en-US" sz="1600" dirty="0"/>
              <a:t>	    </a:t>
            </a:r>
            <a:r>
              <a:rPr lang="en-US" sz="1600" dirty="0" err="1"/>
              <a:t>InitializeComponent</a:t>
            </a:r>
            <a:r>
              <a:rPr lang="en-US" sz="1600" dirty="0"/>
              <a:t>();</a:t>
            </a:r>
          </a:p>
          <a:p>
            <a:r>
              <a:rPr lang="en-US" sz="1600" dirty="0"/>
              <a:t>	}</a:t>
            </a:r>
          </a:p>
          <a:p>
            <a:endParaRPr lang="en-US" sz="1600" dirty="0"/>
          </a:p>
          <a:p>
            <a:r>
              <a:rPr lang="en-US" sz="1600" dirty="0"/>
              <a:t>	private void Form1_Load(object sender, </a:t>
            </a:r>
            <a:r>
              <a:rPr lang="en-US" sz="1600" dirty="0" err="1"/>
              <a:t>EventArgs</a:t>
            </a:r>
            <a:r>
              <a:rPr lang="en-US" sz="1600" dirty="0"/>
              <a:t> e)</a:t>
            </a:r>
          </a:p>
          <a:p>
            <a:r>
              <a:rPr lang="en-US" sz="1600" dirty="0"/>
              <a:t>	{</a:t>
            </a:r>
          </a:p>
          <a:p>
            <a:r>
              <a:rPr lang="en-US" sz="1600" dirty="0"/>
              <a:t>	    // Show the color dialog.</a:t>
            </a:r>
          </a:p>
          <a:p>
            <a:r>
              <a:rPr lang="en-US" sz="1600" dirty="0"/>
              <a:t>	    </a:t>
            </a:r>
            <a:r>
              <a:rPr lang="en-US" sz="1600" dirty="0" err="1"/>
              <a:t>DialogResult</a:t>
            </a:r>
            <a:r>
              <a:rPr lang="en-US" sz="1600" dirty="0"/>
              <a:t> result = colorDialog1.ShowDialog();</a:t>
            </a:r>
          </a:p>
          <a:p>
            <a:r>
              <a:rPr lang="en-US" sz="1600" dirty="0"/>
              <a:t>	    // See if user pressed ok.</a:t>
            </a:r>
          </a:p>
          <a:p>
            <a:r>
              <a:rPr lang="en-US" sz="1600" dirty="0"/>
              <a:t>	    if (result == </a:t>
            </a:r>
            <a:r>
              <a:rPr lang="en-US" sz="1600" dirty="0" err="1"/>
              <a:t>DialogResult.OK</a:t>
            </a:r>
            <a:r>
              <a:rPr lang="en-US" sz="1600" dirty="0"/>
              <a:t>)</a:t>
            </a:r>
          </a:p>
          <a:p>
            <a:r>
              <a:rPr lang="en-US" sz="1600" dirty="0"/>
              <a:t>	    {</a:t>
            </a:r>
          </a:p>
          <a:p>
            <a:r>
              <a:rPr lang="en-US" sz="1600" dirty="0"/>
              <a:t>		// Set form background to the selected color.</a:t>
            </a:r>
          </a:p>
          <a:p>
            <a:r>
              <a:rPr lang="en-US" sz="1600" dirty="0"/>
              <a:t>		</a:t>
            </a:r>
            <a:r>
              <a:rPr lang="en-US" sz="1600" dirty="0" err="1"/>
              <a:t>this.BackColor</a:t>
            </a:r>
            <a:r>
              <a:rPr lang="en-US" sz="1600" dirty="0"/>
              <a:t> = colorDialog1.Color;</a:t>
            </a:r>
          </a:p>
          <a:p>
            <a:r>
              <a:rPr lang="en-US" sz="1600" dirty="0"/>
              <a:t>	    }</a:t>
            </a:r>
          </a:p>
          <a:p>
            <a:r>
              <a:rPr lang="en-US" sz="1600" dirty="0"/>
              <a:t>	}</a:t>
            </a:r>
          </a:p>
          <a:p>
            <a:r>
              <a:rPr lang="en-US" sz="1600" dirty="0"/>
              <a:t>    }</a:t>
            </a:r>
          </a:p>
          <a:p>
            <a:r>
              <a:rPr lang="en-US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98252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827584" y="188640"/>
            <a:ext cx="7632848" cy="63401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using System;</a:t>
            </a:r>
          </a:p>
          <a:p>
            <a:r>
              <a:rPr lang="en-US" sz="1400" dirty="0"/>
              <a:t>using </a:t>
            </a:r>
            <a:r>
              <a:rPr lang="en-US" sz="1400" dirty="0" err="1"/>
              <a:t>System.Drawing</a:t>
            </a:r>
            <a:r>
              <a:rPr lang="en-US" sz="1400" dirty="0"/>
              <a:t>;</a:t>
            </a:r>
          </a:p>
          <a:p>
            <a:r>
              <a:rPr lang="en-US" sz="1400" dirty="0"/>
              <a:t>using </a:t>
            </a:r>
            <a:r>
              <a:rPr lang="en-US" sz="1400" dirty="0" err="1"/>
              <a:t>System.Windows.Forms</a:t>
            </a:r>
            <a:r>
              <a:rPr lang="en-US" sz="1400" dirty="0"/>
              <a:t>;</a:t>
            </a:r>
          </a:p>
          <a:p>
            <a:endParaRPr lang="en-US" sz="1400" dirty="0"/>
          </a:p>
          <a:p>
            <a:r>
              <a:rPr lang="en-US" sz="1400" dirty="0"/>
              <a:t>namespace WindowsFormsApplication1</a:t>
            </a:r>
          </a:p>
          <a:p>
            <a:r>
              <a:rPr lang="en-US" sz="1400" dirty="0"/>
              <a:t>{</a:t>
            </a:r>
          </a:p>
          <a:p>
            <a:r>
              <a:rPr lang="en-US" sz="1400" dirty="0"/>
              <a:t>    public partial class Form1 : Form</a:t>
            </a:r>
          </a:p>
          <a:p>
            <a:r>
              <a:rPr lang="en-US" sz="1400" dirty="0"/>
              <a:t>    {</a:t>
            </a:r>
          </a:p>
          <a:p>
            <a:r>
              <a:rPr lang="en-US" sz="1400" dirty="0"/>
              <a:t>	public Form1()</a:t>
            </a:r>
          </a:p>
          <a:p>
            <a:r>
              <a:rPr lang="en-US" sz="1400" dirty="0"/>
              <a:t>	{</a:t>
            </a:r>
          </a:p>
          <a:p>
            <a:r>
              <a:rPr lang="en-US" sz="1400" dirty="0"/>
              <a:t>	    </a:t>
            </a:r>
            <a:r>
              <a:rPr lang="en-US" sz="1400" dirty="0" err="1"/>
              <a:t>InitializeComponent</a:t>
            </a:r>
            <a:r>
              <a:rPr lang="en-US" sz="1400" dirty="0"/>
              <a:t>();</a:t>
            </a:r>
          </a:p>
          <a:p>
            <a:r>
              <a:rPr lang="en-US" sz="1400" dirty="0"/>
              <a:t>	}</a:t>
            </a:r>
          </a:p>
          <a:p>
            <a:endParaRPr lang="en-US" sz="1400" dirty="0"/>
          </a:p>
          <a:p>
            <a:r>
              <a:rPr lang="en-US" sz="1400" dirty="0"/>
              <a:t>	private void button1_Click(object sender, </a:t>
            </a:r>
            <a:r>
              <a:rPr lang="en-US" sz="1400" dirty="0" err="1"/>
              <a:t>EventArgs</a:t>
            </a:r>
            <a:r>
              <a:rPr lang="en-US" sz="1400" dirty="0"/>
              <a:t> e)</a:t>
            </a:r>
          </a:p>
          <a:p>
            <a:r>
              <a:rPr lang="en-US" sz="1400" dirty="0"/>
              <a:t>	{</a:t>
            </a:r>
          </a:p>
          <a:p>
            <a:r>
              <a:rPr lang="en-US" sz="1400" dirty="0"/>
              <a:t>	    // Show the dialog.</a:t>
            </a:r>
          </a:p>
          <a:p>
            <a:r>
              <a:rPr lang="en-US" sz="1400" dirty="0"/>
              <a:t>	    </a:t>
            </a:r>
            <a:r>
              <a:rPr lang="en-US" sz="1400" dirty="0" err="1"/>
              <a:t>DialogResult</a:t>
            </a:r>
            <a:r>
              <a:rPr lang="en-US" sz="1400" dirty="0"/>
              <a:t> result = fontDialog1.ShowDialog();</a:t>
            </a:r>
          </a:p>
          <a:p>
            <a:r>
              <a:rPr lang="en-US" sz="1400" dirty="0"/>
              <a:t>	    // See if OK was pressed.</a:t>
            </a:r>
          </a:p>
          <a:p>
            <a:r>
              <a:rPr lang="en-US" sz="1400" dirty="0"/>
              <a:t>	    if (result == </a:t>
            </a:r>
            <a:r>
              <a:rPr lang="en-US" sz="1400" dirty="0" err="1"/>
              <a:t>DialogResult.OK</a:t>
            </a:r>
            <a:r>
              <a:rPr lang="en-US" sz="1400" dirty="0"/>
              <a:t>)</a:t>
            </a:r>
          </a:p>
          <a:p>
            <a:r>
              <a:rPr lang="en-US" sz="1400" dirty="0"/>
              <a:t>	    {</a:t>
            </a:r>
          </a:p>
          <a:p>
            <a:r>
              <a:rPr lang="en-US" sz="1400" dirty="0"/>
              <a:t>		// Get Font.</a:t>
            </a:r>
          </a:p>
          <a:p>
            <a:r>
              <a:rPr lang="en-US" sz="1400" dirty="0"/>
              <a:t>		Font </a:t>
            </a:r>
            <a:r>
              <a:rPr lang="en-US" sz="1400" dirty="0" err="1"/>
              <a:t>font</a:t>
            </a:r>
            <a:r>
              <a:rPr lang="en-US" sz="1400" dirty="0"/>
              <a:t> = fontDialog1.Font;</a:t>
            </a:r>
          </a:p>
          <a:p>
            <a:r>
              <a:rPr lang="en-US" sz="1400" dirty="0"/>
              <a:t>		// Set </a:t>
            </a:r>
            <a:r>
              <a:rPr lang="en-US" sz="1400" dirty="0" err="1"/>
              <a:t>TextBox</a:t>
            </a:r>
            <a:r>
              <a:rPr lang="en-US" sz="1400" dirty="0"/>
              <a:t> properties.</a:t>
            </a:r>
          </a:p>
          <a:p>
            <a:r>
              <a:rPr lang="en-US" sz="1400" dirty="0"/>
              <a:t>		this.textBox1.Text = </a:t>
            </a:r>
            <a:r>
              <a:rPr lang="en-US" sz="1400" dirty="0" err="1"/>
              <a:t>string.Format</a:t>
            </a:r>
            <a:r>
              <a:rPr lang="en-US" sz="1400" dirty="0"/>
              <a:t>("Font: {0}", </a:t>
            </a:r>
            <a:r>
              <a:rPr lang="en-US" sz="1400" dirty="0" err="1"/>
              <a:t>font.Name</a:t>
            </a:r>
            <a:r>
              <a:rPr lang="en-US" sz="1400" dirty="0"/>
              <a:t>);</a:t>
            </a:r>
          </a:p>
          <a:p>
            <a:r>
              <a:rPr lang="en-US" sz="1400" dirty="0"/>
              <a:t>		this.textBox1.Font = font;</a:t>
            </a:r>
          </a:p>
          <a:p>
            <a:r>
              <a:rPr lang="en-US" sz="1400" dirty="0"/>
              <a:t>	    }</a:t>
            </a:r>
          </a:p>
          <a:p>
            <a:r>
              <a:rPr lang="en-US" sz="1400" dirty="0"/>
              <a:t>	}</a:t>
            </a:r>
          </a:p>
          <a:p>
            <a:r>
              <a:rPr lang="en-US" sz="1400" dirty="0"/>
              <a:t>    }</a:t>
            </a:r>
          </a:p>
          <a:p>
            <a:r>
              <a:rPr lang="en-US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09686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548680"/>
            <a:ext cx="6048672" cy="3312368"/>
          </a:xfrm>
          <a:prstGeom prst="rect">
            <a:avLst/>
          </a:prstGeom>
        </p:spPr>
      </p:pic>
      <p:sp>
        <p:nvSpPr>
          <p:cNvPr id="3" name="Dikdörtgen 2"/>
          <p:cNvSpPr/>
          <p:nvPr/>
        </p:nvSpPr>
        <p:spPr>
          <a:xfrm>
            <a:off x="1259632" y="4653136"/>
            <a:ext cx="674993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button1_Click(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sender,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EventArgs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e)</a:t>
            </a:r>
          </a:p>
          <a:p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listBox1.Items.Add(textBox1.Text);</a:t>
            </a:r>
          </a:p>
          <a:p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textBox1.Text = </a:t>
            </a:r>
            <a:r>
              <a:rPr lang="tr-TR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""</a:t>
            </a:r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textBox1.Focus();</a:t>
            </a:r>
          </a:p>
          <a:p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  <a:endParaRPr lang="tr-TR" sz="1600" dirty="0"/>
          </a:p>
        </p:txBody>
      </p:sp>
      <p:sp>
        <p:nvSpPr>
          <p:cNvPr id="4" name="Sağa Bükülü Ok 3"/>
          <p:cNvSpPr/>
          <p:nvPr/>
        </p:nvSpPr>
        <p:spPr>
          <a:xfrm flipH="1" flipV="1">
            <a:off x="4860032" y="836712"/>
            <a:ext cx="1296144" cy="396044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4359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548680"/>
            <a:ext cx="6048672" cy="3312368"/>
          </a:xfrm>
          <a:prstGeom prst="rect">
            <a:avLst/>
          </a:prstGeom>
        </p:spPr>
      </p:pic>
      <p:sp>
        <p:nvSpPr>
          <p:cNvPr id="4" name="Sağa Bükülü Ok 3"/>
          <p:cNvSpPr/>
          <p:nvPr/>
        </p:nvSpPr>
        <p:spPr>
          <a:xfrm flipH="1" flipV="1">
            <a:off x="4211960" y="1628800"/>
            <a:ext cx="1296144" cy="3168352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chemeClr val="tx1"/>
              </a:solidFill>
            </a:endParaRPr>
          </a:p>
        </p:txBody>
      </p:sp>
      <p:sp>
        <p:nvSpPr>
          <p:cNvPr id="5" name="Dikdörtgen 4"/>
          <p:cNvSpPr/>
          <p:nvPr/>
        </p:nvSpPr>
        <p:spPr>
          <a:xfrm>
            <a:off x="986524" y="4941168"/>
            <a:ext cx="718587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button2_Click(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sender,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EventArgs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e)</a:t>
            </a:r>
          </a:p>
          <a:p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listBox2.Items.Add(listBox1.SelectedItem);</a:t>
            </a:r>
          </a:p>
          <a:p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</a:p>
          <a:p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listBox1.Items.Remove(listBox1.SelectedItem);</a:t>
            </a:r>
          </a:p>
          <a:p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  <a:endParaRPr lang="tr-TR" sz="1600" dirty="0"/>
          </a:p>
        </p:txBody>
      </p:sp>
    </p:spTree>
    <p:extLst>
      <p:ext uri="{BB962C8B-B14F-4D97-AF65-F5344CB8AC3E}">
        <p14:creationId xmlns:p14="http://schemas.microsoft.com/office/powerpoint/2010/main" val="1513847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548680"/>
            <a:ext cx="6048672" cy="3312368"/>
          </a:xfrm>
          <a:prstGeom prst="rect">
            <a:avLst/>
          </a:prstGeom>
        </p:spPr>
      </p:pic>
      <p:sp>
        <p:nvSpPr>
          <p:cNvPr id="4" name="Sağa Bükülü Ok 3"/>
          <p:cNvSpPr/>
          <p:nvPr/>
        </p:nvSpPr>
        <p:spPr>
          <a:xfrm flipH="1" flipV="1">
            <a:off x="4283968" y="1924090"/>
            <a:ext cx="1296144" cy="3168352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chemeClr val="tx1"/>
              </a:solidFill>
            </a:endParaRPr>
          </a:p>
        </p:txBody>
      </p:sp>
      <p:sp>
        <p:nvSpPr>
          <p:cNvPr id="3" name="Dikdörtgen 2"/>
          <p:cNvSpPr/>
          <p:nvPr/>
        </p:nvSpPr>
        <p:spPr>
          <a:xfrm>
            <a:off x="1115616" y="5092442"/>
            <a:ext cx="669674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button3_Click(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sender,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EventArgs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e)</a:t>
            </a:r>
          </a:p>
          <a:p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listBox1.Items.Add(listBox2.SelectedItem);</a:t>
            </a:r>
          </a:p>
          <a:p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listBox2.Items.Remove(listBox2.SelectedItem);</a:t>
            </a:r>
          </a:p>
          <a:p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  <a:endParaRPr lang="tr-TR" sz="1600" dirty="0"/>
          </a:p>
        </p:txBody>
      </p:sp>
    </p:spTree>
    <p:extLst>
      <p:ext uri="{BB962C8B-B14F-4D97-AF65-F5344CB8AC3E}">
        <p14:creationId xmlns:p14="http://schemas.microsoft.com/office/powerpoint/2010/main" val="2802192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635896" y="116632"/>
            <a:ext cx="5184576" cy="6924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System;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System.Windows.Forms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WindowsFormsApp1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partial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onsolas" panose="020B0609020204030204" pitchFamily="49" charset="0"/>
              </a:rPr>
              <a:t>Form1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: Form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Form1()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InitializeComponent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Form1_Load(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listBox1.Items.Add(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"1"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listBox1.Items.Add(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"2"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listBox1.Items.Add(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"10"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listBox1.Items.Add(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"20"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listBox1.Items.Add(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"5"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listBox1.Items.Add(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"6"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button1_Click(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Single result = 0;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foreach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listBox1.Items)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result +=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Convert.ToSingle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(s);</a:t>
            </a:r>
          </a:p>
          <a:p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button1.Text =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sonuc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="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result.ToString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476672"/>
            <a:ext cx="3384376" cy="218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096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691680" y="279276"/>
            <a:ext cx="6336704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System;</a:t>
            </a:r>
          </a:p>
          <a:p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System.Windows.Forms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WindowsFormsApp1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partial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2B91AF"/>
                </a:solidFill>
                <a:latin typeface="Consolas" panose="020B0609020204030204" pitchFamily="49" charset="0"/>
              </a:rPr>
              <a:t>Form1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: Form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Form1()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InitializeComponent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Form1_Load(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Random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rastgele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Random();</a:t>
            </a:r>
          </a:p>
          <a:p>
            <a:r>
              <a:rPr lang="nn-NO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n-NO" sz="105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05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05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1050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10; i++)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Convert.ToString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rastgele.Next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(100));</a:t>
            </a:r>
          </a:p>
          <a:p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listBox1.Items.Add(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Convert.ToString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rastgele.Next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(100)));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button1_Click(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Single result = 0;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050" dirty="0" err="1">
                <a:solidFill>
                  <a:srgbClr val="0000FF"/>
                </a:solidFill>
                <a:latin typeface="Consolas" panose="020B0609020204030204" pitchFamily="49" charset="0"/>
              </a:rPr>
              <a:t>foreach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s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listBox1.Items)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result +=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Convert.ToSingle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(s);</a:t>
            </a:r>
          </a:p>
          <a:p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button1.Text 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 err="1">
                <a:solidFill>
                  <a:srgbClr val="A31515"/>
                </a:solidFill>
                <a:latin typeface="Consolas" panose="020B0609020204030204" pitchFamily="49" charset="0"/>
              </a:rPr>
              <a:t>sonuc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="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result.ToString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40276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4211960" y="0"/>
            <a:ext cx="4572000" cy="701730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System;</a:t>
            </a:r>
          </a:p>
          <a:p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System.Collections.Generic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System.ComponentModel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System.Data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System.Drawing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System.Linq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System.Text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System.Threading.Tasks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System.Windows.Forms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WindowsFormsApp2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partial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2B91AF"/>
                </a:solidFill>
                <a:latin typeface="Consolas" panose="020B0609020204030204" pitchFamily="49" charset="0"/>
              </a:rPr>
              <a:t>Form1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: Form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Form1()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InitializeComponent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Form1_Load(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richTextBox1.Text = 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"Ali </a:t>
            </a:r>
            <a:r>
              <a:rPr lang="en-US" sz="1000" dirty="0" err="1">
                <a:solidFill>
                  <a:srgbClr val="A31515"/>
                </a:solidFill>
                <a:latin typeface="Consolas" panose="020B0609020204030204" pitchFamily="49" charset="0"/>
              </a:rPr>
              <a:t>Öz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 25 300\</a:t>
            </a:r>
            <a:r>
              <a:rPr lang="en-US" sz="1000" dirty="0" err="1">
                <a:solidFill>
                  <a:srgbClr val="A31515"/>
                </a:solidFill>
                <a:latin typeface="Consolas" panose="020B0609020204030204" pitchFamily="49" charset="0"/>
              </a:rPr>
              <a:t>nCemil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A31515"/>
                </a:solidFill>
                <a:latin typeface="Consolas" panose="020B0609020204030204" pitchFamily="49" charset="0"/>
              </a:rPr>
              <a:t>Öz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 32 250\</a:t>
            </a:r>
            <a:r>
              <a:rPr lang="en-US" sz="1000" dirty="0" err="1">
                <a:solidFill>
                  <a:srgbClr val="A31515"/>
                </a:solidFill>
                <a:latin typeface="Consolas" panose="020B0609020204030204" pitchFamily="49" charset="0"/>
              </a:rPr>
              <a:t>nFatma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A31515"/>
                </a:solidFill>
                <a:latin typeface="Consolas" panose="020B0609020204030204" pitchFamily="49" charset="0"/>
              </a:rPr>
              <a:t>Orakcı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 27 310"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button1_Click(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hepsi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richTextBox1.Text;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satirlar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hepsi.Split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'\n'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000" dirty="0" err="1">
                <a:solidFill>
                  <a:srgbClr val="0000FF"/>
                </a:solidFill>
                <a:latin typeface="Consolas" panose="020B0609020204030204" pitchFamily="49" charset="0"/>
              </a:rPr>
              <a:t>foreach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s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satirlar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listBox1.Items.Add(s);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000" dirty="0" err="1">
                <a:solidFill>
                  <a:srgbClr val="0000FF"/>
                </a:solidFill>
                <a:latin typeface="Consolas" panose="020B0609020204030204" pitchFamily="49" charset="0"/>
              </a:rPr>
              <a:t>foreach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s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satirlar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kelimeler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s.Split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' '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000" dirty="0" err="1">
                <a:solidFill>
                  <a:srgbClr val="0000FF"/>
                </a:solidFill>
                <a:latin typeface="Consolas" panose="020B0609020204030204" pitchFamily="49" charset="0"/>
              </a:rPr>
              <a:t>foreach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k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kelimeler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{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listBox1.Items.Add(k);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}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4704"/>
            <a:ext cx="3995936" cy="345063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Mürekkep 3"/>
              <p14:cNvContentPartPr/>
              <p14:nvPr/>
            </p14:nvContentPartPr>
            <p14:xfrm>
              <a:off x="849240" y="0"/>
              <a:ext cx="7833240" cy="6417360"/>
            </p14:xfrm>
          </p:contentPart>
        </mc:Choice>
        <mc:Fallback xmlns="">
          <p:pic>
            <p:nvPicPr>
              <p:cNvPr id="4" name="Mürekkep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9880" y="-9360"/>
                <a:ext cx="7851960" cy="643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845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825" y="260350"/>
            <a:ext cx="46863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9" name="Picture 5"/>
          <p:cNvPicPr>
            <a:picLocks noChangeAspect="1" noChangeArrowheads="1"/>
          </p:cNvPicPr>
          <p:nvPr/>
        </p:nvPicPr>
        <p:blipFill>
          <a:blip r:embed="rId3" cstate="print"/>
          <a:srcRect l="22688" t="33464" r="56641" b="49826"/>
          <a:stretch>
            <a:fillRect/>
          </a:stretch>
        </p:blipFill>
        <p:spPr bwMode="auto">
          <a:xfrm>
            <a:off x="5435600" y="2133600"/>
            <a:ext cx="2016125" cy="122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0" name="Picture 6"/>
          <p:cNvPicPr>
            <a:picLocks noChangeAspect="1" noChangeArrowheads="1"/>
          </p:cNvPicPr>
          <p:nvPr/>
        </p:nvPicPr>
        <p:blipFill>
          <a:blip r:embed="rId4" cstate="print"/>
          <a:srcRect l="21941" t="33269" r="58853" b="48026"/>
          <a:stretch>
            <a:fillRect/>
          </a:stretch>
        </p:blipFill>
        <p:spPr bwMode="auto">
          <a:xfrm>
            <a:off x="7270750" y="476250"/>
            <a:ext cx="1873250" cy="136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1" name="Picture 7"/>
          <p:cNvPicPr>
            <a:picLocks noChangeAspect="1" noChangeArrowheads="1"/>
          </p:cNvPicPr>
          <p:nvPr/>
        </p:nvPicPr>
        <p:blipFill>
          <a:blip r:embed="rId5" cstate="print"/>
          <a:srcRect l="19727" t="33289" r="64030" b="46051"/>
          <a:stretch>
            <a:fillRect/>
          </a:stretch>
        </p:blipFill>
        <p:spPr bwMode="auto">
          <a:xfrm>
            <a:off x="5435600" y="404813"/>
            <a:ext cx="1584325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2" name="Picture 8"/>
          <p:cNvPicPr>
            <a:picLocks noChangeAspect="1" noChangeArrowheads="1"/>
          </p:cNvPicPr>
          <p:nvPr/>
        </p:nvPicPr>
        <p:blipFill>
          <a:blip r:embed="rId6" cstate="print"/>
          <a:srcRect l="21208" t="58855" r="21941" b="29318"/>
          <a:stretch>
            <a:fillRect/>
          </a:stretch>
        </p:blipFill>
        <p:spPr bwMode="auto">
          <a:xfrm>
            <a:off x="0" y="4149725"/>
            <a:ext cx="8748713" cy="189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/>
          <p:cNvSpPr>
            <a:spLocks noChangeArrowheads="1"/>
          </p:cNvSpPr>
          <p:nvPr/>
        </p:nvSpPr>
        <p:spPr bwMode="auto">
          <a:xfrm>
            <a:off x="250825" y="260350"/>
            <a:ext cx="8424863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tr-TR" noProof="1"/>
              <a:t>private void yeniToolStripMenuItem_Click(object sender, EventArgs e)</a:t>
            </a:r>
          </a:p>
          <a:p>
            <a:r>
              <a:rPr lang="tr-TR" noProof="1"/>
              <a:t>        {</a:t>
            </a:r>
          </a:p>
          <a:p>
            <a:r>
              <a:rPr lang="tr-TR" noProof="1"/>
              <a:t>            richTextBox1.Text = " ";</a:t>
            </a:r>
          </a:p>
          <a:p>
            <a:r>
              <a:rPr lang="tr-TR" noProof="1"/>
              <a:t>        }</a:t>
            </a:r>
            <a:endParaRPr lang="en-US"/>
          </a:p>
        </p:txBody>
      </p:sp>
      <p:sp>
        <p:nvSpPr>
          <p:cNvPr id="10243" name="Rectangle 5"/>
          <p:cNvSpPr>
            <a:spLocks noChangeArrowheads="1"/>
          </p:cNvSpPr>
          <p:nvPr/>
        </p:nvSpPr>
        <p:spPr bwMode="auto">
          <a:xfrm>
            <a:off x="179388" y="1916113"/>
            <a:ext cx="8640762" cy="2014537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tr-TR" noProof="1"/>
              <a:t>private void açToolStripMenuItem_Click(object sender, EventArgs e)</a:t>
            </a:r>
          </a:p>
          <a:p>
            <a:r>
              <a:rPr lang="tr-TR" noProof="1"/>
              <a:t>        {</a:t>
            </a:r>
          </a:p>
          <a:p>
            <a:r>
              <a:rPr lang="tr-TR" noProof="1"/>
              <a:t>            if ( openFileDialog1.ShowDialog() == DialogResult.OK)</a:t>
            </a:r>
          </a:p>
          <a:p>
            <a:r>
              <a:rPr lang="tr-TR" noProof="1"/>
              <a:t>                {</a:t>
            </a:r>
          </a:p>
          <a:p>
            <a:r>
              <a:rPr lang="tr-TR" noProof="1"/>
              <a:t>                    richTextBox1.LoadFile(openFileDialog1.FileName);</a:t>
            </a:r>
          </a:p>
          <a:p>
            <a:r>
              <a:rPr lang="tr-TR" noProof="1"/>
              <a:t>                } </a:t>
            </a:r>
          </a:p>
          <a:p>
            <a:r>
              <a:rPr lang="tr-TR" noProof="1"/>
              <a:t>        }</a:t>
            </a:r>
            <a:endParaRPr lang="en-US" dirty="0"/>
          </a:p>
        </p:txBody>
      </p:sp>
      <p:sp>
        <p:nvSpPr>
          <p:cNvPr id="10244" name="Rectangle 6"/>
          <p:cNvSpPr>
            <a:spLocks noChangeArrowheads="1"/>
          </p:cNvSpPr>
          <p:nvPr/>
        </p:nvSpPr>
        <p:spPr bwMode="auto">
          <a:xfrm>
            <a:off x="250825" y="4294188"/>
            <a:ext cx="8642350" cy="2563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tr-TR" noProof="1"/>
              <a:t>private void kaydetToolStripMenuItem_Click(object sender, EventArgs e)</a:t>
            </a:r>
          </a:p>
          <a:p>
            <a:r>
              <a:rPr lang="tr-TR" noProof="1"/>
              <a:t>        {</a:t>
            </a:r>
          </a:p>
          <a:p>
            <a:r>
              <a:rPr lang="tr-TR" noProof="1"/>
              <a:t>            if ( saveFileDialog1.ShowDialog() == DialogResult.OK)</a:t>
            </a:r>
          </a:p>
          <a:p>
            <a:r>
              <a:rPr lang="tr-TR" noProof="1"/>
              <a:t>            {</a:t>
            </a:r>
          </a:p>
          <a:p>
            <a:r>
              <a:rPr lang="tr-TR" noProof="1"/>
              <a:t>                richTextBox1.SaveFile(saveFileDialog1.FileName, RichTextBoxStreamType.RichText);</a:t>
            </a:r>
          </a:p>
          <a:p>
            <a:r>
              <a:rPr lang="tr-TR" noProof="1"/>
              <a:t>              </a:t>
            </a:r>
          </a:p>
          <a:p>
            <a:r>
              <a:rPr lang="tr-TR" noProof="1"/>
              <a:t>            }</a:t>
            </a:r>
          </a:p>
          <a:p>
            <a:r>
              <a:rPr lang="tr-TR" noProof="1"/>
              <a:t>        }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/>
          <p:cNvSpPr>
            <a:spLocks noChangeArrowheads="1"/>
          </p:cNvSpPr>
          <p:nvPr/>
        </p:nvSpPr>
        <p:spPr bwMode="auto">
          <a:xfrm>
            <a:off x="323850" y="260350"/>
            <a:ext cx="6858000" cy="146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tr-TR" noProof="1"/>
              <a:t>private void çıkışToolStripMenuItem_Click(object sender, EventArgs e)</a:t>
            </a:r>
          </a:p>
          <a:p>
            <a:r>
              <a:rPr lang="tr-TR" noProof="1"/>
              <a:t>        {</a:t>
            </a:r>
          </a:p>
          <a:p>
            <a:r>
              <a:rPr lang="tr-TR" noProof="1"/>
              <a:t>            Close();</a:t>
            </a:r>
          </a:p>
          <a:p>
            <a:r>
              <a:rPr lang="tr-TR" noProof="1"/>
              <a:t>        }</a:t>
            </a:r>
            <a:endParaRPr lang="en-US"/>
          </a:p>
        </p:txBody>
      </p:sp>
      <p:sp>
        <p:nvSpPr>
          <p:cNvPr id="11267" name="Rectangle 5"/>
          <p:cNvSpPr>
            <a:spLocks noChangeArrowheads="1"/>
          </p:cNvSpPr>
          <p:nvPr/>
        </p:nvSpPr>
        <p:spPr bwMode="auto">
          <a:xfrm>
            <a:off x="179388" y="1916113"/>
            <a:ext cx="8569325" cy="11906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tr-TR" noProof="1"/>
              <a:t>private void kesToolStripMenuItem_Click(object sender, EventArgs e)</a:t>
            </a:r>
          </a:p>
          <a:p>
            <a:r>
              <a:rPr lang="tr-TR" noProof="1"/>
              <a:t>        {</a:t>
            </a:r>
          </a:p>
          <a:p>
            <a:r>
              <a:rPr lang="tr-TR" noProof="1"/>
              <a:t>            richTextBox1.Cut();</a:t>
            </a:r>
          </a:p>
          <a:p>
            <a:r>
              <a:rPr lang="tr-TR" noProof="1"/>
              <a:t>        }</a:t>
            </a:r>
            <a:endParaRPr lang="en-US"/>
          </a:p>
        </p:txBody>
      </p:sp>
      <p:sp>
        <p:nvSpPr>
          <p:cNvPr id="11268" name="Rectangle 6"/>
          <p:cNvSpPr>
            <a:spLocks noChangeArrowheads="1"/>
          </p:cNvSpPr>
          <p:nvPr/>
        </p:nvSpPr>
        <p:spPr bwMode="auto">
          <a:xfrm>
            <a:off x="179388" y="3357563"/>
            <a:ext cx="8569325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tr-TR" noProof="1"/>
              <a:t>private void kopyalaToolStripMenuItem_Click(object sender, EventArgs e)</a:t>
            </a:r>
          </a:p>
          <a:p>
            <a:r>
              <a:rPr lang="tr-TR" noProof="1"/>
              <a:t>        {</a:t>
            </a:r>
          </a:p>
          <a:p>
            <a:r>
              <a:rPr lang="tr-TR" noProof="1"/>
              <a:t>            richTextBox1.Copy();</a:t>
            </a:r>
          </a:p>
          <a:p>
            <a:r>
              <a:rPr lang="tr-TR" noProof="1"/>
              <a:t>        }</a:t>
            </a:r>
            <a:endParaRPr lang="en-US"/>
          </a:p>
        </p:txBody>
      </p:sp>
      <p:sp>
        <p:nvSpPr>
          <p:cNvPr id="11269" name="Rectangle 7"/>
          <p:cNvSpPr>
            <a:spLocks noChangeArrowheads="1"/>
          </p:cNvSpPr>
          <p:nvPr/>
        </p:nvSpPr>
        <p:spPr bwMode="auto">
          <a:xfrm>
            <a:off x="250825" y="4724400"/>
            <a:ext cx="8604250" cy="11906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tr-TR" noProof="1"/>
              <a:t>private void yapıştırToolStripMenuItem_Click(object sender, EventArgs e)</a:t>
            </a:r>
          </a:p>
          <a:p>
            <a:r>
              <a:rPr lang="tr-TR" noProof="1"/>
              <a:t>        {</a:t>
            </a:r>
          </a:p>
          <a:p>
            <a:r>
              <a:rPr lang="tr-TR" noProof="1"/>
              <a:t>            richTextBox1.Paste();</a:t>
            </a:r>
          </a:p>
          <a:p>
            <a:r>
              <a:rPr lang="tr-TR" noProof="1"/>
              <a:t>        }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ChangeArrowheads="1"/>
          </p:cNvSpPr>
          <p:nvPr/>
        </p:nvSpPr>
        <p:spPr bwMode="auto">
          <a:xfrm>
            <a:off x="323850" y="404813"/>
            <a:ext cx="8064500" cy="146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tr-TR" noProof="1"/>
              <a:t>private void renkToolStripMenuItem_Click(object sender, EventArgs e)</a:t>
            </a:r>
          </a:p>
          <a:p>
            <a:r>
              <a:rPr lang="tr-TR" noProof="1"/>
              <a:t>        {</a:t>
            </a:r>
          </a:p>
          <a:p>
            <a:r>
              <a:rPr lang="tr-TR" noProof="1"/>
              <a:t>            colorDialog1.ShowDialog();</a:t>
            </a:r>
          </a:p>
          <a:p>
            <a:r>
              <a:rPr lang="tr-TR" noProof="1"/>
              <a:t>            richTextBox1.ForeColor = colorDialog1.Color;</a:t>
            </a:r>
          </a:p>
          <a:p>
            <a:r>
              <a:rPr lang="tr-TR" noProof="1"/>
              <a:t>        }</a:t>
            </a:r>
            <a:endParaRPr lang="en-US"/>
          </a:p>
        </p:txBody>
      </p:sp>
      <p:sp>
        <p:nvSpPr>
          <p:cNvPr id="12291" name="Rectangle 5"/>
          <p:cNvSpPr>
            <a:spLocks noChangeArrowheads="1"/>
          </p:cNvSpPr>
          <p:nvPr/>
        </p:nvSpPr>
        <p:spPr bwMode="auto">
          <a:xfrm>
            <a:off x="395288" y="5084763"/>
            <a:ext cx="8064500" cy="146526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tr-TR" noProof="1"/>
              <a:t>private void yazıToolStripMenuItem_Click(object sender, EventArgs e)</a:t>
            </a:r>
          </a:p>
          <a:p>
            <a:r>
              <a:rPr lang="tr-TR" noProof="1"/>
              <a:t>        {</a:t>
            </a:r>
          </a:p>
          <a:p>
            <a:r>
              <a:rPr lang="tr-TR" noProof="1"/>
              <a:t>            fontDialog1.ShowDialog();</a:t>
            </a:r>
          </a:p>
          <a:p>
            <a:r>
              <a:rPr lang="tr-TR" noProof="1"/>
              <a:t>            richTextBox1.Font = fontDialog1.Font;</a:t>
            </a:r>
          </a:p>
          <a:p>
            <a:r>
              <a:rPr lang="tr-TR" noProof="1"/>
              <a:t>        }</a:t>
            </a:r>
            <a:endParaRPr lang="en-US"/>
          </a:p>
        </p:txBody>
      </p:sp>
      <p:sp>
        <p:nvSpPr>
          <p:cNvPr id="12292" name="Rectangle 6"/>
          <p:cNvSpPr>
            <a:spLocks noChangeArrowheads="1"/>
          </p:cNvSpPr>
          <p:nvPr/>
        </p:nvSpPr>
        <p:spPr bwMode="auto">
          <a:xfrm>
            <a:off x="179388" y="2492375"/>
            <a:ext cx="8353425" cy="201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tr-TR" noProof="1"/>
              <a:t>private void yazıToolStripMenuItem_Click(object sender, EventArgs e)</a:t>
            </a:r>
          </a:p>
          <a:p>
            <a:r>
              <a:rPr lang="tr-TR" noProof="1"/>
              <a:t>        {</a:t>
            </a:r>
          </a:p>
          <a:p>
            <a:r>
              <a:rPr lang="tr-TR" noProof="1"/>
              <a:t>            if (fontDialog1.ShowDialog() == DialogResult.OK)</a:t>
            </a:r>
          </a:p>
          <a:p>
            <a:r>
              <a:rPr lang="tr-TR" noProof="1"/>
              <a:t>            {</a:t>
            </a:r>
          </a:p>
          <a:p>
            <a:r>
              <a:rPr lang="tr-TR" noProof="1"/>
              <a:t>                 richTextBox1.Font = fontDialog1.Font;</a:t>
            </a:r>
          </a:p>
          <a:p>
            <a:r>
              <a:rPr lang="tr-TR" noProof="1"/>
              <a:t>            }</a:t>
            </a:r>
          </a:p>
          <a:p>
            <a:r>
              <a:rPr lang="tr-TR" noProof="1"/>
              <a:t>        }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750" y="620713"/>
            <a:ext cx="7572375" cy="564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/>
          <p:cNvSpPr>
            <a:spLocks noChangeArrowheads="1"/>
          </p:cNvSpPr>
          <p:nvPr/>
        </p:nvSpPr>
        <p:spPr bwMode="auto">
          <a:xfrm>
            <a:off x="179388" y="476250"/>
            <a:ext cx="8964612" cy="5197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tr-TR" sz="1400" noProof="1"/>
              <a:t>private void button1_Click(object sender, EventArgs e)</a:t>
            </a:r>
          </a:p>
          <a:p>
            <a:r>
              <a:rPr lang="tr-TR" sz="1400" noProof="1"/>
              <a:t>        {</a:t>
            </a:r>
          </a:p>
          <a:p>
            <a:r>
              <a:rPr lang="tr-TR" sz="1400" noProof="1"/>
              <a:t>                        </a:t>
            </a:r>
          </a:p>
          <a:p>
            <a:r>
              <a:rPr lang="tr-TR" sz="1400" noProof="1"/>
              <a:t>            Graphics cizim;</a:t>
            </a:r>
          </a:p>
          <a:p>
            <a:r>
              <a:rPr lang="tr-TR" sz="1400" noProof="1"/>
              <a:t>            cizim = this.CreateGraphics();</a:t>
            </a:r>
          </a:p>
          <a:p>
            <a:endParaRPr lang="tr-TR" sz="1400" noProof="1"/>
          </a:p>
          <a:p>
            <a:endParaRPr lang="tr-TR" sz="1400" noProof="1"/>
          </a:p>
          <a:p>
            <a:r>
              <a:rPr lang="tr-TR" sz="1400" noProof="1"/>
              <a:t>            Pen kalem = new Pen(Color.Green, 2);</a:t>
            </a:r>
          </a:p>
          <a:p>
            <a:r>
              <a:rPr lang="tr-TR" sz="1400" noProof="1"/>
              <a:t>            SolidBrush firca=new SolidBrush(Color.Red);</a:t>
            </a:r>
          </a:p>
          <a:p>
            <a:endParaRPr lang="tr-TR" sz="1400" noProof="1"/>
          </a:p>
          <a:p>
            <a:r>
              <a:rPr lang="tr-TR" sz="1400" noProof="1"/>
              <a:t>            if (rbdRec.Checked==true)</a:t>
            </a:r>
          </a:p>
          <a:p>
            <a:r>
              <a:rPr lang="tr-TR" sz="1400" noProof="1"/>
              <a:t>            cizim.DrawRectangle (kalem, Convert.ToInt32(txtXK.Text),  Convert.ToInt32(txtYK.Text),</a:t>
            </a:r>
          </a:p>
          <a:p>
            <a:r>
              <a:rPr lang="tr-TR" sz="1400" noProof="1"/>
              <a:t>                Convert.ToInt32(txtG.Text),   Convert.ToInt32(txtY.Text));</a:t>
            </a:r>
          </a:p>
          <a:p>
            <a:r>
              <a:rPr lang="tr-TR" sz="1400" noProof="1"/>
              <a:t>        if (rbdLine.Checked == true)</a:t>
            </a:r>
          </a:p>
          <a:p>
            <a:r>
              <a:rPr lang="tr-TR" sz="1400" noProof="1"/>
              <a:t>            cizim.DrawLine(kalem, Convert.ToInt32(txtXK.Text), Convert.ToInt32(txtYK.Text),</a:t>
            </a:r>
            <a:endParaRPr lang="tr-TR" sz="1400"/>
          </a:p>
          <a:p>
            <a:r>
              <a:rPr lang="tr-TR" sz="1400"/>
              <a:t>          </a:t>
            </a:r>
            <a:r>
              <a:rPr lang="tr-TR" sz="1400" noProof="1"/>
              <a:t>  Convert.ToInt32(txtG.Text),   Convert.ToInt32(txtY.Text));</a:t>
            </a:r>
          </a:p>
          <a:p>
            <a:endParaRPr lang="tr-TR" sz="1400" noProof="1"/>
          </a:p>
          <a:p>
            <a:r>
              <a:rPr lang="tr-TR" sz="1400" noProof="1"/>
              <a:t>        if (rbddolu.Checked == true)</a:t>
            </a:r>
          </a:p>
          <a:p>
            <a:r>
              <a:rPr lang="tr-TR" sz="1400" noProof="1"/>
              <a:t>            cizim.FillRectangle (firca, Convert.ToInt32(txtXK.Text),  Convert.ToInt32(txtYK.Text),</a:t>
            </a:r>
          </a:p>
          <a:p>
            <a:r>
              <a:rPr lang="tr-TR" sz="1400" noProof="1"/>
              <a:t>                Convert.ToInt32(txtG.Text),  Convert.ToInt32(txtY.Text));</a:t>
            </a:r>
          </a:p>
          <a:p>
            <a:endParaRPr lang="tr-TR" sz="1400" noProof="1"/>
          </a:p>
          <a:p>
            <a:r>
              <a:rPr lang="tr-TR" sz="1400" noProof="1"/>
              <a:t>            </a:t>
            </a:r>
          </a:p>
          <a:p>
            <a:endParaRPr lang="tr-TR" sz="1400" noProof="1"/>
          </a:p>
          <a:p>
            <a:r>
              <a:rPr lang="tr-TR" sz="1400" noProof="1"/>
              <a:t>        }</a:t>
            </a:r>
            <a:endParaRPr 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980728"/>
            <a:ext cx="7286625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25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332656"/>
            <a:ext cx="7286625" cy="3257550"/>
          </a:xfrm>
          <a:prstGeom prst="rect">
            <a:avLst/>
          </a:prstGeom>
        </p:spPr>
      </p:pic>
      <p:sp>
        <p:nvSpPr>
          <p:cNvPr id="3" name="Dikdörtgen 2"/>
          <p:cNvSpPr/>
          <p:nvPr/>
        </p:nvSpPr>
        <p:spPr>
          <a:xfrm>
            <a:off x="755576" y="3933056"/>
            <a:ext cx="784887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button1_Click(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sender,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EventArgs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e)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System.Drawing.</a:t>
            </a:r>
            <a:r>
              <a:rPr lang="tr-TR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Graphics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graphicsObj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graphicsObj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tr-TR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.CreateGraphics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Color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 = </a:t>
            </a:r>
            <a:r>
              <a:rPr lang="tr-TR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Color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.FromName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(textBox1.Text);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graphicsObj.Clear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(a);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Pen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myPen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tr-TR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Pen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System.Drawing.</a:t>
            </a:r>
            <a:r>
              <a:rPr lang="tr-TR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Color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.Red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5);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graphicsObj.DrawLine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myPen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20, 20, 200, 210);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  <a:endParaRPr lang="tr-TR" sz="1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Mürekkep 3"/>
              <p14:cNvContentPartPr/>
              <p14:nvPr/>
            </p14:nvContentPartPr>
            <p14:xfrm>
              <a:off x="203760" y="140760"/>
              <a:ext cx="7876080" cy="5838840"/>
            </p14:xfrm>
          </p:contentPart>
        </mc:Choice>
        <mc:Fallback xmlns="">
          <p:pic>
            <p:nvPicPr>
              <p:cNvPr id="4" name="Mürekkep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4400" y="131400"/>
                <a:ext cx="7894800" cy="585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1433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23528" y="116632"/>
            <a:ext cx="8820472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button2_Click(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sender,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EventArgs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e)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System.Drawing.</a:t>
            </a:r>
            <a:r>
              <a:rPr lang="tr-TR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Graphics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graphicsObj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graphicsObj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tr-TR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.CreateGraphics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Pen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myPen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tr-TR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Pen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System.Drawing.</a:t>
            </a:r>
            <a:r>
              <a:rPr lang="tr-TR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Color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.Red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5);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Rectangle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myRectangle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tr-TR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Rectangle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(20, 20, 250, 200);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graphicsObj.DrawRectangle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myPen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myRectangle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endParaRPr lang="tr-TR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button3_Click(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sender,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EventArgs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e)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System.Drawing.</a:t>
            </a:r>
            <a:r>
              <a:rPr lang="tr-TR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Graphics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graphicsObj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graphicsObj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tr-TR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.CreateGraphics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myFont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System.Drawing.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"Helvetica"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40,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FontStyle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.Italic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Brush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myBrush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tr-TR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SolidBrush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System.Drawing.</a:t>
            </a:r>
            <a:r>
              <a:rPr lang="tr-TR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Color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.Red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graphicsObj.DrawString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tr-TR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Hello</a:t>
            </a:r>
            <a:r>
              <a:rPr lang="tr-TR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C#"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myFont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myBrush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30, 30);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endParaRPr lang="tr-TR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button4_Click(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sender,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EventArgs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e)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System.Drawing.</a:t>
            </a:r>
            <a:r>
              <a:rPr lang="tr-TR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Graphics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graphicsObj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endParaRPr lang="tr-TR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graphicsObj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tr-TR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.CreateGraphics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endParaRPr lang="tr-TR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Pen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myPen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tr-TR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Pen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System.Drawing.</a:t>
            </a:r>
            <a:r>
              <a:rPr lang="tr-TR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Color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.Green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5);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Rectangle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myRectangle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tr-TR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Rectangle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(20, 20, 250, 200);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graphicsObj.DrawEllipse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myPen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myRectangle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endParaRPr lang="tr-TR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140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331640" y="332656"/>
            <a:ext cx="741682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tr-TR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button5_Click(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sender,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EventArgs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e)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render list contains all shapes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tr-TR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Rectangle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DrawList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tr-TR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tr-TR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Rectangle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&gt;();</a:t>
            </a:r>
          </a:p>
          <a:p>
            <a:endParaRPr lang="tr-TR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tr-TR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add</a:t>
            </a:r>
            <a:r>
              <a:rPr lang="tr-TR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example</a:t>
            </a:r>
            <a:r>
              <a:rPr lang="tr-TR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data</a:t>
            </a:r>
            <a:endParaRPr lang="tr-TR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DrawList.Add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Rectangle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(10, 30, 10, 40));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DrawList.Add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Rectangle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(50, 40, 20, 10));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DrawList.Add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Rectangle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(20, 20, 30, 20));</a:t>
            </a:r>
          </a:p>
          <a:p>
            <a:endParaRPr lang="tr-TR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tr-TR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draw</a:t>
            </a:r>
            <a:endParaRPr lang="tr-TR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tr-TR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Graphics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g = </a:t>
            </a:r>
            <a:r>
              <a:rPr lang="tr-TR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.CreateGraphics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foreach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Rectangle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Object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DrawList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g.FillRectangle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tr-TR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SolidBrush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tr-TR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Color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.Black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 Object);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endParaRPr lang="tr-TR" sz="1400" dirty="0"/>
          </a:p>
        </p:txBody>
      </p:sp>
    </p:spTree>
    <p:extLst>
      <p:ext uri="{BB962C8B-B14F-4D97-AF65-F5344CB8AC3E}">
        <p14:creationId xmlns:p14="http://schemas.microsoft.com/office/powerpoint/2010/main" val="855971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0113" y="476250"/>
            <a:ext cx="7559675" cy="540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ChangeArrowheads="1"/>
          </p:cNvSpPr>
          <p:nvPr/>
        </p:nvSpPr>
        <p:spPr bwMode="auto">
          <a:xfrm>
            <a:off x="179388" y="404813"/>
            <a:ext cx="8642350" cy="585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tr-TR" noProof="1"/>
              <a:t> private void button1_Click(object sender, EventArgs e)</a:t>
            </a:r>
          </a:p>
          <a:p>
            <a:r>
              <a:rPr lang="tr-TR" noProof="1"/>
              <a:t>        {</a:t>
            </a:r>
          </a:p>
          <a:p>
            <a:r>
              <a:rPr lang="tr-TR" noProof="1"/>
              <a:t>            monthCalendar1.BackColor = Color.Red;</a:t>
            </a:r>
          </a:p>
          <a:p>
            <a:r>
              <a:rPr lang="tr-TR" noProof="1"/>
              <a:t>            monthCalendar1.ForeColor = Color.Green;</a:t>
            </a:r>
          </a:p>
          <a:p>
            <a:r>
              <a:rPr lang="tr-TR" noProof="1"/>
              <a:t>            textBox1.Text = System.Convert.ToString( monthCalendar1.TodayDate);</a:t>
            </a:r>
          </a:p>
          <a:p>
            <a:r>
              <a:rPr lang="tr-TR" noProof="1"/>
              <a:t>        }</a:t>
            </a:r>
          </a:p>
          <a:p>
            <a:endParaRPr lang="tr-TR" noProof="1"/>
          </a:p>
          <a:p>
            <a:r>
              <a:rPr lang="tr-TR" noProof="1"/>
              <a:t>        private void button2_Click(object sender, EventArgs e)</a:t>
            </a:r>
          </a:p>
          <a:p>
            <a:r>
              <a:rPr lang="tr-TR" noProof="1"/>
              <a:t>        {</a:t>
            </a:r>
          </a:p>
          <a:p>
            <a:endParaRPr lang="tr-TR" noProof="1"/>
          </a:p>
          <a:p>
            <a:r>
              <a:rPr lang="tr-TR" noProof="1"/>
              <a:t>            this.dateTimePicker1.CustomFormat = "HH-mm-ss : MMMM/dd/yyyy  tt";</a:t>
            </a:r>
          </a:p>
          <a:p>
            <a:r>
              <a:rPr lang="tr-TR" noProof="1"/>
              <a:t>            this.dateTimePicker1.Format = </a:t>
            </a:r>
            <a:r>
              <a:rPr lang="tr-TR"/>
              <a:t>	</a:t>
            </a:r>
            <a:r>
              <a:rPr lang="tr-TR" noProof="1"/>
              <a:t>System.Windows.Forms.DateTimePickerFormat.Custom;</a:t>
            </a:r>
          </a:p>
          <a:p>
            <a:r>
              <a:rPr lang="tr-TR" noProof="1"/>
              <a:t>            this.dateTimePicker1.Location = new System.Drawing.Point(200, 200);</a:t>
            </a:r>
          </a:p>
          <a:p>
            <a:r>
              <a:rPr lang="tr-TR" noProof="1"/>
              <a:t>            this.dateTimePicker1.Name = "dateTimePicker";</a:t>
            </a:r>
          </a:p>
          <a:p>
            <a:r>
              <a:rPr lang="tr-TR" noProof="1"/>
              <a:t>            this.dateTimePicker1.Size = new System.Drawing.Size(240, 20);</a:t>
            </a:r>
          </a:p>
          <a:p>
            <a:r>
              <a:rPr lang="tr-TR" noProof="1"/>
              <a:t>            this.dateTimePicker1.TabIndex = 0;</a:t>
            </a:r>
          </a:p>
          <a:p>
            <a:r>
              <a:rPr lang="tr-TR" noProof="1"/>
              <a:t>            dateTimePicker1.CalendarForeColor = Color.Red;</a:t>
            </a:r>
          </a:p>
          <a:p>
            <a:r>
              <a:rPr lang="tr-TR" noProof="1"/>
              <a:t>            dateTimePicker1.CustomFormat = " MMMM/dddd/yy";</a:t>
            </a:r>
          </a:p>
          <a:p>
            <a:r>
              <a:rPr lang="tr-TR" noProof="1"/>
              <a:t>            </a:t>
            </a:r>
          </a:p>
          <a:p>
            <a:r>
              <a:rPr lang="tr-TR" noProof="1"/>
              <a:t>        }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00225" y="1485900"/>
            <a:ext cx="554355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250825" y="500063"/>
            <a:ext cx="7993063" cy="448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tr-TR" noProof="1"/>
              <a:t> private void button1_Click(object sender, EventArgs e)</a:t>
            </a:r>
          </a:p>
          <a:p>
            <a:r>
              <a:rPr lang="tr-TR" noProof="1"/>
              <a:t>        {</a:t>
            </a:r>
          </a:p>
          <a:p>
            <a:r>
              <a:rPr lang="tr-TR" noProof="1"/>
              <a:t>            OpenFileDialog open = new OpenFileDialog();</a:t>
            </a:r>
          </a:p>
          <a:p>
            <a:endParaRPr lang="tr-TR" noProof="1"/>
          </a:p>
          <a:p>
            <a:r>
              <a:rPr lang="tr-TR" noProof="1"/>
              <a:t>            open.Filter = "Image Files(*.jpg; *.jpeg; *.gif; *.bmp)|*.jpg; *.jpeg; *.gif; *.bmp";</a:t>
            </a:r>
          </a:p>
          <a:p>
            <a:endParaRPr lang="tr-TR" noProof="1"/>
          </a:p>
          <a:p>
            <a:r>
              <a:rPr lang="tr-TR" noProof="1"/>
              <a:t>            if (open.ShowDialog() == DialogResult.OK)</a:t>
            </a:r>
          </a:p>
          <a:p>
            <a:r>
              <a:rPr lang="tr-TR" noProof="1"/>
              <a:t>            {</a:t>
            </a:r>
          </a:p>
          <a:p>
            <a:endParaRPr lang="tr-TR" noProof="1"/>
          </a:p>
          <a:p>
            <a:r>
              <a:rPr lang="tr-TR" noProof="1"/>
              <a:t>                pictureBox1.Image = new Bitmap(open.FileName);</a:t>
            </a:r>
          </a:p>
          <a:p>
            <a:endParaRPr lang="tr-TR" noProof="1"/>
          </a:p>
          <a:p>
            <a:endParaRPr lang="tr-TR" noProof="1"/>
          </a:p>
          <a:p>
            <a:endParaRPr lang="tr-TR" noProof="1"/>
          </a:p>
          <a:p>
            <a:r>
              <a:rPr lang="tr-TR" noProof="1"/>
              <a:t>            }</a:t>
            </a:r>
          </a:p>
          <a:p>
            <a:r>
              <a:rPr lang="tr-TR" noProof="1"/>
              <a:t>        }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250825" y="500063"/>
            <a:ext cx="8281988" cy="448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tr-TR" noProof="1"/>
              <a:t> private void button2_Click(object sender, EventArgs e)</a:t>
            </a:r>
          </a:p>
          <a:p>
            <a:r>
              <a:rPr lang="tr-TR" noProof="1"/>
              <a:t>        {</a:t>
            </a:r>
          </a:p>
          <a:p>
            <a:r>
              <a:rPr lang="tr-TR" noProof="1"/>
              <a:t>            pictureBox1.SizeMode = System.Windows.Forms.PictureBoxSizeMode.StretchImage;</a:t>
            </a:r>
          </a:p>
          <a:p>
            <a:r>
              <a:rPr lang="tr-TR" noProof="1"/>
              <a:t>        }</a:t>
            </a:r>
          </a:p>
          <a:p>
            <a:r>
              <a:rPr lang="tr-TR" noProof="1"/>
              <a:t>        private void button3_Click(object sender, EventArgs e)</a:t>
            </a:r>
          </a:p>
          <a:p>
            <a:r>
              <a:rPr lang="tr-TR" noProof="1"/>
              <a:t>        {</a:t>
            </a:r>
          </a:p>
          <a:p>
            <a:r>
              <a:rPr lang="tr-TR" noProof="1"/>
              <a:t>            pictureBox1.SizeMode = System.Windows.Forms.PictureBoxSizeMode.AutoSize;</a:t>
            </a:r>
          </a:p>
          <a:p>
            <a:r>
              <a:rPr lang="tr-TR" noProof="1"/>
              <a:t>        }</a:t>
            </a:r>
          </a:p>
          <a:p>
            <a:endParaRPr lang="tr-TR" noProof="1"/>
          </a:p>
          <a:p>
            <a:r>
              <a:rPr lang="tr-TR" noProof="1"/>
              <a:t>        private void button4_Click(object sender, EventArgs e)</a:t>
            </a:r>
          </a:p>
          <a:p>
            <a:r>
              <a:rPr lang="tr-TR" noProof="1"/>
              <a:t>        {</a:t>
            </a:r>
          </a:p>
          <a:p>
            <a:r>
              <a:rPr lang="tr-TR" noProof="1"/>
              <a:t>            pictureBox1.SizeMode = System.Windows.Forms.PictureBoxSizeMode.CenterImage;</a:t>
            </a:r>
          </a:p>
          <a:p>
            <a:r>
              <a:rPr lang="tr-TR" noProof="1"/>
              <a:t>        }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4"/>
          <p:cNvSpPr txBox="1">
            <a:spLocks noChangeArrowheads="1"/>
          </p:cNvSpPr>
          <p:nvPr/>
        </p:nvSpPr>
        <p:spPr bwMode="auto">
          <a:xfrm>
            <a:off x="107504" y="95190"/>
            <a:ext cx="8865443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tr-TR" noProof="1"/>
              <a:t> private void button1_Click(object sender, EventArgs e)</a:t>
            </a:r>
          </a:p>
          <a:p>
            <a:r>
              <a:rPr lang="tr-TR" noProof="1"/>
              <a:t>        {</a:t>
            </a:r>
          </a:p>
          <a:p>
            <a:r>
              <a:rPr lang="tr-TR" noProof="1"/>
              <a:t>            int aci;</a:t>
            </a:r>
          </a:p>
          <a:p>
            <a:r>
              <a:rPr lang="tr-TR" noProof="1"/>
              <a:t>            double  sin_deg,radyan;</a:t>
            </a:r>
          </a:p>
          <a:p>
            <a:r>
              <a:rPr lang="tr-TR" noProof="1"/>
              <a:t>            listBox1.Items.Add("  ---- Açı --    -----sinüs değeri---") ;</a:t>
            </a:r>
          </a:p>
          <a:p>
            <a:r>
              <a:rPr lang="tr-TR" noProof="1"/>
              <a:t>            listBox1.Items.Add("  -----------------------------------");</a:t>
            </a:r>
          </a:p>
          <a:p>
            <a:r>
              <a:rPr lang="tr-TR" noProof="1"/>
              <a:t>            for (aci = 0; aci &lt;= 360; aci++)</a:t>
            </a:r>
          </a:p>
          <a:p>
            <a:r>
              <a:rPr lang="tr-TR" noProof="1"/>
              <a:t>            {</a:t>
            </a:r>
          </a:p>
          <a:p>
            <a:r>
              <a:rPr lang="tr-TR" noProof="1"/>
              <a:t>                radyan=System.Convert.ToDouble (aci) * 3.1416 / 180.00;</a:t>
            </a:r>
          </a:p>
          <a:p>
            <a:r>
              <a:rPr lang="tr-TR" noProof="1"/>
              <a:t>                sin_deg = Math.Sin(radyan );</a:t>
            </a:r>
          </a:p>
          <a:p>
            <a:r>
              <a:rPr lang="tr-TR" noProof="1"/>
              <a:t>                listBox1.Items.Add(" aÇI : " + System.Convert.ToString(aci) + "  sinüs değeri: " + System.Convert.ToString(sin_deg));</a:t>
            </a:r>
          </a:p>
          <a:p>
            <a:r>
              <a:rPr lang="tr-TR" noProof="1"/>
              <a:t>            }</a:t>
            </a:r>
          </a:p>
          <a:p>
            <a:r>
              <a:rPr lang="tr-TR" noProof="1"/>
              <a:t>        }</a:t>
            </a:r>
            <a:endParaRPr lang="tr-TR" dirty="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72" y="4051507"/>
            <a:ext cx="5553075" cy="27908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4"/>
          <p:cNvSpPr txBox="1">
            <a:spLocks noChangeArrowheads="1"/>
          </p:cNvSpPr>
          <p:nvPr/>
        </p:nvSpPr>
        <p:spPr bwMode="auto">
          <a:xfrm>
            <a:off x="250825" y="333375"/>
            <a:ext cx="8497888" cy="421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tr-TR" noProof="1"/>
              <a:t>private void radioButton1_CheckedChanged(object sender, EventArgs e)</a:t>
            </a:r>
          </a:p>
          <a:p>
            <a:r>
              <a:rPr lang="tr-TR" noProof="1"/>
              <a:t>        {</a:t>
            </a:r>
          </a:p>
          <a:p>
            <a:r>
              <a:rPr lang="tr-TR" noProof="1"/>
              <a:t>            if (colorDialog1.ShowDialog()  == DialogResult.OK)</a:t>
            </a:r>
          </a:p>
          <a:p>
            <a:r>
              <a:rPr lang="tr-TR" noProof="1"/>
              <a:t>            {</a:t>
            </a:r>
          </a:p>
          <a:p>
            <a:r>
              <a:rPr lang="tr-TR" noProof="1"/>
              <a:t>                button1.ForeColor = colorDialog1.Color; </a:t>
            </a:r>
          </a:p>
          <a:p>
            <a:r>
              <a:rPr lang="tr-TR" noProof="1"/>
              <a:t>            }</a:t>
            </a:r>
          </a:p>
          <a:p>
            <a:r>
              <a:rPr lang="tr-TR" noProof="1"/>
              <a:t>        }</a:t>
            </a:r>
          </a:p>
          <a:p>
            <a:endParaRPr lang="tr-TR" noProof="1"/>
          </a:p>
          <a:p>
            <a:r>
              <a:rPr lang="tr-TR" noProof="1"/>
              <a:t>        private void radioButton2_CheckedChanged(object sender, EventArgs e)</a:t>
            </a:r>
          </a:p>
          <a:p>
            <a:r>
              <a:rPr lang="tr-TR" noProof="1"/>
              <a:t>        {</a:t>
            </a:r>
          </a:p>
          <a:p>
            <a:r>
              <a:rPr lang="tr-TR" noProof="1"/>
              <a:t>            if (colorDialog1.ShowDialog() == DialogResult.OK)</a:t>
            </a:r>
          </a:p>
          <a:p>
            <a:r>
              <a:rPr lang="tr-TR" noProof="1"/>
              <a:t>            {</a:t>
            </a:r>
          </a:p>
          <a:p>
            <a:r>
              <a:rPr lang="tr-TR" noProof="1"/>
              <a:t>                button1.BackColor  = colorDialog1.Color;</a:t>
            </a:r>
          </a:p>
          <a:p>
            <a:r>
              <a:rPr lang="tr-TR" noProof="1"/>
              <a:t>            }</a:t>
            </a:r>
          </a:p>
          <a:p>
            <a:r>
              <a:rPr lang="tr-TR" noProof="1"/>
              <a:t>        }</a:t>
            </a:r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 l="19922" t="13184" r="25000" b="37744"/>
          <a:stretch>
            <a:fillRect/>
          </a:stretch>
        </p:blipFill>
        <p:spPr bwMode="auto">
          <a:xfrm>
            <a:off x="357188" y="428625"/>
            <a:ext cx="8418512" cy="600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1 Metin kutusu"/>
          <p:cNvSpPr txBox="1">
            <a:spLocks noChangeArrowheads="1"/>
          </p:cNvSpPr>
          <p:nvPr/>
        </p:nvSpPr>
        <p:spPr bwMode="auto">
          <a:xfrm>
            <a:off x="357188" y="357188"/>
            <a:ext cx="8286750" cy="535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public partial class Form1 : Form</a:t>
            </a:r>
          </a:p>
          <a:p>
            <a:r>
              <a:rPr lang="tr-TR"/>
              <a:t>    {</a:t>
            </a:r>
          </a:p>
          <a:p>
            <a:r>
              <a:rPr lang="fi-FI"/>
              <a:t>        Single maas, kesinti, emekli, netmaas;</a:t>
            </a:r>
          </a:p>
          <a:p>
            <a:r>
              <a:rPr lang="tr-TR"/>
              <a:t>        public Form1()</a:t>
            </a:r>
          </a:p>
          <a:p>
            <a:r>
              <a:rPr lang="tr-TR"/>
              <a:t>        {</a:t>
            </a:r>
          </a:p>
          <a:p>
            <a:r>
              <a:rPr lang="tr-TR"/>
              <a:t>            InitializeComponent();</a:t>
            </a:r>
          </a:p>
          <a:p>
            <a:r>
              <a:rPr lang="tr-TR"/>
              <a:t>        }</a:t>
            </a:r>
          </a:p>
          <a:p>
            <a:endParaRPr lang="tr-TR"/>
          </a:p>
          <a:p>
            <a:r>
              <a:rPr lang="en-US"/>
              <a:t>        private void radioButton2_CheckedChanged(object sender, EventArgs e)</a:t>
            </a:r>
          </a:p>
          <a:p>
            <a:r>
              <a:rPr lang="tr-TR"/>
              <a:t>        {</a:t>
            </a:r>
          </a:p>
          <a:p>
            <a:r>
              <a:rPr lang="tr-TR"/>
              <a:t>            groupBox2.Enabled  = false;</a:t>
            </a:r>
          </a:p>
          <a:p>
            <a:r>
              <a:rPr lang="tr-TR"/>
              <a:t>            hesapla();</a:t>
            </a:r>
          </a:p>
          <a:p>
            <a:r>
              <a:rPr lang="tr-TR"/>
              <a:t>        }</a:t>
            </a:r>
          </a:p>
          <a:p>
            <a:endParaRPr lang="tr-TR"/>
          </a:p>
          <a:p>
            <a:r>
              <a:rPr lang="en-US"/>
              <a:t>        private void radioButton1_CheckedChanged(object sender, EventArgs e)</a:t>
            </a:r>
          </a:p>
          <a:p>
            <a:r>
              <a:rPr lang="tr-TR"/>
              <a:t>        {</a:t>
            </a:r>
          </a:p>
          <a:p>
            <a:r>
              <a:rPr lang="tr-TR"/>
              <a:t>            groupBox2.Enabled = true ;</a:t>
            </a:r>
          </a:p>
          <a:p>
            <a:r>
              <a:rPr lang="tr-TR"/>
              <a:t>            hesapla();</a:t>
            </a:r>
          </a:p>
          <a:p>
            <a:r>
              <a:rPr lang="tr-TR"/>
              <a:t>        }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1 Metin kutusu"/>
          <p:cNvSpPr txBox="1">
            <a:spLocks noChangeArrowheads="1"/>
          </p:cNvSpPr>
          <p:nvPr/>
        </p:nvSpPr>
        <p:spPr bwMode="auto">
          <a:xfrm>
            <a:off x="357188" y="428625"/>
            <a:ext cx="8072437" cy="612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tr-TR" sz="1400"/>
              <a:t>string msg1,msg;</a:t>
            </a:r>
          </a:p>
          <a:p>
            <a:r>
              <a:rPr lang="tr-TR" sz="1400"/>
              <a:t>            int a, b;</a:t>
            </a:r>
          </a:p>
          <a:p>
            <a:r>
              <a:rPr lang="tr-TR" sz="1400"/>
              <a:t>            msg = textBox1.Text;</a:t>
            </a:r>
          </a:p>
          <a:p>
            <a:r>
              <a:rPr lang="tr-TR" sz="1400"/>
              <a:t>            b = msg.Length;</a:t>
            </a:r>
          </a:p>
          <a:p>
            <a:r>
              <a:rPr lang="tr-TR" sz="1400"/>
              <a:t>            </a:t>
            </a:r>
          </a:p>
          <a:p>
            <a:r>
              <a:rPr lang="tr-TR" sz="1400"/>
              <a:t>            msg1 = msg.Substring(0, b);</a:t>
            </a:r>
          </a:p>
          <a:p>
            <a:r>
              <a:rPr lang="tr-TR" sz="1400"/>
              <a:t>                </a:t>
            </a:r>
          </a:p>
          <a:p>
            <a:r>
              <a:rPr lang="tr-TR" sz="1400"/>
              <a:t>            for (a = b ; a &lt;= 10; a++)</a:t>
            </a:r>
          </a:p>
          <a:p>
            <a:r>
              <a:rPr lang="tr-TR" sz="1400"/>
              <a:t>            {</a:t>
            </a:r>
          </a:p>
          <a:p>
            <a:r>
              <a:rPr lang="tr-TR" sz="1400"/>
              <a:t>                msg1 = msg1 + "_";</a:t>
            </a:r>
          </a:p>
          <a:p>
            <a:r>
              <a:rPr lang="tr-TR" sz="1400"/>
              <a:t>            }</a:t>
            </a:r>
          </a:p>
          <a:p>
            <a:r>
              <a:rPr lang="tr-TR" sz="1400"/>
              <a:t>            richTextBox1.Text = msg1;</a:t>
            </a:r>
          </a:p>
          <a:p>
            <a:r>
              <a:rPr lang="tr-TR" sz="1400"/>
              <a:t>            msg = textBox2.Text;</a:t>
            </a:r>
          </a:p>
          <a:p>
            <a:r>
              <a:rPr lang="tr-TR" sz="1400"/>
              <a:t>            b = msg.Length;</a:t>
            </a:r>
          </a:p>
          <a:p>
            <a:r>
              <a:rPr lang="tr-TR" sz="1400"/>
              <a:t>            msg1 = msg.Substring(0, b);</a:t>
            </a:r>
          </a:p>
          <a:p>
            <a:r>
              <a:rPr lang="tr-TR" sz="1400"/>
              <a:t>            for (a = b; a &lt;= 10; a++)</a:t>
            </a:r>
          </a:p>
          <a:p>
            <a:r>
              <a:rPr lang="tr-TR" sz="1400"/>
              <a:t>            {</a:t>
            </a:r>
          </a:p>
          <a:p>
            <a:r>
              <a:rPr lang="tr-TR" sz="1400"/>
              <a:t>                msg1 = msg1 + "_";</a:t>
            </a:r>
          </a:p>
          <a:p>
            <a:r>
              <a:rPr lang="tr-TR" sz="1400"/>
              <a:t>            }</a:t>
            </a:r>
          </a:p>
          <a:p>
            <a:r>
              <a:rPr lang="tr-TR" sz="1400"/>
              <a:t>            richTextBox1.Text =richTextBox1 .Text + msg1;</a:t>
            </a:r>
          </a:p>
          <a:p>
            <a:r>
              <a:rPr lang="tr-TR" sz="1400"/>
              <a:t>            msg = textBox3.Text;</a:t>
            </a:r>
          </a:p>
          <a:p>
            <a:r>
              <a:rPr lang="tr-TR" sz="1400"/>
              <a:t>            b = msg.Length;</a:t>
            </a:r>
          </a:p>
          <a:p>
            <a:r>
              <a:rPr lang="tr-TR" sz="1400"/>
              <a:t>            msg1 = msg.Substring(0, b);</a:t>
            </a:r>
          </a:p>
          <a:p>
            <a:r>
              <a:rPr lang="tr-TR" sz="1400"/>
              <a:t>            for (a = b; a &lt;= 10; a++)</a:t>
            </a:r>
          </a:p>
          <a:p>
            <a:r>
              <a:rPr lang="tr-TR" sz="1400"/>
              <a:t>            {</a:t>
            </a:r>
          </a:p>
          <a:p>
            <a:r>
              <a:rPr lang="tr-TR" sz="1400"/>
              <a:t>                msg1 = msg1 + "_";</a:t>
            </a:r>
          </a:p>
          <a:p>
            <a:r>
              <a:rPr lang="tr-TR" sz="1400"/>
              <a:t>            }</a:t>
            </a:r>
          </a:p>
          <a:p>
            <a:r>
              <a:rPr lang="tr-TR" sz="1400"/>
              <a:t>            richTextBox1.Text = richTextBox1 .Text +  msg1;</a:t>
            </a:r>
            <a:endParaRPr 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1 Metin kutusu"/>
          <p:cNvSpPr txBox="1">
            <a:spLocks noChangeArrowheads="1"/>
          </p:cNvSpPr>
          <p:nvPr/>
        </p:nvSpPr>
        <p:spPr bwMode="auto">
          <a:xfrm>
            <a:off x="285750" y="214313"/>
            <a:ext cx="8286750" cy="314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private void textBox5_TextChanged(object sender, EventArgs e)</a:t>
            </a:r>
          </a:p>
          <a:p>
            <a:r>
              <a:rPr lang="tr-TR"/>
              <a:t>        {</a:t>
            </a:r>
          </a:p>
          <a:p>
            <a:r>
              <a:rPr lang="tr-TR"/>
              <a:t>            </a:t>
            </a:r>
          </a:p>
          <a:p>
            <a:r>
              <a:rPr lang="tr-TR"/>
              <a:t>            maas = System.Convert.ToSingle (textBox5.Text);</a:t>
            </a:r>
          </a:p>
          <a:p>
            <a:r>
              <a:rPr lang="tr-TR"/>
              <a:t>            kesinti = maas * (Single )0.10;</a:t>
            </a:r>
          </a:p>
          <a:p>
            <a:r>
              <a:rPr lang="tr-TR"/>
              <a:t>            emekli = maas * (Single)0.20;</a:t>
            </a:r>
          </a:p>
          <a:p>
            <a:r>
              <a:rPr lang="tr-TR"/>
              <a:t>            netmaas = maas - kesinti - emekli;</a:t>
            </a:r>
          </a:p>
          <a:p>
            <a:r>
              <a:rPr lang="tr-TR"/>
              <a:t>            textBox6.Text  = System.Convert.ToString(emekli);</a:t>
            </a:r>
          </a:p>
          <a:p>
            <a:r>
              <a:rPr lang="tr-TR"/>
              <a:t>            textBox7.Text  = System.Convert.ToString(kesinti);</a:t>
            </a:r>
          </a:p>
          <a:p>
            <a:r>
              <a:rPr lang="tr-TR"/>
              <a:t>            textBox8.Text  = System.Convert.ToString(netmaas);</a:t>
            </a:r>
          </a:p>
          <a:p>
            <a:r>
              <a:rPr lang="tr-TR"/>
              <a:t>        }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1 Metin kutusu"/>
          <p:cNvSpPr txBox="1">
            <a:spLocks noChangeArrowheads="1"/>
          </p:cNvSpPr>
          <p:nvPr/>
        </p:nvSpPr>
        <p:spPr bwMode="auto">
          <a:xfrm>
            <a:off x="357188" y="357188"/>
            <a:ext cx="8358187" cy="6002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tr-TR" sz="1600"/>
              <a:t>private void hesapla()</a:t>
            </a:r>
          </a:p>
          <a:p>
            <a:r>
              <a:rPr lang="tr-TR" sz="1600"/>
              <a:t>        {</a:t>
            </a:r>
          </a:p>
          <a:p>
            <a:r>
              <a:rPr lang="tr-TR" sz="1600"/>
              <a:t>            maas = System.Convert.ToSingle(0);</a:t>
            </a:r>
          </a:p>
          <a:p>
            <a:r>
              <a:rPr lang="tr-TR" sz="1600"/>
              <a:t>            if (radioButton1.Checked)</a:t>
            </a:r>
          </a:p>
          <a:p>
            <a:r>
              <a:rPr lang="tr-TR" sz="1600"/>
              <a:t>            {</a:t>
            </a:r>
          </a:p>
          <a:p>
            <a:r>
              <a:rPr lang="tr-TR" sz="1600"/>
              <a:t>                if (radioButton4.Checked)</a:t>
            </a:r>
          </a:p>
          <a:p>
            <a:r>
              <a:rPr lang="tr-TR" sz="1600"/>
              <a:t>                    maas = System.Convert.ToSingle(800);</a:t>
            </a:r>
          </a:p>
          <a:p>
            <a:r>
              <a:rPr lang="tr-TR" sz="1600"/>
              <a:t>            }</a:t>
            </a:r>
          </a:p>
          <a:p>
            <a:r>
              <a:rPr lang="tr-TR" sz="1600"/>
              <a:t>            if (radioButton1.Checked)</a:t>
            </a:r>
          </a:p>
          <a:p>
            <a:r>
              <a:rPr lang="tr-TR" sz="1600"/>
              <a:t>            {</a:t>
            </a:r>
          </a:p>
          <a:p>
            <a:r>
              <a:rPr lang="tr-TR" sz="1600"/>
              <a:t>                if (radioButton3.Checked)</a:t>
            </a:r>
          </a:p>
          <a:p>
            <a:r>
              <a:rPr lang="tr-TR" sz="1600"/>
              <a:t>                    maas = System.Convert.ToSingle(700);</a:t>
            </a:r>
          </a:p>
          <a:p>
            <a:r>
              <a:rPr lang="tr-TR" sz="1600"/>
              <a:t>            }</a:t>
            </a:r>
          </a:p>
          <a:p>
            <a:r>
              <a:rPr lang="tr-TR" sz="1600"/>
              <a:t>            if (radioButton2.Checked)</a:t>
            </a:r>
          </a:p>
          <a:p>
            <a:r>
              <a:rPr lang="tr-TR" sz="1600"/>
              <a:t>            {</a:t>
            </a:r>
          </a:p>
          <a:p>
            <a:r>
              <a:rPr lang="tr-TR" sz="1600"/>
              <a:t>                maas = System.Convert.ToSingle(700);</a:t>
            </a:r>
          </a:p>
          <a:p>
            <a:r>
              <a:rPr lang="tr-TR" sz="1600"/>
              <a:t>            }</a:t>
            </a:r>
          </a:p>
          <a:p>
            <a:r>
              <a:rPr lang="tr-TR" sz="1600"/>
              <a:t>            if(numericUpDown1.Value==1) </a:t>
            </a:r>
          </a:p>
          <a:p>
            <a:r>
              <a:rPr lang="tr-TR" sz="1600"/>
              <a:t>            maas = maas + System.Convert.ToSingle(30);</a:t>
            </a:r>
          </a:p>
          <a:p>
            <a:r>
              <a:rPr lang="tr-TR" sz="1600"/>
              <a:t>            if (numericUpDown1.Value &gt; 1)</a:t>
            </a:r>
          </a:p>
          <a:p>
            <a:r>
              <a:rPr lang="tr-TR" sz="1600"/>
              <a:t>                maas = maas + System.Convert.ToSingle(60);</a:t>
            </a:r>
          </a:p>
          <a:p>
            <a:endParaRPr lang="tr-TR" sz="1600"/>
          </a:p>
          <a:p>
            <a:r>
              <a:rPr lang="tr-TR" sz="1600"/>
              <a:t>            textBox5.Text = System.Convert.ToString(maas);</a:t>
            </a:r>
          </a:p>
          <a:p>
            <a:r>
              <a:rPr lang="tr-TR" sz="1600"/>
              <a:t>        }</a:t>
            </a:r>
            <a:endParaRPr lang="en-US" sz="1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1 Metin kutusu"/>
          <p:cNvSpPr txBox="1">
            <a:spLocks noChangeArrowheads="1"/>
          </p:cNvSpPr>
          <p:nvPr/>
        </p:nvSpPr>
        <p:spPr bwMode="auto">
          <a:xfrm>
            <a:off x="285750" y="357188"/>
            <a:ext cx="8572500" cy="3970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private void numericUpDown1_ValueChanged(object sender, EventArgs e)</a:t>
            </a:r>
          </a:p>
          <a:p>
            <a:r>
              <a:rPr lang="tr-TR"/>
              <a:t>        {</a:t>
            </a:r>
          </a:p>
          <a:p>
            <a:r>
              <a:rPr lang="tr-TR"/>
              <a:t>            hesapla();</a:t>
            </a:r>
          </a:p>
          <a:p>
            <a:r>
              <a:rPr lang="tr-TR"/>
              <a:t>        }</a:t>
            </a:r>
          </a:p>
          <a:p>
            <a:endParaRPr lang="tr-TR"/>
          </a:p>
          <a:p>
            <a:r>
              <a:rPr lang="en-US"/>
              <a:t>        private void radioButton3_CheckedChanged(object sender, EventArgs e)</a:t>
            </a:r>
          </a:p>
          <a:p>
            <a:r>
              <a:rPr lang="tr-TR"/>
              <a:t>        {</a:t>
            </a:r>
          </a:p>
          <a:p>
            <a:r>
              <a:rPr lang="tr-TR"/>
              <a:t>            hesapla();</a:t>
            </a:r>
          </a:p>
          <a:p>
            <a:r>
              <a:rPr lang="tr-TR"/>
              <a:t>        }</a:t>
            </a:r>
          </a:p>
          <a:p>
            <a:endParaRPr lang="tr-TR"/>
          </a:p>
          <a:p>
            <a:r>
              <a:rPr lang="en-US"/>
              <a:t>        private void radioButton4_CheckedChanged(object sender, EventArgs e)</a:t>
            </a:r>
          </a:p>
          <a:p>
            <a:r>
              <a:rPr lang="tr-TR"/>
              <a:t>        {</a:t>
            </a:r>
          </a:p>
          <a:p>
            <a:r>
              <a:rPr lang="tr-TR"/>
              <a:t>            hesapla();</a:t>
            </a:r>
          </a:p>
          <a:p>
            <a:r>
              <a:rPr lang="tr-TR"/>
              <a:t>        }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19227"/>
            <a:ext cx="3960440" cy="2752725"/>
          </a:xfrm>
          <a:prstGeom prst="rect">
            <a:avLst/>
          </a:prstGeom>
        </p:spPr>
      </p:pic>
      <p:sp>
        <p:nvSpPr>
          <p:cNvPr id="3" name="Dikdörtgen 2"/>
          <p:cNvSpPr/>
          <p:nvPr/>
        </p:nvSpPr>
        <p:spPr>
          <a:xfrm>
            <a:off x="3906522" y="116632"/>
            <a:ext cx="5237478" cy="597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System;</a:t>
            </a:r>
          </a:p>
          <a:p>
            <a:r>
              <a:rPr lang="en-US" sz="10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System.Windows.Forms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cemilpicturebox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partial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2B91AF"/>
                </a:solidFill>
                <a:latin typeface="Consolas" panose="020B0609020204030204" pitchFamily="49" charset="0"/>
              </a:rPr>
              <a:t>Form1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: Form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Form1()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InitializeComponent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pictureBox1_MouseEnter(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pictureBox1.Height += 10;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pictureBox1.Width += 10;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pictureBox1_MouseLeave(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pictureBox1.Height -= 10;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pictureBox1.Width -= 10;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pictureBox2_MouseEnter(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pictureBox2.Height += 10;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pictureBox2.Width += 10;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pictureBox2_MouseLeave(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pictureBox2.Height -= 10;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pictureBox2.Width -= 10;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79797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7" y="332656"/>
            <a:ext cx="5328592" cy="3056889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176" y="980728"/>
            <a:ext cx="1828800" cy="1171575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9775" y="3068960"/>
            <a:ext cx="3324225" cy="2590800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 rotWithShape="1">
          <a:blip r:embed="rId5"/>
          <a:srcRect l="7748" t="13782" r="46317" b="47828"/>
          <a:stretch/>
        </p:blipFill>
        <p:spPr>
          <a:xfrm>
            <a:off x="539553" y="3717032"/>
            <a:ext cx="5040559" cy="2808312"/>
          </a:xfrm>
          <a:prstGeom prst="rect">
            <a:avLst/>
          </a:prstGeom>
        </p:spPr>
      </p:pic>
      <p:sp>
        <p:nvSpPr>
          <p:cNvPr id="7" name="Sağ Ok 6"/>
          <p:cNvSpPr/>
          <p:nvPr/>
        </p:nvSpPr>
        <p:spPr>
          <a:xfrm>
            <a:off x="5580112" y="1429052"/>
            <a:ext cx="576064" cy="2717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şağı Ok 7"/>
          <p:cNvSpPr/>
          <p:nvPr/>
        </p:nvSpPr>
        <p:spPr>
          <a:xfrm>
            <a:off x="6948264" y="2420888"/>
            <a:ext cx="360040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ol Ok 9"/>
          <p:cNvSpPr/>
          <p:nvPr/>
        </p:nvSpPr>
        <p:spPr>
          <a:xfrm>
            <a:off x="4932040" y="5551748"/>
            <a:ext cx="767903" cy="25351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977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476673"/>
            <a:ext cx="5112568" cy="3541330"/>
          </a:xfrm>
          <a:prstGeom prst="rect">
            <a:avLst/>
          </a:prstGeom>
        </p:spPr>
      </p:pic>
      <p:sp>
        <p:nvSpPr>
          <p:cNvPr id="3" name="Dikdörtgen 2"/>
          <p:cNvSpPr/>
          <p:nvPr/>
        </p:nvSpPr>
        <p:spPr>
          <a:xfrm>
            <a:off x="1536722" y="4509120"/>
            <a:ext cx="627563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Form1_Load(</a:t>
            </a:r>
            <a:r>
              <a:rPr lang="tr-TR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sender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tr-TR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EventArgs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e)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comboBox1.Items.Add(</a:t>
            </a:r>
            <a:r>
              <a:rPr lang="tr-TR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"Uzman "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comboBox1.Items.Add(</a:t>
            </a:r>
            <a:r>
              <a:rPr lang="tr-TR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"Arş. Gör. "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comboBox1.Items.Add(</a:t>
            </a:r>
            <a:r>
              <a:rPr lang="tr-TR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tr-TR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Öğr</a:t>
            </a:r>
            <a:r>
              <a:rPr lang="tr-TR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 Gör. "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comboBox1.Items.Add(</a:t>
            </a:r>
            <a:r>
              <a:rPr lang="tr-TR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"Yrd. Doç. Dr. "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comboBox1.Items.Add(</a:t>
            </a:r>
            <a:r>
              <a:rPr lang="tr-TR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"Doç. Dr. "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comboBox1.Items.Add(</a:t>
            </a:r>
            <a:r>
              <a:rPr lang="tr-TR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"Prof. Dr. "</a:t>
            </a:r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tr-T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 </a:t>
            </a:r>
            <a:endParaRPr lang="tr-TR" sz="1400" dirty="0"/>
          </a:p>
        </p:txBody>
      </p:sp>
    </p:spTree>
    <p:extLst>
      <p:ext uri="{BB962C8B-B14F-4D97-AF65-F5344CB8AC3E}">
        <p14:creationId xmlns:p14="http://schemas.microsoft.com/office/powerpoint/2010/main" val="1283211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95536" y="764704"/>
            <a:ext cx="842493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button2_Click(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sender,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EventArgs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e)</a:t>
            </a:r>
          </a:p>
          <a:p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unvan = comboBox1.Text;</a:t>
            </a:r>
          </a:p>
          <a:p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adi = textBox1.Text;</a:t>
            </a:r>
          </a:p>
          <a:p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soyAdi</a:t>
            </a:r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textBox2.Text;</a:t>
            </a:r>
          </a:p>
          <a:p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listBox1.BeginUpdate();  </a:t>
            </a:r>
          </a:p>
          <a:p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listBox1.Items.Add(unvan + </a:t>
            </a:r>
            <a:r>
              <a:rPr lang="tr-TR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 "</a:t>
            </a:r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adi + </a:t>
            </a:r>
            <a:r>
              <a:rPr lang="tr-TR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 "</a:t>
            </a:r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tr-TR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soyAdi</a:t>
            </a:r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listBox1.EndUpdate();</a:t>
            </a:r>
          </a:p>
          <a:p>
            <a:r>
              <a:rPr lang="tr-T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  <a:endParaRPr lang="tr-TR" sz="1600" dirty="0"/>
          </a:p>
        </p:txBody>
      </p:sp>
    </p:spTree>
    <p:extLst>
      <p:ext uri="{BB962C8B-B14F-4D97-AF65-F5344CB8AC3E}">
        <p14:creationId xmlns:p14="http://schemas.microsoft.com/office/powerpoint/2010/main" val="2664855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23527" y="332656"/>
            <a:ext cx="8354887" cy="57908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System;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System.Text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namespace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renk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Program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.WriteLine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"\t normal </a:t>
            </a:r>
            <a:r>
              <a:rPr lang="en-US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renk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 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.BackgroundColor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ConsoleColor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.Red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.ForegroundColor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ConsoleColor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.White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.WriteLine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"\t </a:t>
            </a:r>
            <a:r>
              <a:rPr lang="en-US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beyaz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üzerine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kırmızı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beya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üzerine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kırmızı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devam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edecektir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.WriteLine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"\t </a:t>
            </a:r>
            <a:r>
              <a:rPr lang="en-US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değiştirilmedikçe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aynı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 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normal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renk'e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dönüş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.ResetColor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.WriteLine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"\t </a:t>
            </a:r>
            <a:r>
              <a:rPr lang="en-US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Console.ResetColor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</a:t>
            </a:r>
            <a:r>
              <a:rPr lang="en-US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ve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normal </a:t>
            </a:r>
            <a:r>
              <a:rPr lang="en-US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renk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 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.ReadKey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816" y="188640"/>
            <a:ext cx="5762599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499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251520" y="332656"/>
            <a:ext cx="6606480" cy="653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System;</a:t>
            </a:r>
            <a:endParaRPr lang="en-US" sz="20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System.Text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namespace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renk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Program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.BackgroundColor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ConsoleColor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.Black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.ForegroundColor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ConsoleColor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.White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.WriteLine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</a:t>
            </a:r>
            <a:r>
              <a:rPr lang="en-US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siyah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üzeri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beyaz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.WriteLine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.BackgroundColor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==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ConsoleColor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.Black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.BackgroundColor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ConsoleColor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.Red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.ForegroundColor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ConsoleColor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.White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.WriteLine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</a:t>
            </a:r>
            <a:r>
              <a:rPr lang="en-US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Kırmızı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üzeri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siyah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.ReadKey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808" y="476672"/>
            <a:ext cx="6106882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811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79512" y="260649"/>
            <a:ext cx="6678488" cy="6073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System;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System.Text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namespace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renk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Program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1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en-US" sz="11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yeşil</a:t>
            </a:r>
            <a:r>
              <a:rPr lang="en-US" sz="11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(green) </a:t>
            </a:r>
            <a:r>
              <a:rPr lang="en-US" sz="11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satır</a:t>
            </a:r>
            <a:r>
              <a:rPr lang="en-US" sz="11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1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Yazdir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 Bu </a:t>
            </a:r>
            <a:r>
              <a:rPr lang="en-US" sz="11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satır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yeşil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üzeri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siyah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."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.WriteLine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1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en-US" sz="11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bir</a:t>
            </a:r>
            <a:r>
              <a:rPr lang="en-US" sz="11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defa</a:t>
            </a:r>
            <a:r>
              <a:rPr lang="en-US" sz="11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daha</a:t>
            </a:r>
            <a:r>
              <a:rPr lang="en-US" sz="11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metodu</a:t>
            </a:r>
            <a:r>
              <a:rPr lang="en-US" sz="11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çağır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Yazdir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 Bu </a:t>
            </a:r>
            <a:r>
              <a:rPr lang="en-US" sz="11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satırda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aynı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şekilde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1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yeşil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üzeri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siyah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.WriteLine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.ReadKey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Yazdir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value)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1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en-US" sz="11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Yeşil</a:t>
            </a:r>
            <a:r>
              <a:rPr lang="en-US" sz="11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zemin</a:t>
            </a:r>
            <a:r>
              <a:rPr lang="en-US" sz="11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üzerine</a:t>
            </a:r>
            <a:r>
              <a:rPr lang="en-US" sz="11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siyah</a:t>
            </a:r>
            <a:r>
              <a:rPr lang="en-US" sz="11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yazı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.BackgroundColor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ConsoleColor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.Green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.ForegroundColor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ConsoleColor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.DarkGreen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.WriteLine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value.PadRight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.WindowWidth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- 1));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1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en-US" sz="11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renk</a:t>
            </a:r>
            <a:r>
              <a:rPr lang="en-US" sz="11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sıfırlanmakta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.ResetColor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832" y="116632"/>
            <a:ext cx="6127882" cy="165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06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07504" y="116633"/>
            <a:ext cx="6912768" cy="5785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System;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System.Text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namespace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renk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Program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05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05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en-US" sz="105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zemin</a:t>
            </a:r>
            <a:r>
              <a:rPr lang="en-US" sz="105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ve</a:t>
            </a:r>
            <a:r>
              <a:rPr lang="en-US" sz="105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yazı</a:t>
            </a:r>
            <a:r>
              <a:rPr lang="en-US" sz="105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için</a:t>
            </a:r>
            <a:r>
              <a:rPr lang="en-US" sz="105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renk</a:t>
            </a:r>
            <a:r>
              <a:rPr lang="en-US" sz="105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örnekği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05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05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Type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tip = </a:t>
            </a:r>
            <a:r>
              <a:rPr lang="en-US" sz="105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typeof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05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ConsoleColor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05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.ForegroundColor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05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ConsoleColor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.White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en-US" sz="105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en-US" sz="105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yazı</a:t>
            </a:r>
            <a:r>
              <a:rPr lang="en-US" sz="105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beyaz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05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foreach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05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var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renkAdi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Enum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.GetNames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(tip))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05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.BackgroundColor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(</a:t>
            </a:r>
            <a:r>
              <a:rPr lang="en-US" sz="105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ConsoleColor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05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Enum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.Parse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(tip, 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renkAdi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05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.WriteLine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05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"\t"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renkAdi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05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.BackgroundColor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05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ConsoleColor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.Black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</a:t>
            </a:r>
            <a:r>
              <a:rPr lang="en-US" sz="105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en-US" sz="105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zemin</a:t>
            </a:r>
            <a:r>
              <a:rPr lang="en-US" sz="105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siyah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05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foreach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05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var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renkAdi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Enum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.GetNames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(tip))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05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.ForegroundColor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(</a:t>
            </a:r>
            <a:r>
              <a:rPr lang="en-US" sz="105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ConsoleColor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05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Enum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.Parse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(tip, 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renkAdi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05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.WriteLine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05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"\t\t"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 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renkAdi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05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.ReadKey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en-US" sz="2800" dirty="0"/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184" y="0"/>
            <a:ext cx="3744416" cy="52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015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kdörtgen 2"/>
          <p:cNvSpPr/>
          <p:nvPr/>
        </p:nvSpPr>
        <p:spPr>
          <a:xfrm>
            <a:off x="13914" y="260648"/>
            <a:ext cx="4572000" cy="46628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System;</a:t>
            </a:r>
          </a:p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System.Collections.Generic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System.ComponentModel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System.Data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System.Drawing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System.Linq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System.Text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System.Threading.Tasks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System.Windows.Forms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cizimwithfare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partial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2B91AF"/>
                </a:solidFill>
                <a:latin typeface="Consolas" panose="020B0609020204030204" pitchFamily="49" charset="0"/>
              </a:rPr>
              <a:t>Form1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: Form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System.Drawing.Graphics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formGraphics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isDown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initialX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initialY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width, height;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Pen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drwaPen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Pen(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Color.Navy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, 1);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List&lt;Rectangle&gt;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cizim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List&lt;Rectangle&gt;() 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Form1()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InitializeComponent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Form1_MouseDown(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MouseEventArgs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isDown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initialX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e.X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initialY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e.Y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ikdörtgen 3"/>
          <p:cNvSpPr/>
          <p:nvPr/>
        </p:nvSpPr>
        <p:spPr>
          <a:xfrm>
            <a:off x="4499992" y="868193"/>
            <a:ext cx="4572000" cy="4939814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Form1_MouseUp(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MouseEventArgs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isDown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cizim.Add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Rectangle(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initialX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initialY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, width *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Math.Sign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(width), height *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Math.Sign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(height)));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formGraphics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9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.CreateGraphics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900" dirty="0" err="1">
                <a:solidFill>
                  <a:srgbClr val="0000FF"/>
                </a:solidFill>
                <a:latin typeface="Consolas" panose="020B0609020204030204" pitchFamily="49" charset="0"/>
              </a:rPr>
              <a:t>foreach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(Rectangle r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cizim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formGraphics.DrawRectangle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drwaPen,r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lvl="0"/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Form1_MouseMove(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MouseEventArgs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isDown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9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.Refresh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0"/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width =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e.X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-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initialX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height =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e.Y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-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initialY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//if (</a:t>
            </a:r>
            <a:r>
              <a:rPr lang="en-US" sz="900" dirty="0" err="1">
                <a:solidFill>
                  <a:srgbClr val="008000"/>
                </a:solidFill>
                <a:latin typeface="Consolas" panose="020B0609020204030204" pitchFamily="49" charset="0"/>
              </a:rPr>
              <a:t>Math.Sign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 (width) == -1) width = width 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//Rectangle </a:t>
            </a:r>
            <a:r>
              <a:rPr lang="en-US" sz="900" dirty="0" err="1">
                <a:solidFill>
                  <a:srgbClr val="008000"/>
                </a:solidFill>
                <a:latin typeface="Consolas" panose="020B0609020204030204" pitchFamily="49" charset="0"/>
              </a:rPr>
              <a:t>rect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 = new Rectangle(</a:t>
            </a:r>
            <a:r>
              <a:rPr lang="en-US" sz="900" dirty="0" err="1">
                <a:solidFill>
                  <a:srgbClr val="008000"/>
                </a:solidFill>
                <a:latin typeface="Consolas" panose="020B0609020204030204" pitchFamily="49" charset="0"/>
              </a:rPr>
              <a:t>initialPt.X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, </a:t>
            </a:r>
            <a:r>
              <a:rPr lang="en-US" sz="900" dirty="0" err="1">
                <a:solidFill>
                  <a:srgbClr val="008000"/>
                </a:solidFill>
                <a:latin typeface="Consolas" panose="020B0609020204030204" pitchFamily="49" charset="0"/>
              </a:rPr>
              <a:t>initialPt.Y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, </a:t>
            </a:r>
            <a:r>
              <a:rPr lang="en-US" sz="900" dirty="0" err="1">
                <a:solidFill>
                  <a:srgbClr val="008000"/>
                </a:solidFill>
                <a:latin typeface="Consolas" panose="020B0609020204030204" pitchFamily="49" charset="0"/>
              </a:rPr>
              <a:t>Cursor.Position.X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 - </a:t>
            </a:r>
            <a:r>
              <a:rPr lang="en-US" sz="900" dirty="0" err="1">
                <a:solidFill>
                  <a:srgbClr val="008000"/>
                </a:solidFill>
                <a:latin typeface="Consolas" panose="020B0609020204030204" pitchFamily="49" charset="0"/>
              </a:rPr>
              <a:t>initialPt.X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, </a:t>
            </a:r>
            <a:r>
              <a:rPr lang="en-US" sz="900" dirty="0" err="1">
                <a:solidFill>
                  <a:srgbClr val="008000"/>
                </a:solidFill>
                <a:latin typeface="Consolas" panose="020B0609020204030204" pitchFamily="49" charset="0"/>
              </a:rPr>
              <a:t>Cursor.Position.Y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 - </a:t>
            </a:r>
            <a:r>
              <a:rPr lang="en-US" sz="900" dirty="0" err="1">
                <a:solidFill>
                  <a:srgbClr val="008000"/>
                </a:solidFill>
                <a:latin typeface="Consolas" panose="020B0609020204030204" pitchFamily="49" charset="0"/>
              </a:rPr>
              <a:t>initialPt.Y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);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Rectangle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rect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Rectangle(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initialX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initialY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, width *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Math.Sign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(width), height *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Math.Sign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(height));</a:t>
            </a:r>
          </a:p>
          <a:p>
            <a:pPr lvl="0"/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formGraphics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9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.CreateGraphics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formGraphics.DrawRectangle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drwaPen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rect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sz="900" dirty="0" err="1">
                <a:solidFill>
                  <a:srgbClr val="008000"/>
                </a:solidFill>
                <a:latin typeface="Consolas" panose="020B0609020204030204" pitchFamily="49" charset="0"/>
              </a:rPr>
              <a:t>formGraphics.DrawPie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(</a:t>
            </a:r>
            <a:r>
              <a:rPr lang="en-US" sz="900" dirty="0" err="1">
                <a:solidFill>
                  <a:srgbClr val="008000"/>
                </a:solidFill>
                <a:latin typeface="Consolas" panose="020B0609020204030204" pitchFamily="49" charset="0"/>
              </a:rPr>
              <a:t>drwaPen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, </a:t>
            </a:r>
            <a:r>
              <a:rPr lang="en-US" sz="900" dirty="0" err="1">
                <a:solidFill>
                  <a:srgbClr val="008000"/>
                </a:solidFill>
                <a:latin typeface="Consolas" panose="020B0609020204030204" pitchFamily="49" charset="0"/>
              </a:rPr>
              <a:t>rect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, 0.0F,45.0F);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863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23528" y="188640"/>
            <a:ext cx="4572000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System;</a:t>
            </a:r>
          </a:p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System.Collections.Generic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System.ComponentModel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System.Data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System.Drawing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System.Linq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System.Text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System.Threading.Tasks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System.Windows.Forms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cizimwithfare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partial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2B91AF"/>
                </a:solidFill>
                <a:latin typeface="Consolas" panose="020B0609020204030204" pitchFamily="49" charset="0"/>
              </a:rPr>
              <a:t>Form1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: Form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System.Drawing.Graphics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graphics;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</a:p>
          <a:p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//bool </a:t>
            </a:r>
            <a:r>
              <a:rPr lang="en-US" sz="900" dirty="0" err="1">
                <a:solidFill>
                  <a:srgbClr val="008000"/>
                </a:solidFill>
                <a:latin typeface="Consolas" panose="020B0609020204030204" pitchFamily="49" charset="0"/>
              </a:rPr>
              <a:t>isDown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 = false;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pressedLocationX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pressedLocationY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releasedLocationX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releasedLocationY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//List&lt;Rectangle&gt; </a:t>
            </a:r>
            <a:r>
              <a:rPr lang="en-US" sz="900" dirty="0" err="1">
                <a:solidFill>
                  <a:srgbClr val="008000"/>
                </a:solidFill>
                <a:latin typeface="Consolas" panose="020B0609020204030204" pitchFamily="49" charset="0"/>
              </a:rPr>
              <a:t>cizim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 = new List&lt;Rectangle&gt;() ;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Form1()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InitializeComponent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</a:p>
          <a:p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Form1_Load(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comboBox1.Items.Add(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"Line Circle"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comboBox1.Items.Add(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"Filled Circle"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comboBox1.Items.Add(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"Filled Square"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comboBox1.Items.Add(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"Line Square"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comboBox1.SelectedIndex = 0;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endParaRPr lang="en-US" dirty="0"/>
          </a:p>
        </p:txBody>
      </p:sp>
      <p:sp>
        <p:nvSpPr>
          <p:cNvPr id="3" name="Dikdörtgen 2"/>
          <p:cNvSpPr/>
          <p:nvPr/>
        </p:nvSpPr>
        <p:spPr>
          <a:xfrm>
            <a:off x="2987824" y="-315416"/>
            <a:ext cx="7974632" cy="8540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Form1_MouseUp_1(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MouseEventArgs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textBox1.Text = 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"1"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0"/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sz="900" dirty="0" err="1">
                <a:solidFill>
                  <a:srgbClr val="008000"/>
                </a:solidFill>
                <a:latin typeface="Consolas" panose="020B0609020204030204" pitchFamily="49" charset="0"/>
              </a:rPr>
              <a:t>cizim.Add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(new Rectangle(</a:t>
            </a:r>
            <a:r>
              <a:rPr lang="en-US" sz="900" dirty="0" err="1">
                <a:solidFill>
                  <a:srgbClr val="008000"/>
                </a:solidFill>
                <a:latin typeface="Consolas" panose="020B0609020204030204" pitchFamily="49" charset="0"/>
              </a:rPr>
              <a:t>initialX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, </a:t>
            </a:r>
            <a:r>
              <a:rPr lang="en-US" sz="900" dirty="0" err="1">
                <a:solidFill>
                  <a:srgbClr val="008000"/>
                </a:solidFill>
                <a:latin typeface="Consolas" panose="020B0609020204030204" pitchFamily="49" charset="0"/>
              </a:rPr>
              <a:t>initialY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, width * </a:t>
            </a:r>
            <a:r>
              <a:rPr lang="en-US" sz="900" dirty="0" err="1">
                <a:solidFill>
                  <a:srgbClr val="008000"/>
                </a:solidFill>
                <a:latin typeface="Consolas" panose="020B0609020204030204" pitchFamily="49" charset="0"/>
              </a:rPr>
              <a:t>Math.Sign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(width), height * </a:t>
            </a:r>
            <a:r>
              <a:rPr lang="en-US" sz="900" dirty="0" err="1">
                <a:solidFill>
                  <a:srgbClr val="008000"/>
                </a:solidFill>
                <a:latin typeface="Consolas" panose="020B0609020204030204" pitchFamily="49" charset="0"/>
              </a:rPr>
              <a:t>Math.Sign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(height)));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releasedLocationX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e.X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releasedLocationY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e.Y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textBox1.Text = 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"2"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graphics = </a:t>
            </a:r>
            <a:r>
              <a:rPr lang="en-US" sz="9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.CreateGraphics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SolidBrush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solidbrush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SolidBrush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Color.Magenta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Pen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pen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Pen(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Color.DarkRed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, 2);</a:t>
            </a:r>
          </a:p>
          <a:p>
            <a:pPr lvl="0"/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graphics.Clear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Color.Azure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0"/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switch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(comboBox1.SelectedItem.ToString())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"Filled Square"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graphics.FillRectangle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solidbrush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Math.Min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pressedLocationX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, 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releasedLocationX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// Left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Math.Min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pressedLocationY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, 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releasedLocationY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// Top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Math.Abs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releasedLocationX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- 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pressedLocationX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// Width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Math.Abs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releasedLocationY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- 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pressedLocationY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)); 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// Height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0"/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"Filled Circle"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graphics.FillEllipse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solidbrush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Math.Min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pressedLocationX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, 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releasedLocationX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// Left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Math.Min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pressedLocationY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, 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releasedLocationY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// Top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Math.Abs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releasedLocationX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- 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pressedLocationX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// Width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Math.Abs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releasedLocationY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- 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pressedLocationY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)); 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// Height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0"/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"Line Square"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graphics.DrawRectangle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(pen,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Math.Min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pressedLocationX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, 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releasedLocationX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// Left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Math.Min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pressedLocationY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, 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releasedLocationY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// Top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Math.Abs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releasedLocationX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- 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pressedLocationX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// Width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Math.Abs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releasedLocationY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- 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pressedLocationY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)); 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// Height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0"/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"Line Circle"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graphics.DrawEllipse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(pen,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Math.Min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pressedLocationX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, 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releasedLocationX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// Left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Math.Min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pressedLocationY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, 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releasedLocationY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// Top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Math.Abs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releasedLocationX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- 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pressedLocationX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// Width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Math.Abs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releasedLocationY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- 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pressedLocationY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)); 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// Height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0"/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pPr lvl="0"/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lvl="0"/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Form1_MouseDown_1(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MouseEventArgs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pressedLocationX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e.X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pressedLocationY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e.Y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1864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95536" y="548680"/>
            <a:ext cx="4572000" cy="549381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System;</a:t>
            </a:r>
          </a:p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System.Collections.Generic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System.ComponentModel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System.Data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System.Drawing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System.Linq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System.Text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System.Threading.Tasks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System.Windows.Forms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cizimwithfare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partial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2B91AF"/>
                </a:solidFill>
                <a:latin typeface="Consolas" panose="020B0609020204030204" pitchFamily="49" charset="0"/>
              </a:rPr>
              <a:t>Form1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: Form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System.Drawing.Graphics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graphics;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</a:p>
          <a:p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//bool </a:t>
            </a:r>
            <a:r>
              <a:rPr lang="en-US" sz="900" dirty="0" err="1">
                <a:solidFill>
                  <a:srgbClr val="008000"/>
                </a:solidFill>
                <a:latin typeface="Consolas" panose="020B0609020204030204" pitchFamily="49" charset="0"/>
              </a:rPr>
              <a:t>isDown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 = false;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pressedLocationX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pressedLocationY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releasedLocationX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releasedLocationY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List&lt;Rectangle&gt;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cizim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List&lt;Rectangle&gt;() 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Form1()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InitializeComponent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</a:p>
          <a:p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Form1_Load(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comboBox1.Items.Add(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"Line Circle"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comboBox1.Items.Add(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"Filled Circle"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comboBox1.Items.Add(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"Filled Square"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comboBox1.Items.Add(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"Line Square"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comboBox1.SelectedIndex = 0;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Dikdörtgen 2"/>
          <p:cNvSpPr/>
          <p:nvPr/>
        </p:nvSpPr>
        <p:spPr>
          <a:xfrm>
            <a:off x="3995936" y="548680"/>
            <a:ext cx="514806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Form1_MouseUp_1(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MouseEventArgs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textBox1.Text = 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"1"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releasedLocationX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e.X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releasedLocationY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e.Y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cizim.Add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Rectangle(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Math.Min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pressedLocationX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, 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releasedLocationX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// Left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Math.Min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pressedLocationY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, 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releasedLocationY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// Top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Math.Abs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releasedLocationX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- 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pressedLocationX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// Width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Math.Abs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releasedLocationY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- 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pressedLocationY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// Height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));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graphics = </a:t>
            </a:r>
            <a:r>
              <a:rPr lang="en-US" sz="9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.CreateGraphics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SolidBrush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solidbrush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SolidBrush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Color.Magenta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Pen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pen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Pen(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Color.DarkRed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, 2);</a:t>
            </a:r>
          </a:p>
          <a:p>
            <a:pPr lvl="0"/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graphics.Clear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Color.Azure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0"/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900" dirty="0" err="1">
                <a:solidFill>
                  <a:srgbClr val="0000FF"/>
                </a:solidFill>
                <a:latin typeface="Consolas" panose="020B0609020204030204" pitchFamily="49" charset="0"/>
              </a:rPr>
              <a:t>foreach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(Rectangle r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cizim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graphics.DrawRectangle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(pen, r);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</a:t>
            </a:r>
          </a:p>
          <a:p>
            <a:pPr lvl="0"/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lvl="0"/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Form1_MouseDown_1(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MouseEventArgs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pressedLocationX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e.X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pressedLocationY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e.Y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lvl="0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59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151313</TotalTime>
  <Words>4901</Words>
  <Application>Microsoft Office PowerPoint</Application>
  <PresentationFormat>Ekran Gösterisi (4:3)</PresentationFormat>
  <Paragraphs>1286</Paragraphs>
  <Slides>73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73</vt:i4>
      </vt:variant>
    </vt:vector>
  </HeadingPairs>
  <TitlesOfParts>
    <vt:vector size="78" baseType="lpstr">
      <vt:lpstr>Arial</vt:lpstr>
      <vt:lpstr>Calibri</vt:lpstr>
      <vt:lpstr>Consolas</vt:lpstr>
      <vt:lpstr>Times New Roman</vt:lpstr>
      <vt:lpstr>Ofis Teması</vt:lpstr>
      <vt:lpstr>Windows form programming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of c# Programming</dc:title>
  <dc:creator>Windows User</dc:creator>
  <cp:lastModifiedBy>Cemil OZ</cp:lastModifiedBy>
  <cp:revision>124</cp:revision>
  <dcterms:created xsi:type="dcterms:W3CDTF">2015-02-11T03:19:55Z</dcterms:created>
  <dcterms:modified xsi:type="dcterms:W3CDTF">2022-03-29T08:06:57Z</dcterms:modified>
</cp:coreProperties>
</file>